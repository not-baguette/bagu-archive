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8" r:id="rId11"/>
    <p:sldId id="319" r:id="rId12"/>
    <p:sldId id="320" r:id="rId13"/>
    <p:sldId id="328" r:id="rId14"/>
    <p:sldId id="321" r:id="rId15"/>
    <p:sldId id="322" r:id="rId16"/>
    <p:sldId id="323" r:id="rId17"/>
    <p:sldId id="324" r:id="rId18"/>
    <p:sldId id="325" r:id="rId19"/>
    <p:sldId id="331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41" r:id="rId28"/>
    <p:sldId id="339" r:id="rId29"/>
    <p:sldId id="326" r:id="rId30"/>
  </p:sldIdLst>
  <p:sldSz cx="9144000" cy="5143500" type="screen16x9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41" d="100"/>
          <a:sy n="141" d="100"/>
        </p:scale>
        <p:origin x="66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7" Type="http://schemas.openxmlformats.org/officeDocument/2006/relationships/image" Target="../media/image18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6" Type="http://schemas.openxmlformats.org/officeDocument/2006/relationships/image" Target="../media/image17.wmf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7" Type="http://schemas.openxmlformats.org/officeDocument/2006/relationships/image" Target="../media/image45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DFA67-8D23-4A58-99B9-1127FD5999DD}" type="datetimeFigureOut">
              <a:rPr lang="id-ID" smtClean="0"/>
              <a:t>24/01/2022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d-ID"/>
              <a:t>EP 301 – MATEMATIKA REKAYASA I – 2 020/2021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722EED-AF5D-4A97-9E13-3A7BEB8A497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9575665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270AA-EBC6-4993-817D-4AFC23DEFC30}" type="datetimeFigureOut">
              <a:rPr lang="id-ID" smtClean="0"/>
              <a:t>24/01/2022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d-ID"/>
              <a:t>EP 301 – MATEMATIKA REKAYASA I – 2 020/2021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2E9CB-AB0A-439A-AF84-24B8D141700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679587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6414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8282D-470D-4BE5-9E5E-1F59B30DCDB1}" type="datetime1">
              <a:rPr lang="id-ID" smtClean="0"/>
              <a:t>24/01/2022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60366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6CE3A-4082-46FC-8AD2-9A13F9244512}" type="datetime1">
              <a:rPr lang="id-ID" smtClean="0"/>
              <a:t>24/01/2022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3172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A4853-F996-44CC-A795-0405DDE65ACF}" type="datetime1">
              <a:rPr lang="id-ID" smtClean="0"/>
              <a:t>24/01/2022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1187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AC024-2C5D-4EF5-97B8-824DFBEA16D3}" type="datetime1">
              <a:rPr lang="id-ID" smtClean="0"/>
              <a:t>24/01/2022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69720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21126-9F0B-4518-8E26-872D5B6F93AB}" type="datetime1">
              <a:rPr lang="id-ID" smtClean="0"/>
              <a:t>24/01/2022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45492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F3A9-CDCE-4AEA-B9BC-5F04C34C0122}" type="datetime1">
              <a:rPr lang="id-ID" smtClean="0"/>
              <a:t>24/01/2022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95646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3409-DAFD-4873-A1B9-8AE43E040D36}" type="datetime1">
              <a:rPr lang="id-ID" smtClean="0"/>
              <a:t>24/01/2022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94700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A9CC9-C4D3-4A07-8472-B8881ECAE0ED}" type="datetime1">
              <a:rPr lang="id-ID" smtClean="0"/>
              <a:t>24/01/2022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16941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64575-4834-4909-AFB7-3C0A0CD99373}" type="datetime1">
              <a:rPr lang="id-ID" smtClean="0"/>
              <a:t>24/01/2022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4169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8143B-606C-441C-A4BC-BDEA189D62CC}" type="datetime1">
              <a:rPr lang="id-ID" smtClean="0"/>
              <a:t>24/01/2022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78785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B1915-1797-47B4-9641-2144D8243F7B}" type="datetime1">
              <a:rPr lang="id-ID" smtClean="0"/>
              <a:t>24/01/2022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/>
              <a:t>EP 301 – MATEMATIKA REKAYASA I – 2020/2021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4461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AEFEA-3F2A-45E3-9A7F-A2F4623E1A24}" type="datetime1">
              <a:rPr lang="id-ID" smtClean="0"/>
              <a:t>24/01/2022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EP 301 – MATEMATIKA REKAYASA I – 2020/2021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F4620-F1BF-4BC6-A2EE-F07B75A29A1A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826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image" Target="../media/image2.png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10.bin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1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16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8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15.wmf"/><Relationship Id="rId4" Type="http://schemas.openxmlformats.org/officeDocument/2006/relationships/image" Target="../media/image12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17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9.png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5" Type="http://schemas.openxmlformats.org/officeDocument/2006/relationships/image" Target="../media/image28.png"/><Relationship Id="rId10" Type="http://schemas.openxmlformats.org/officeDocument/2006/relationships/image" Target="../media/image22.wmf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32.wmf"/><Relationship Id="rId26" Type="http://schemas.openxmlformats.org/officeDocument/2006/relationships/image" Target="../media/image42.png"/><Relationship Id="rId3" Type="http://schemas.openxmlformats.org/officeDocument/2006/relationships/oleObject" Target="../embeddings/oleObject24.bin"/><Relationship Id="rId21" Type="http://schemas.openxmlformats.org/officeDocument/2006/relationships/oleObject" Target="../embeddings/oleObject33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1.bin"/><Relationship Id="rId25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8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oleObject" Target="../embeddings/oleObject34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2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13" Type="http://schemas.openxmlformats.org/officeDocument/2006/relationships/oleObject" Target="../embeddings/oleObject43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5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2.wmf"/><Relationship Id="rId4" Type="http://schemas.openxmlformats.org/officeDocument/2006/relationships/image" Target="../media/image39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4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3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50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2.wmf"/><Relationship Id="rId20" Type="http://schemas.openxmlformats.org/officeDocument/2006/relationships/image" Target="../media/image54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7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49.wmf"/><Relationship Id="rId19" Type="http://schemas.openxmlformats.org/officeDocument/2006/relationships/oleObject" Target="../embeddings/oleObject53.bin"/><Relationship Id="rId4" Type="http://schemas.openxmlformats.org/officeDocument/2006/relationships/image" Target="../media/image46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51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7" Type="http://schemas.openxmlformats.org/officeDocument/2006/relationships/image" Target="../media/image7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1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80.png"/><Relationship Id="rId4" Type="http://schemas.openxmlformats.org/officeDocument/2006/relationships/image" Target="../media/image4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8.png"/><Relationship Id="rId3" Type="http://schemas.openxmlformats.org/officeDocument/2006/relationships/image" Target="../media/image750.png"/><Relationship Id="rId21" Type="http://schemas.openxmlformats.org/officeDocument/2006/relationships/image" Target="../media/image93.png"/><Relationship Id="rId7" Type="http://schemas.openxmlformats.org/officeDocument/2006/relationships/image" Target="../media/image790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5" Type="http://schemas.openxmlformats.org/officeDocument/2006/relationships/image" Target="../media/image97.png"/><Relationship Id="rId2" Type="http://schemas.openxmlformats.org/officeDocument/2006/relationships/image" Target="../media/image740.png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0.png"/><Relationship Id="rId11" Type="http://schemas.openxmlformats.org/officeDocument/2006/relationships/image" Target="../media/image83.png"/><Relationship Id="rId24" Type="http://schemas.openxmlformats.org/officeDocument/2006/relationships/image" Target="../media/image96.png"/><Relationship Id="rId5" Type="http://schemas.openxmlformats.org/officeDocument/2006/relationships/image" Target="../media/image770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28" Type="http://schemas.openxmlformats.org/officeDocument/2006/relationships/image" Target="../media/image100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760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Relationship Id="rId27" Type="http://schemas.openxmlformats.org/officeDocument/2006/relationships/image" Target="../media/image99.png"/><Relationship Id="rId30" Type="http://schemas.openxmlformats.org/officeDocument/2006/relationships/image" Target="../media/image10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13" Type="http://schemas.openxmlformats.org/officeDocument/2006/relationships/image" Target="../media/image114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5" Type="http://schemas.openxmlformats.org/officeDocument/2006/relationships/image" Target="../media/image12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4.png"/><Relationship Id="rId12" Type="http://schemas.openxmlformats.org/officeDocument/2006/relationships/image" Target="../media/image139.png"/><Relationship Id="rId2" Type="http://schemas.openxmlformats.org/officeDocument/2006/relationships/image" Target="../media/image55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11" Type="http://schemas.openxmlformats.org/officeDocument/2006/relationships/image" Target="../media/image138.png"/><Relationship Id="rId5" Type="http://schemas.openxmlformats.org/officeDocument/2006/relationships/image" Target="../media/image132.png"/><Relationship Id="rId15" Type="http://schemas.openxmlformats.org/officeDocument/2006/relationships/image" Target="../media/image142.png"/><Relationship Id="rId10" Type="http://schemas.openxmlformats.org/officeDocument/2006/relationships/image" Target="../media/image137.png"/><Relationship Id="rId4" Type="http://schemas.openxmlformats.org/officeDocument/2006/relationships/image" Target="../media/image131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77155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03718" y="141225"/>
                  <a:pt x="3016827" y="141225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TextBox 5"/>
          <p:cNvSpPr txBox="1"/>
          <p:nvPr/>
        </p:nvSpPr>
        <p:spPr>
          <a:xfrm>
            <a:off x="1745941" y="385775"/>
            <a:ext cx="51007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b="1" dirty="0"/>
              <a:t>PROGRAM STUDI TEKNIK FISIKA &amp; TEKNIK ELEKTRO</a:t>
            </a:r>
            <a:endParaRPr lang="id-ID" dirty="0"/>
          </a:p>
          <a:p>
            <a:pPr algn="ctr"/>
            <a:r>
              <a:rPr lang="id-ID" b="1" dirty="0"/>
              <a:t>FAKULTAS TEKNIK DAN INFORMATIKA</a:t>
            </a:r>
            <a:endParaRPr lang="id-ID" dirty="0"/>
          </a:p>
          <a:p>
            <a:pPr algn="ctr"/>
            <a:r>
              <a:rPr lang="id-ID" b="1" dirty="0"/>
              <a:t>UNIVERSITAS MULTIMEDIA NUSANTARA</a:t>
            </a:r>
            <a:endParaRPr lang="id-ID" dirty="0"/>
          </a:p>
          <a:p>
            <a:pPr algn="ctr"/>
            <a:r>
              <a:rPr lang="id-ID" b="1" dirty="0"/>
              <a:t>SEMESTER GANJIL TAHUN AJARAN 2021/2022</a:t>
            </a:r>
            <a:endParaRPr lang="id-ID" dirty="0"/>
          </a:p>
        </p:txBody>
      </p:sp>
      <p:pic>
        <p:nvPicPr>
          <p:cNvPr id="7" name="Picture 1" descr="logo-umn-GIF2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285168"/>
            <a:ext cx="756084" cy="1278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-9128" y="1781403"/>
            <a:ext cx="9153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600" b="1" dirty="0"/>
              <a:t>EP M101 – KALKULUS</a:t>
            </a:r>
            <a:endParaRPr lang="id-ID" sz="3600" dirty="0"/>
          </a:p>
        </p:txBody>
      </p:sp>
      <p:sp>
        <p:nvSpPr>
          <p:cNvPr id="9" name="TextBox 8"/>
          <p:cNvSpPr txBox="1"/>
          <p:nvPr/>
        </p:nvSpPr>
        <p:spPr>
          <a:xfrm>
            <a:off x="1" y="433130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b="1"/>
              <a:t>AGIE MALIKI AKBAR</a:t>
            </a:r>
            <a:r>
              <a:rPr lang="id-ID" b="1"/>
              <a:t>, </a:t>
            </a:r>
            <a:r>
              <a:rPr lang="id-ID" b="1" dirty="0"/>
              <a:t>S.Si., M.Si</a:t>
            </a:r>
            <a:endParaRPr lang="id-ID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715766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dirty="0"/>
              <a:t>Pertemuan 1:</a:t>
            </a:r>
          </a:p>
          <a:p>
            <a:pPr algn="ctr"/>
            <a:r>
              <a:rPr lang="id-ID" sz="3200" b="1" dirty="0"/>
              <a:t>Matematika Pra Kalkulus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429265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altLang="en-US" sz="2400" b="1" dirty="0">
                <a:solidFill>
                  <a:schemeClr val="bg1"/>
                </a:solidFill>
              </a:rPr>
              <a:t>Capaian Pembelajaran Mingguan Mata Kuliah</a:t>
            </a:r>
            <a:br>
              <a:rPr lang="id-ID" altLang="en-US" sz="2400" b="1" dirty="0">
                <a:solidFill>
                  <a:schemeClr val="bg1"/>
                </a:solidFill>
              </a:rPr>
            </a:br>
            <a:r>
              <a:rPr lang="id-ID" altLang="en-US" sz="2400" b="1" dirty="0">
                <a:solidFill>
                  <a:schemeClr val="bg1"/>
                </a:solidFill>
              </a:rPr>
              <a:t>(Sub-CPMK)</a:t>
            </a:r>
            <a:endParaRPr lang="id-ID" sz="24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just">
              <a:buAutoNum type="arabicPeriod"/>
            </a:pPr>
            <a:r>
              <a:rPr lang="id-ID" dirty="0"/>
              <a:t>Mahasiswa mampu menyelesaikan permasalahan pertidaksamaan dan nilai mutlak, geometri koordinat dan grafik (C3). </a:t>
            </a:r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2E078CAC-DDA9-4949-9957-563BAA7F5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2638063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Sub-Pokok Bahasan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Pertidaksamaan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mutlak</a:t>
            </a:r>
            <a:endParaRPr lang="id-ID" dirty="0"/>
          </a:p>
          <a:p>
            <a:pPr lvl="0"/>
            <a:r>
              <a:rPr lang="en-US" dirty="0" err="1"/>
              <a:t>Geometri</a:t>
            </a:r>
            <a:r>
              <a:rPr lang="en-US" dirty="0"/>
              <a:t> </a:t>
            </a:r>
            <a:r>
              <a:rPr lang="en-US" dirty="0" err="1"/>
              <a:t>koordinat</a:t>
            </a:r>
            <a:r>
              <a:rPr lang="en-US" dirty="0"/>
              <a:t> dan </a:t>
            </a:r>
            <a:r>
              <a:rPr lang="en-US" dirty="0" err="1"/>
              <a:t>grafik</a:t>
            </a:r>
            <a:endParaRPr lang="id-ID" dirty="0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815BDAC2-DF1B-4F09-88DA-A8EB6F63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2538613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323528" y="1203598"/>
            <a:ext cx="5638800" cy="313234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933128" y="1489348"/>
            <a:ext cx="4495800" cy="2477266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42728" y="1889398"/>
            <a:ext cx="3124200" cy="1717176"/>
          </a:xfrm>
          <a:prstGeom prst="rect">
            <a:avLst/>
          </a:prstGeom>
          <a:solidFill>
            <a:srgbClr val="92D05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Sistem Bilangan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2228528" y="2175148"/>
            <a:ext cx="1676400" cy="971550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361878" y="2431133"/>
            <a:ext cx="147989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N : bilangan </a:t>
            </a:r>
          </a:p>
          <a:p>
            <a:r>
              <a:rPr lang="en-US" altLang="en-US"/>
              <a:t>      asli</a:t>
            </a: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2152328" y="3183818"/>
            <a:ext cx="19543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Z : </a:t>
            </a:r>
            <a:r>
              <a:rPr lang="en-US" altLang="en-US" dirty="0" err="1"/>
              <a:t>bilangan</a:t>
            </a:r>
            <a:r>
              <a:rPr lang="en-US" altLang="en-US" dirty="0"/>
              <a:t> </a:t>
            </a:r>
            <a:r>
              <a:rPr lang="en-US" altLang="en-US" dirty="0" err="1"/>
              <a:t>bulat</a:t>
            </a:r>
            <a:endParaRPr lang="en-US" altLang="en-US" dirty="0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1831653" y="3606574"/>
            <a:ext cx="23006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Q : bilangan rasional</a:t>
            </a: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1298253" y="3966614"/>
            <a:ext cx="23134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dirty="0"/>
              <a:t>R : </a:t>
            </a:r>
            <a:r>
              <a:rPr lang="en-US" altLang="en-US" dirty="0" err="1"/>
              <a:t>bilangan</a:t>
            </a:r>
            <a:r>
              <a:rPr lang="en-US" altLang="en-US" dirty="0"/>
              <a:t> </a:t>
            </a:r>
            <a:r>
              <a:rPr lang="en-US" altLang="en-US" dirty="0" err="1"/>
              <a:t>riil</a:t>
            </a:r>
            <a:r>
              <a:rPr lang="en-US" altLang="en-US" dirty="0"/>
              <a:t> (real)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11"/>
              <p:cNvSpPr txBox="1">
                <a:spLocks noChangeArrowheads="1"/>
              </p:cNvSpPr>
              <p:nvPr/>
            </p:nvSpPr>
            <p:spPr bwMode="auto">
              <a:xfrm>
                <a:off x="6012074" y="1375049"/>
                <a:ext cx="218362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latin typeface="Cambria Math"/>
                        </a:rPr>
                        <m:t>𝑁</m:t>
                      </m:r>
                      <m:r>
                        <a:rPr lang="en-US" altLang="en-US" sz="2000" i="1" dirty="0" smtClean="0">
                          <a:latin typeface="Cambria Math"/>
                        </a:rPr>
                        <m:t> : 1,2,3,….</m:t>
                      </m:r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16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2074" y="1375049"/>
                <a:ext cx="2183626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Box 12"/>
              <p:cNvSpPr txBox="1">
                <a:spLocks noChangeArrowheads="1"/>
              </p:cNvSpPr>
              <p:nvPr/>
            </p:nvSpPr>
            <p:spPr bwMode="auto">
              <a:xfrm>
                <a:off x="6228099" y="1889399"/>
                <a:ext cx="261834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i="1" dirty="0" smtClean="0">
                          <a:latin typeface="Cambria Math"/>
                        </a:rPr>
                        <m:t>𝑍</m:t>
                      </m:r>
                      <m:r>
                        <a:rPr lang="en-US" altLang="en-US" sz="2000" i="1" dirty="0" smtClean="0">
                          <a:latin typeface="Cambria Math"/>
                        </a:rPr>
                        <m:t> : …,−2,−1,0,1,2,..</m:t>
                      </m:r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17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8099" y="1889399"/>
                <a:ext cx="2618345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Box 15"/>
              <p:cNvSpPr txBox="1">
                <a:spLocks noChangeArrowheads="1"/>
              </p:cNvSpPr>
              <p:nvPr/>
            </p:nvSpPr>
            <p:spPr bwMode="auto">
              <a:xfrm>
                <a:off x="6228098" y="2403749"/>
                <a:ext cx="2736390" cy="619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000" b="0" i="1" smtClean="0">
                          <a:latin typeface="Cambria Math"/>
                        </a:rPr>
                        <m:t>𝑄</m:t>
                      </m:r>
                      <m:r>
                        <a:rPr lang="en-US" altLang="en-US" sz="2000" b="0" i="0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000" b="0" i="1" smtClean="0">
                              <a:latin typeface="Cambria Math"/>
                            </a:rPr>
                            <m:t>𝑎</m:t>
                          </m:r>
                        </m:num>
                        <m:den>
                          <m:r>
                            <a:rPr lang="en-US" altLang="en-US" sz="2000" b="0" i="1" smtClean="0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altLang="en-US" sz="2000" b="0" i="1" smtClean="0">
                          <a:latin typeface="Cambria Math"/>
                        </a:rPr>
                        <m:t>;</m:t>
                      </m:r>
                      <m:r>
                        <a:rPr lang="en-US" altLang="en-US" sz="2000" b="0" i="1" smtClean="0">
                          <a:latin typeface="Cambria Math"/>
                        </a:rPr>
                        <m:t>𝑎</m:t>
                      </m:r>
                      <m:r>
                        <a:rPr lang="en-US" altLang="en-US" sz="2000" b="0" i="1" smtClean="0">
                          <a:latin typeface="Cambria Math"/>
                        </a:rPr>
                        <m:t>,</m:t>
                      </m:r>
                      <m:r>
                        <a:rPr lang="en-US" altLang="en-US" sz="2000" b="0" i="1" smtClean="0">
                          <a:latin typeface="Cambria Math"/>
                        </a:rPr>
                        <m:t>𝑏</m:t>
                      </m:r>
                      <m:r>
                        <a:rPr lang="en-US" altLang="en-US" sz="2000" b="0" i="1" smtClean="0">
                          <a:latin typeface="Cambria Math"/>
                          <a:ea typeface="Cambria Math"/>
                        </a:rPr>
                        <m:t>∈</m:t>
                      </m:r>
                      <m:r>
                        <a:rPr lang="en-US" altLang="en-US" sz="2000" b="0" i="1" smtClean="0">
                          <a:latin typeface="Cambria Math"/>
                          <a:ea typeface="Cambria Math"/>
                        </a:rPr>
                        <m:t>𝑍</m:t>
                      </m:r>
                      <m:r>
                        <a:rPr lang="en-US" altLang="en-US" sz="2000" b="0" i="1" smtClean="0">
                          <a:latin typeface="Cambria Math"/>
                          <a:ea typeface="Cambria Math"/>
                        </a:rPr>
                        <m:t>;</m:t>
                      </m:r>
                      <m:r>
                        <a:rPr lang="en-US" altLang="en-US" sz="2000" b="0" i="1" smtClean="0">
                          <a:latin typeface="Cambria Math"/>
                          <a:ea typeface="Cambria Math"/>
                        </a:rPr>
                        <m:t>𝑏</m:t>
                      </m:r>
                      <m:r>
                        <a:rPr lang="en-US" altLang="en-US" sz="2000" b="0" i="1" smtClean="0">
                          <a:latin typeface="Cambria Math"/>
                          <a:ea typeface="Cambria Math"/>
                        </a:rPr>
                        <m:t>≠0</m:t>
                      </m:r>
                    </m:oMath>
                  </m:oMathPara>
                </a14:m>
                <a:endParaRPr lang="en-US" altLang="en-US" sz="2000" dirty="0"/>
              </a:p>
            </p:txBody>
          </p:sp>
        </mc:Choice>
        <mc:Fallback xmlns="">
          <p:sp>
            <p:nvSpPr>
              <p:cNvPr id="18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28098" y="2403749"/>
                <a:ext cx="2736390" cy="619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9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064373"/>
              </p:ext>
            </p:extLst>
          </p:nvPr>
        </p:nvGraphicFramePr>
        <p:xfrm>
          <a:off x="6318071" y="3119588"/>
          <a:ext cx="2438400" cy="311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6" imgW="1167893" imgH="203112" progId="Equation.3">
                  <p:embed/>
                </p:oleObj>
              </mc:Choice>
              <mc:Fallback>
                <p:oleObj name="Equation" r:id="rId6" imgW="1167893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071" y="3119588"/>
                        <a:ext cx="2438400" cy="311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161043"/>
              </p:ext>
            </p:extLst>
          </p:nvPr>
        </p:nvGraphicFramePr>
        <p:xfrm>
          <a:off x="6380498" y="3949180"/>
          <a:ext cx="1219200" cy="34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8" imgW="634725" imgH="241195" progId="Equation.3">
                  <p:embed/>
                </p:oleObj>
              </mc:Choice>
              <mc:Fallback>
                <p:oleObj name="Equation" r:id="rId8" imgW="634725" imgH="24119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0498" y="3949180"/>
                        <a:ext cx="1219200" cy="340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0"/>
          <p:cNvSpPr txBox="1">
            <a:spLocks noChangeArrowheads="1"/>
          </p:cNvSpPr>
          <p:nvPr/>
        </p:nvSpPr>
        <p:spPr bwMode="auto">
          <a:xfrm>
            <a:off x="6228098" y="3574133"/>
            <a:ext cx="21852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Contoh Bil Irasional</a:t>
            </a:r>
          </a:p>
        </p:txBody>
      </p:sp>
      <p:sp>
        <p:nvSpPr>
          <p:cNvPr id="22" name="Footer Placeholder 9">
            <a:extLst>
              <a:ext uri="{FF2B5EF4-FFF2-40B4-BE49-F238E27FC236}">
                <a16:creationId xmlns:a16="http://schemas.microsoft.com/office/drawing/2014/main" id="{78E8670F-AE84-414A-B699-B6781357F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  <p:bldP spid="8" grpId="0" animBg="1"/>
      <p:bldP spid="7" grpId="0" animBg="1"/>
      <p:bldP spid="11" grpId="0"/>
      <p:bldP spid="12" grpId="0"/>
      <p:bldP spid="13" grpId="0"/>
      <p:bldP spid="15" grpId="0"/>
      <p:bldP spid="16" grpId="0"/>
      <p:bldP spid="17" grpId="0"/>
      <p:bldP spid="18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Sifat-sifat Bilangan Riil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65760" indent="-365760">
              <a:buClr>
                <a:schemeClr val="tx1"/>
              </a:buClr>
              <a:defRPr/>
            </a:pPr>
            <a:r>
              <a:rPr lang="en-US" sz="2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Sifat-sifat</a:t>
            </a:r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9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urutan</a:t>
            </a:r>
            <a:r>
              <a:rPr lang="en-US" sz="2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:</a:t>
            </a:r>
          </a:p>
          <a:p>
            <a:pPr marL="777240" lvl="1" indent="-365760" fontAlgn="auto"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Trikotomi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77240" lvl="1" indent="-365760" fontAlgn="auto">
              <a:spcAft>
                <a:spcPts val="0"/>
              </a:spcAft>
              <a:buClr>
                <a:schemeClr val="tx1"/>
              </a:buClr>
              <a:buFontTx/>
              <a:buNone/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Jika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adalah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suatu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bilangan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pasti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berlaku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salah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satu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dari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&lt; y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atau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&gt; y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atau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= y</a:t>
            </a:r>
          </a:p>
          <a:p>
            <a:pPr marL="777240" lvl="1" indent="-365760" fontAlgn="auto"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Ketransitifan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77240" lvl="1" indent="-365760" fontAlgn="auto"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Jika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&lt; y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y &lt; z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&lt; z</a:t>
            </a:r>
          </a:p>
          <a:p>
            <a:pPr marL="777240" lvl="1" indent="-365760" fontAlgn="auto">
              <a:spcAft>
                <a:spcPts val="0"/>
              </a:spcAft>
              <a:buClr>
                <a:schemeClr val="tx1"/>
              </a:buClr>
              <a:buFont typeface="Wingdings" pitchFamily="2" charset="2"/>
              <a:buChar char="q"/>
              <a:defRPr/>
            </a:pP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Perkalian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777240" lvl="1" indent="-365760" fontAlgn="auto"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Misalkan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z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bilangan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positif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x &lt; y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xz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&lt;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yz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sedangkan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bila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z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bilangan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negatif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maka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xz</a:t>
            </a:r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&gt; </a:t>
            </a:r>
            <a:r>
              <a:rPr lang="en-US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yz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id-ID" dirty="0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629C70B6-C6FC-4369-9FDE-CB02324F8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Garis Bilangan</a:t>
            </a:r>
          </a:p>
        </p:txBody>
      </p:sp>
      <p:sp>
        <p:nvSpPr>
          <p:cNvPr id="7" name="Line 3"/>
          <p:cNvSpPr>
            <a:spLocks noChangeShapeType="1"/>
          </p:cNvSpPr>
          <p:nvPr/>
        </p:nvSpPr>
        <p:spPr bwMode="auto">
          <a:xfrm>
            <a:off x="970856" y="2572289"/>
            <a:ext cx="571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4"/>
          <p:cNvSpPr>
            <a:spLocks noChangeShapeType="1"/>
          </p:cNvSpPr>
          <p:nvPr/>
        </p:nvSpPr>
        <p:spPr bwMode="auto">
          <a:xfrm>
            <a:off x="36378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Line 5"/>
          <p:cNvSpPr>
            <a:spLocks noChangeShapeType="1"/>
          </p:cNvSpPr>
          <p:nvPr/>
        </p:nvSpPr>
        <p:spPr bwMode="auto">
          <a:xfrm>
            <a:off x="39426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33330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30282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42474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45522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Line 10"/>
          <p:cNvSpPr>
            <a:spLocks noChangeShapeType="1"/>
          </p:cNvSpPr>
          <p:nvPr/>
        </p:nvSpPr>
        <p:spPr bwMode="auto">
          <a:xfrm>
            <a:off x="27234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48570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24186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3"/>
          <p:cNvSpPr>
            <a:spLocks noChangeShapeType="1"/>
          </p:cNvSpPr>
          <p:nvPr/>
        </p:nvSpPr>
        <p:spPr bwMode="auto">
          <a:xfrm>
            <a:off x="5161856" y="2515139"/>
            <a:ext cx="0" cy="57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Text Box 14"/>
          <p:cNvSpPr txBox="1">
            <a:spLocks noChangeArrowheads="1"/>
          </p:cNvSpPr>
          <p:nvPr/>
        </p:nvSpPr>
        <p:spPr bwMode="auto">
          <a:xfrm>
            <a:off x="3485456" y="2572290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0</a:t>
            </a:r>
          </a:p>
        </p:txBody>
      </p:sp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3798194" y="2586577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1</a:t>
            </a: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650181" y="1437625"/>
            <a:ext cx="80666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000" dirty="0" err="1"/>
              <a:t>Setiap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bilangan</a:t>
            </a:r>
            <a:r>
              <a:rPr lang="en-US" altLang="en-US" sz="2000" dirty="0"/>
              <a:t> real </a:t>
            </a:r>
            <a:r>
              <a:rPr lang="en-US" altLang="en-US" sz="2000" dirty="0" err="1"/>
              <a:t>mempunyai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posisi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pada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suatu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garis</a:t>
            </a:r>
            <a:r>
              <a:rPr lang="en-US" altLang="en-US" sz="2000" dirty="0"/>
              <a:t> yang </a:t>
            </a:r>
            <a:r>
              <a:rPr lang="en-US" altLang="en-US" sz="2000" dirty="0" err="1"/>
              <a:t>disebut</a:t>
            </a:r>
            <a:endParaRPr lang="en-US" altLang="en-US" sz="2000" dirty="0"/>
          </a:p>
          <a:p>
            <a:r>
              <a:rPr lang="en-US" altLang="en-US" sz="2000" dirty="0" err="1"/>
              <a:t>dengan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garis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bilangan</a:t>
            </a:r>
            <a:r>
              <a:rPr lang="en-US" altLang="en-US" sz="2000" dirty="0"/>
              <a:t>(real)</a:t>
            </a:r>
          </a:p>
        </p:txBody>
      </p:sp>
      <p:sp>
        <p:nvSpPr>
          <p:cNvPr id="22" name="Text Box 17"/>
          <p:cNvSpPr txBox="1">
            <a:spLocks noChangeArrowheads="1"/>
          </p:cNvSpPr>
          <p:nvPr/>
        </p:nvSpPr>
        <p:spPr bwMode="auto">
          <a:xfrm>
            <a:off x="2494856" y="2572290"/>
            <a:ext cx="3898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-3</a:t>
            </a:r>
          </a:p>
        </p:txBody>
      </p:sp>
      <p:graphicFrame>
        <p:nvGraphicFramePr>
          <p:cNvPr id="2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809145"/>
              </p:ext>
            </p:extLst>
          </p:nvPr>
        </p:nvGraphicFramePr>
        <p:xfrm>
          <a:off x="4018857" y="2343689"/>
          <a:ext cx="238125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241091" imgH="215713" progId="Equation.3">
                  <p:embed/>
                </p:oleObj>
              </mc:Choice>
              <mc:Fallback>
                <p:oleObj name="Equation" r:id="rId3" imgW="241091" imgH="21571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8857" y="2343689"/>
                        <a:ext cx="238125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546915"/>
              </p:ext>
            </p:extLst>
          </p:nvPr>
        </p:nvGraphicFramePr>
        <p:xfrm>
          <a:off x="4590356" y="2600864"/>
          <a:ext cx="2667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139700" imgH="139700" progId="Equation.3">
                  <p:embed/>
                </p:oleObj>
              </mc:Choice>
              <mc:Fallback>
                <p:oleObj name="Equation" r:id="rId5" imgW="139700" imgH="139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356" y="2600864"/>
                        <a:ext cx="266700" cy="20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726382" y="3474784"/>
            <a:ext cx="62295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000"/>
              <a:t>Himpunan bagian dari garis bilangan disebut selang  </a:t>
            </a:r>
          </a:p>
        </p:txBody>
      </p:sp>
      <p:sp>
        <p:nvSpPr>
          <p:cNvPr id="26" name="Text Box 24"/>
          <p:cNvSpPr txBox="1">
            <a:spLocks noChangeArrowheads="1"/>
          </p:cNvSpPr>
          <p:nvPr/>
        </p:nvSpPr>
        <p:spPr bwMode="auto">
          <a:xfrm>
            <a:off x="666057" y="3094975"/>
            <a:ext cx="98456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000"/>
              <a:t>Selang</a:t>
            </a:r>
          </a:p>
        </p:txBody>
      </p:sp>
      <p:sp>
        <p:nvSpPr>
          <p:cNvPr id="27" name="Footer Placeholder 9">
            <a:extLst>
              <a:ext uri="{FF2B5EF4-FFF2-40B4-BE49-F238E27FC236}">
                <a16:creationId xmlns:a16="http://schemas.microsoft.com/office/drawing/2014/main" id="{CA2B7B7E-BEB7-494A-B257-C412DBFBB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5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1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Selang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143001" y="1414388"/>
            <a:ext cx="117019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000"/>
              <a:t>Himpunan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120901" y="1472730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3495676" y="1414388"/>
            <a:ext cx="8127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</a:rPr>
              <a:t>selang</a:t>
            </a:r>
            <a:endParaRPr lang="en-US" altLang="en-US" sz="2000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135439" y="1472730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auto">
          <a:xfrm>
            <a:off x="709614" y="146439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709614" y="146439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709614" y="1464395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709614" y="146439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Line 11"/>
          <p:cNvSpPr>
            <a:spLocks noChangeShapeType="1"/>
          </p:cNvSpPr>
          <p:nvPr/>
        </p:nvSpPr>
        <p:spPr bwMode="auto">
          <a:xfrm>
            <a:off x="709614" y="146439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Line 12"/>
          <p:cNvSpPr>
            <a:spLocks noChangeShapeType="1"/>
          </p:cNvSpPr>
          <p:nvPr/>
        </p:nvSpPr>
        <p:spPr bwMode="auto">
          <a:xfrm>
            <a:off x="709614" y="1464395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719139" y="1464395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Line 14"/>
          <p:cNvSpPr>
            <a:spLocks noChangeShapeType="1"/>
          </p:cNvSpPr>
          <p:nvPr/>
        </p:nvSpPr>
        <p:spPr bwMode="auto">
          <a:xfrm>
            <a:off x="719139" y="1464394"/>
            <a:ext cx="2033587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2752726" y="146439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Line 16"/>
          <p:cNvSpPr>
            <a:spLocks noChangeShapeType="1"/>
          </p:cNvSpPr>
          <p:nvPr/>
        </p:nvSpPr>
        <p:spPr bwMode="auto">
          <a:xfrm>
            <a:off x="2752726" y="146439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2752725" y="1464395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2762251" y="1464395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>
            <a:off x="2762251" y="1464394"/>
            <a:ext cx="21050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" name="Rectangle 20"/>
          <p:cNvSpPr>
            <a:spLocks noChangeArrowheads="1"/>
          </p:cNvSpPr>
          <p:nvPr/>
        </p:nvSpPr>
        <p:spPr bwMode="auto">
          <a:xfrm>
            <a:off x="4867276" y="146439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Line 21"/>
          <p:cNvSpPr>
            <a:spLocks noChangeShapeType="1"/>
          </p:cNvSpPr>
          <p:nvPr/>
        </p:nvSpPr>
        <p:spPr bwMode="auto">
          <a:xfrm>
            <a:off x="4867276" y="146439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Line 22"/>
          <p:cNvSpPr>
            <a:spLocks noChangeShapeType="1"/>
          </p:cNvSpPr>
          <p:nvPr/>
        </p:nvSpPr>
        <p:spPr bwMode="auto">
          <a:xfrm>
            <a:off x="4867275" y="1464395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4867276" y="146439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" name="Line 24"/>
          <p:cNvSpPr>
            <a:spLocks noChangeShapeType="1"/>
          </p:cNvSpPr>
          <p:nvPr/>
        </p:nvSpPr>
        <p:spPr bwMode="auto">
          <a:xfrm>
            <a:off x="4867276" y="146439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Line 25"/>
          <p:cNvSpPr>
            <a:spLocks noChangeShapeType="1"/>
          </p:cNvSpPr>
          <p:nvPr/>
        </p:nvSpPr>
        <p:spPr bwMode="auto">
          <a:xfrm>
            <a:off x="4867275" y="1464395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709614" y="1471539"/>
            <a:ext cx="9525" cy="20240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709614" y="1471539"/>
            <a:ext cx="1587" cy="20240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2752726" y="1471539"/>
            <a:ext cx="9525" cy="20240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>
            <a:off x="2752725" y="1471539"/>
            <a:ext cx="1588" cy="20240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30"/>
          <p:cNvSpPr>
            <a:spLocks noChangeArrowheads="1"/>
          </p:cNvSpPr>
          <p:nvPr/>
        </p:nvSpPr>
        <p:spPr bwMode="auto">
          <a:xfrm>
            <a:off x="4867276" y="1471539"/>
            <a:ext cx="9525" cy="202406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" name="Line 31"/>
          <p:cNvSpPr>
            <a:spLocks noChangeShapeType="1"/>
          </p:cNvSpPr>
          <p:nvPr/>
        </p:nvSpPr>
        <p:spPr bwMode="auto">
          <a:xfrm>
            <a:off x="4867275" y="1471539"/>
            <a:ext cx="1588" cy="202406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7" name="Group 32"/>
          <p:cNvGrpSpPr>
            <a:grpSpLocks/>
          </p:cNvGrpSpPr>
          <p:nvPr/>
        </p:nvGrpSpPr>
        <p:grpSpPr bwMode="auto">
          <a:xfrm>
            <a:off x="1265239" y="1626750"/>
            <a:ext cx="890588" cy="431006"/>
            <a:chOff x="1286" y="1252"/>
            <a:chExt cx="561" cy="362"/>
          </a:xfrm>
        </p:grpSpPr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418" y="1352"/>
              <a:ext cx="1" cy="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4"/>
            <p:cNvSpPr>
              <a:spLocks noChangeArrowheads="1"/>
            </p:cNvSpPr>
            <p:nvPr/>
          </p:nvSpPr>
          <p:spPr bwMode="auto">
            <a:xfrm>
              <a:off x="1286" y="1252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 altLang="en-US"/>
            </a:p>
          </p:txBody>
        </p:sp>
        <p:sp>
          <p:nvSpPr>
            <p:cNvPr id="40" name="Rectangle 35"/>
            <p:cNvSpPr>
              <a:spLocks noChangeArrowheads="1"/>
            </p:cNvSpPr>
            <p:nvPr/>
          </p:nvSpPr>
          <p:spPr bwMode="auto">
            <a:xfrm>
              <a:off x="1738" y="1252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 altLang="en-US"/>
            </a:p>
          </p:txBody>
        </p:sp>
        <p:sp>
          <p:nvSpPr>
            <p:cNvPr id="41" name="Rectangle 36"/>
            <p:cNvSpPr>
              <a:spLocks noChangeArrowheads="1"/>
            </p:cNvSpPr>
            <p:nvPr/>
          </p:nvSpPr>
          <p:spPr bwMode="auto">
            <a:xfrm>
              <a:off x="1665" y="1345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42" name="Rectangle 37"/>
            <p:cNvSpPr>
              <a:spLocks noChangeArrowheads="1"/>
            </p:cNvSpPr>
            <p:nvPr/>
          </p:nvSpPr>
          <p:spPr bwMode="auto">
            <a:xfrm>
              <a:off x="1441" y="1345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 dirty="0"/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>
              <a:off x="1341" y="1345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 dirty="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 dirty="0"/>
            </a:p>
          </p:txBody>
        </p:sp>
        <p:sp>
          <p:nvSpPr>
            <p:cNvPr id="44" name="Rectangle 39"/>
            <p:cNvSpPr>
              <a:spLocks noChangeArrowheads="1"/>
            </p:cNvSpPr>
            <p:nvPr/>
          </p:nvSpPr>
          <p:spPr bwMode="auto">
            <a:xfrm>
              <a:off x="1545" y="1329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dirty="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 altLang="en-US" dirty="0"/>
            </a:p>
          </p:txBody>
        </p:sp>
      </p:grpSp>
      <p:sp>
        <p:nvSpPr>
          <p:cNvPr id="45" name="Rectangle 40"/>
          <p:cNvSpPr>
            <a:spLocks noChangeArrowheads="1"/>
          </p:cNvSpPr>
          <p:nvPr/>
        </p:nvSpPr>
        <p:spPr bwMode="auto">
          <a:xfrm>
            <a:off x="2101851" y="1791817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grpSp>
        <p:nvGrpSpPr>
          <p:cNvPr id="46" name="Group 41"/>
          <p:cNvGrpSpPr>
            <a:grpSpLocks/>
          </p:cNvGrpSpPr>
          <p:nvPr/>
        </p:nvGrpSpPr>
        <p:grpSpPr bwMode="auto">
          <a:xfrm>
            <a:off x="3476629" y="1637840"/>
            <a:ext cx="742951" cy="384572"/>
            <a:chOff x="2578" y="1267"/>
            <a:chExt cx="468" cy="323"/>
          </a:xfrm>
        </p:grpSpPr>
        <p:sp>
          <p:nvSpPr>
            <p:cNvPr id="47" name="Rectangle 42"/>
            <p:cNvSpPr>
              <a:spLocks noChangeArrowheads="1"/>
            </p:cNvSpPr>
            <p:nvPr/>
          </p:nvSpPr>
          <p:spPr bwMode="auto">
            <a:xfrm>
              <a:off x="2578" y="1267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 altLang="en-US"/>
            </a:p>
          </p:txBody>
        </p:sp>
        <p:sp>
          <p:nvSpPr>
            <p:cNvPr id="48" name="Rectangle 43"/>
            <p:cNvSpPr>
              <a:spLocks noChangeArrowheads="1"/>
            </p:cNvSpPr>
            <p:nvPr/>
          </p:nvSpPr>
          <p:spPr bwMode="auto">
            <a:xfrm>
              <a:off x="2978" y="1267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 altLang="en-US"/>
            </a:p>
          </p:txBody>
        </p:sp>
        <p:sp>
          <p:nvSpPr>
            <p:cNvPr id="49" name="Rectangle 44"/>
            <p:cNvSpPr>
              <a:spLocks noChangeArrowheads="1"/>
            </p:cNvSpPr>
            <p:nvPr/>
          </p:nvSpPr>
          <p:spPr bwMode="auto">
            <a:xfrm>
              <a:off x="2895" y="1333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50" name="Rectangle 45"/>
            <p:cNvSpPr>
              <a:spLocks noChangeArrowheads="1"/>
            </p:cNvSpPr>
            <p:nvPr/>
          </p:nvSpPr>
          <p:spPr bwMode="auto">
            <a:xfrm>
              <a:off x="2839" y="1333"/>
              <a:ext cx="3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 altLang="en-US"/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33" y="1317"/>
              <a:ext cx="10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altLang="en-US"/>
            </a:p>
          </p:txBody>
        </p:sp>
        <p:sp>
          <p:nvSpPr>
            <p:cNvPr id="52" name="Rectangle 47"/>
            <p:cNvSpPr>
              <a:spLocks noChangeArrowheads="1"/>
            </p:cNvSpPr>
            <p:nvPr/>
          </p:nvSpPr>
          <p:spPr bwMode="auto">
            <a:xfrm>
              <a:off x="2624" y="1317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en-US"/>
            </a:p>
          </p:txBody>
        </p:sp>
      </p:grpSp>
      <p:sp>
        <p:nvSpPr>
          <p:cNvPr id="53" name="Rectangle 48"/>
          <p:cNvSpPr>
            <a:spLocks noChangeArrowheads="1"/>
          </p:cNvSpPr>
          <p:nvPr/>
        </p:nvSpPr>
        <p:spPr bwMode="auto">
          <a:xfrm>
            <a:off x="4206876" y="1793007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54" name="Rectangle 49"/>
          <p:cNvSpPr>
            <a:spLocks noChangeArrowheads="1"/>
          </p:cNvSpPr>
          <p:nvPr/>
        </p:nvSpPr>
        <p:spPr bwMode="auto">
          <a:xfrm>
            <a:off x="709614" y="167394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5" name="Line 50"/>
          <p:cNvSpPr>
            <a:spLocks noChangeShapeType="1"/>
          </p:cNvSpPr>
          <p:nvPr/>
        </p:nvSpPr>
        <p:spPr bwMode="auto">
          <a:xfrm>
            <a:off x="709614" y="167394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6" name="Line 51"/>
          <p:cNvSpPr>
            <a:spLocks noChangeShapeType="1"/>
          </p:cNvSpPr>
          <p:nvPr/>
        </p:nvSpPr>
        <p:spPr bwMode="auto">
          <a:xfrm>
            <a:off x="709614" y="1673945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" name="Rectangle 52"/>
          <p:cNvSpPr>
            <a:spLocks noChangeArrowheads="1"/>
          </p:cNvSpPr>
          <p:nvPr/>
        </p:nvSpPr>
        <p:spPr bwMode="auto">
          <a:xfrm>
            <a:off x="719139" y="1673945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8" name="Line 53"/>
          <p:cNvSpPr>
            <a:spLocks noChangeShapeType="1"/>
          </p:cNvSpPr>
          <p:nvPr/>
        </p:nvSpPr>
        <p:spPr bwMode="auto">
          <a:xfrm>
            <a:off x="719139" y="1673944"/>
            <a:ext cx="2033587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Rectangle 54"/>
          <p:cNvSpPr>
            <a:spLocks noChangeArrowheads="1"/>
          </p:cNvSpPr>
          <p:nvPr/>
        </p:nvSpPr>
        <p:spPr bwMode="auto">
          <a:xfrm>
            <a:off x="2752726" y="167394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0" name="Line 55"/>
          <p:cNvSpPr>
            <a:spLocks noChangeShapeType="1"/>
          </p:cNvSpPr>
          <p:nvPr/>
        </p:nvSpPr>
        <p:spPr bwMode="auto">
          <a:xfrm>
            <a:off x="2752726" y="167394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" name="Line 56"/>
          <p:cNvSpPr>
            <a:spLocks noChangeShapeType="1"/>
          </p:cNvSpPr>
          <p:nvPr/>
        </p:nvSpPr>
        <p:spPr bwMode="auto">
          <a:xfrm>
            <a:off x="2752725" y="1673945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" name="Rectangle 57"/>
          <p:cNvSpPr>
            <a:spLocks noChangeArrowheads="1"/>
          </p:cNvSpPr>
          <p:nvPr/>
        </p:nvSpPr>
        <p:spPr bwMode="auto">
          <a:xfrm>
            <a:off x="2762251" y="1673945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3" name="Line 58"/>
          <p:cNvSpPr>
            <a:spLocks noChangeShapeType="1"/>
          </p:cNvSpPr>
          <p:nvPr/>
        </p:nvSpPr>
        <p:spPr bwMode="auto">
          <a:xfrm>
            <a:off x="2762251" y="1673944"/>
            <a:ext cx="21050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Rectangle 59"/>
          <p:cNvSpPr>
            <a:spLocks noChangeArrowheads="1"/>
          </p:cNvSpPr>
          <p:nvPr/>
        </p:nvSpPr>
        <p:spPr bwMode="auto">
          <a:xfrm>
            <a:off x="4867276" y="1673945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5" name="Line 60"/>
          <p:cNvSpPr>
            <a:spLocks noChangeShapeType="1"/>
          </p:cNvSpPr>
          <p:nvPr/>
        </p:nvSpPr>
        <p:spPr bwMode="auto">
          <a:xfrm>
            <a:off x="4867276" y="1673944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6" name="Line 61"/>
          <p:cNvSpPr>
            <a:spLocks noChangeShapeType="1"/>
          </p:cNvSpPr>
          <p:nvPr/>
        </p:nvSpPr>
        <p:spPr bwMode="auto">
          <a:xfrm>
            <a:off x="4867275" y="1673945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Rectangle 62"/>
          <p:cNvSpPr>
            <a:spLocks noChangeArrowheads="1"/>
          </p:cNvSpPr>
          <p:nvPr/>
        </p:nvSpPr>
        <p:spPr bwMode="auto">
          <a:xfrm>
            <a:off x="709614" y="1681089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" name="Line 63"/>
          <p:cNvSpPr>
            <a:spLocks noChangeShapeType="1"/>
          </p:cNvSpPr>
          <p:nvPr/>
        </p:nvSpPr>
        <p:spPr bwMode="auto">
          <a:xfrm>
            <a:off x="709614" y="1681089"/>
            <a:ext cx="1587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" name="Rectangle 64"/>
          <p:cNvSpPr>
            <a:spLocks noChangeArrowheads="1"/>
          </p:cNvSpPr>
          <p:nvPr/>
        </p:nvSpPr>
        <p:spPr bwMode="auto">
          <a:xfrm>
            <a:off x="2752726" y="1681089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0" name="Line 65"/>
          <p:cNvSpPr>
            <a:spLocks noChangeShapeType="1"/>
          </p:cNvSpPr>
          <p:nvPr/>
        </p:nvSpPr>
        <p:spPr bwMode="auto">
          <a:xfrm>
            <a:off x="2752725" y="1681089"/>
            <a:ext cx="1588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" name="Rectangle 66"/>
          <p:cNvSpPr>
            <a:spLocks noChangeArrowheads="1"/>
          </p:cNvSpPr>
          <p:nvPr/>
        </p:nvSpPr>
        <p:spPr bwMode="auto">
          <a:xfrm>
            <a:off x="4867276" y="1681089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" name="Line 67"/>
          <p:cNvSpPr>
            <a:spLocks noChangeShapeType="1"/>
          </p:cNvSpPr>
          <p:nvPr/>
        </p:nvSpPr>
        <p:spPr bwMode="auto">
          <a:xfrm>
            <a:off x="4867275" y="1681089"/>
            <a:ext cx="1588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3" name="Group 68"/>
          <p:cNvGrpSpPr>
            <a:grpSpLocks/>
          </p:cNvGrpSpPr>
          <p:nvPr/>
        </p:nvGrpSpPr>
        <p:grpSpPr bwMode="auto">
          <a:xfrm>
            <a:off x="1265239" y="1998602"/>
            <a:ext cx="890588" cy="431007"/>
            <a:chOff x="1286" y="1584"/>
            <a:chExt cx="561" cy="362"/>
          </a:xfrm>
        </p:grpSpPr>
        <p:sp>
          <p:nvSpPr>
            <p:cNvPr id="74" name="Line 69"/>
            <p:cNvSpPr>
              <a:spLocks noChangeShapeType="1"/>
            </p:cNvSpPr>
            <p:nvPr/>
          </p:nvSpPr>
          <p:spPr bwMode="auto">
            <a:xfrm>
              <a:off x="1418" y="1684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Rectangle 70"/>
            <p:cNvSpPr>
              <a:spLocks noChangeArrowheads="1"/>
            </p:cNvSpPr>
            <p:nvPr/>
          </p:nvSpPr>
          <p:spPr bwMode="auto">
            <a:xfrm>
              <a:off x="1286" y="1584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 dirty="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 altLang="en-US" dirty="0"/>
            </a:p>
          </p:txBody>
        </p:sp>
        <p:sp>
          <p:nvSpPr>
            <p:cNvPr id="76" name="Rectangle 71"/>
            <p:cNvSpPr>
              <a:spLocks noChangeArrowheads="1"/>
            </p:cNvSpPr>
            <p:nvPr/>
          </p:nvSpPr>
          <p:spPr bwMode="auto">
            <a:xfrm>
              <a:off x="1738" y="1584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 altLang="en-US"/>
            </a:p>
          </p:txBody>
        </p:sp>
        <p:sp>
          <p:nvSpPr>
            <p:cNvPr id="77" name="Rectangle 72"/>
            <p:cNvSpPr>
              <a:spLocks noChangeArrowheads="1"/>
            </p:cNvSpPr>
            <p:nvPr/>
          </p:nvSpPr>
          <p:spPr bwMode="auto">
            <a:xfrm>
              <a:off x="1665" y="1678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78" name="Rectangle 73"/>
            <p:cNvSpPr>
              <a:spLocks noChangeArrowheads="1"/>
            </p:cNvSpPr>
            <p:nvPr/>
          </p:nvSpPr>
          <p:spPr bwMode="auto">
            <a:xfrm>
              <a:off x="1441" y="1678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79" name="Rectangle 74"/>
            <p:cNvSpPr>
              <a:spLocks noChangeArrowheads="1"/>
            </p:cNvSpPr>
            <p:nvPr/>
          </p:nvSpPr>
          <p:spPr bwMode="auto">
            <a:xfrm>
              <a:off x="1341" y="1678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80" name="Rectangle 75"/>
            <p:cNvSpPr>
              <a:spLocks noChangeArrowheads="1"/>
            </p:cNvSpPr>
            <p:nvPr/>
          </p:nvSpPr>
          <p:spPr bwMode="auto">
            <a:xfrm>
              <a:off x="1545" y="1662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dirty="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 altLang="en-US" dirty="0"/>
            </a:p>
          </p:txBody>
        </p:sp>
      </p:grpSp>
      <p:sp>
        <p:nvSpPr>
          <p:cNvPr id="81" name="Rectangle 76"/>
          <p:cNvSpPr>
            <a:spLocks noChangeArrowheads="1"/>
          </p:cNvSpPr>
          <p:nvPr/>
        </p:nvSpPr>
        <p:spPr bwMode="auto">
          <a:xfrm>
            <a:off x="2101851" y="2188295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grpSp>
        <p:nvGrpSpPr>
          <p:cNvPr id="82" name="Group 77"/>
          <p:cNvGrpSpPr>
            <a:grpSpLocks/>
          </p:cNvGrpSpPr>
          <p:nvPr/>
        </p:nvGrpSpPr>
        <p:grpSpPr bwMode="auto">
          <a:xfrm>
            <a:off x="3476628" y="2025985"/>
            <a:ext cx="739776" cy="384573"/>
            <a:chOff x="2578" y="1593"/>
            <a:chExt cx="466" cy="323"/>
          </a:xfrm>
        </p:grpSpPr>
        <p:sp>
          <p:nvSpPr>
            <p:cNvPr id="83" name="Rectangle 78"/>
            <p:cNvSpPr>
              <a:spLocks noChangeArrowheads="1"/>
            </p:cNvSpPr>
            <p:nvPr/>
          </p:nvSpPr>
          <p:spPr bwMode="auto">
            <a:xfrm>
              <a:off x="2578" y="1601"/>
              <a:ext cx="6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4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 altLang="en-US"/>
            </a:p>
          </p:txBody>
        </p:sp>
        <p:sp>
          <p:nvSpPr>
            <p:cNvPr id="84" name="Rectangle 79"/>
            <p:cNvSpPr>
              <a:spLocks noChangeArrowheads="1"/>
            </p:cNvSpPr>
            <p:nvPr/>
          </p:nvSpPr>
          <p:spPr bwMode="auto">
            <a:xfrm>
              <a:off x="2976" y="1593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]</a:t>
              </a:r>
              <a:endParaRPr lang="en-US" altLang="en-US"/>
            </a:p>
          </p:txBody>
        </p:sp>
        <p:sp>
          <p:nvSpPr>
            <p:cNvPr id="85" name="Rectangle 80"/>
            <p:cNvSpPr>
              <a:spLocks noChangeArrowheads="1"/>
            </p:cNvSpPr>
            <p:nvPr/>
          </p:nvSpPr>
          <p:spPr bwMode="auto">
            <a:xfrm>
              <a:off x="2895" y="1666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86" name="Rectangle 81"/>
            <p:cNvSpPr>
              <a:spLocks noChangeArrowheads="1"/>
            </p:cNvSpPr>
            <p:nvPr/>
          </p:nvSpPr>
          <p:spPr bwMode="auto">
            <a:xfrm>
              <a:off x="2840" y="1666"/>
              <a:ext cx="3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 altLang="en-US"/>
            </a:p>
          </p:txBody>
        </p:sp>
        <p:sp>
          <p:nvSpPr>
            <p:cNvPr id="87" name="Rectangle 82"/>
            <p:cNvSpPr>
              <a:spLocks noChangeArrowheads="1"/>
            </p:cNvSpPr>
            <p:nvPr/>
          </p:nvSpPr>
          <p:spPr bwMode="auto">
            <a:xfrm>
              <a:off x="2733" y="1651"/>
              <a:ext cx="10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altLang="en-US"/>
            </a:p>
          </p:txBody>
        </p:sp>
        <p:sp>
          <p:nvSpPr>
            <p:cNvPr id="88" name="Rectangle 83"/>
            <p:cNvSpPr>
              <a:spLocks noChangeArrowheads="1"/>
            </p:cNvSpPr>
            <p:nvPr/>
          </p:nvSpPr>
          <p:spPr bwMode="auto">
            <a:xfrm>
              <a:off x="2624" y="1651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-</a:t>
              </a:r>
              <a:endParaRPr lang="en-US" altLang="en-US"/>
            </a:p>
          </p:txBody>
        </p:sp>
      </p:grpSp>
      <p:sp>
        <p:nvSpPr>
          <p:cNvPr id="89" name="Rectangle 84"/>
          <p:cNvSpPr>
            <a:spLocks noChangeArrowheads="1"/>
          </p:cNvSpPr>
          <p:nvPr/>
        </p:nvSpPr>
        <p:spPr bwMode="auto">
          <a:xfrm>
            <a:off x="4187826" y="2188295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90" name="Rectangle 85"/>
          <p:cNvSpPr>
            <a:spLocks noChangeArrowheads="1"/>
          </p:cNvSpPr>
          <p:nvPr/>
        </p:nvSpPr>
        <p:spPr bwMode="auto">
          <a:xfrm>
            <a:off x="709614" y="2070423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1" name="Line 86"/>
          <p:cNvSpPr>
            <a:spLocks noChangeShapeType="1"/>
          </p:cNvSpPr>
          <p:nvPr/>
        </p:nvSpPr>
        <p:spPr bwMode="auto">
          <a:xfrm>
            <a:off x="709614" y="2070423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" name="Line 87"/>
          <p:cNvSpPr>
            <a:spLocks noChangeShapeType="1"/>
          </p:cNvSpPr>
          <p:nvPr/>
        </p:nvSpPr>
        <p:spPr bwMode="auto">
          <a:xfrm>
            <a:off x="709614" y="2070423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3" name="Rectangle 88"/>
          <p:cNvSpPr>
            <a:spLocks noChangeArrowheads="1"/>
          </p:cNvSpPr>
          <p:nvPr/>
        </p:nvSpPr>
        <p:spPr bwMode="auto">
          <a:xfrm>
            <a:off x="719139" y="2070423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4" name="Line 89"/>
          <p:cNvSpPr>
            <a:spLocks noChangeShapeType="1"/>
          </p:cNvSpPr>
          <p:nvPr/>
        </p:nvSpPr>
        <p:spPr bwMode="auto">
          <a:xfrm>
            <a:off x="719139" y="2070423"/>
            <a:ext cx="203358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" name="Rectangle 90"/>
          <p:cNvSpPr>
            <a:spLocks noChangeArrowheads="1"/>
          </p:cNvSpPr>
          <p:nvPr/>
        </p:nvSpPr>
        <p:spPr bwMode="auto">
          <a:xfrm>
            <a:off x="2752726" y="2070423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6" name="Line 91"/>
          <p:cNvSpPr>
            <a:spLocks noChangeShapeType="1"/>
          </p:cNvSpPr>
          <p:nvPr/>
        </p:nvSpPr>
        <p:spPr bwMode="auto">
          <a:xfrm>
            <a:off x="2752726" y="2070423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7" name="Line 92"/>
          <p:cNvSpPr>
            <a:spLocks noChangeShapeType="1"/>
          </p:cNvSpPr>
          <p:nvPr/>
        </p:nvSpPr>
        <p:spPr bwMode="auto">
          <a:xfrm>
            <a:off x="2752725" y="2070423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8" name="Rectangle 93"/>
          <p:cNvSpPr>
            <a:spLocks noChangeArrowheads="1"/>
          </p:cNvSpPr>
          <p:nvPr/>
        </p:nvSpPr>
        <p:spPr bwMode="auto">
          <a:xfrm>
            <a:off x="2762251" y="2070423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" name="Line 94"/>
          <p:cNvSpPr>
            <a:spLocks noChangeShapeType="1"/>
          </p:cNvSpPr>
          <p:nvPr/>
        </p:nvSpPr>
        <p:spPr bwMode="auto">
          <a:xfrm>
            <a:off x="2762251" y="2070423"/>
            <a:ext cx="21050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0" name="Rectangle 95"/>
          <p:cNvSpPr>
            <a:spLocks noChangeArrowheads="1"/>
          </p:cNvSpPr>
          <p:nvPr/>
        </p:nvSpPr>
        <p:spPr bwMode="auto">
          <a:xfrm>
            <a:off x="4867276" y="2070423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1" name="Line 96"/>
          <p:cNvSpPr>
            <a:spLocks noChangeShapeType="1"/>
          </p:cNvSpPr>
          <p:nvPr/>
        </p:nvSpPr>
        <p:spPr bwMode="auto">
          <a:xfrm>
            <a:off x="4867276" y="2070423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" name="Line 97"/>
          <p:cNvSpPr>
            <a:spLocks noChangeShapeType="1"/>
          </p:cNvSpPr>
          <p:nvPr/>
        </p:nvSpPr>
        <p:spPr bwMode="auto">
          <a:xfrm>
            <a:off x="4867275" y="2070423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" name="Rectangle 98"/>
          <p:cNvSpPr>
            <a:spLocks noChangeArrowheads="1"/>
          </p:cNvSpPr>
          <p:nvPr/>
        </p:nvSpPr>
        <p:spPr bwMode="auto">
          <a:xfrm>
            <a:off x="709614" y="2077567"/>
            <a:ext cx="9525" cy="388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4" name="Line 99"/>
          <p:cNvSpPr>
            <a:spLocks noChangeShapeType="1"/>
          </p:cNvSpPr>
          <p:nvPr/>
        </p:nvSpPr>
        <p:spPr bwMode="auto">
          <a:xfrm>
            <a:off x="709614" y="2077567"/>
            <a:ext cx="1587" cy="388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5" name="Rectangle 100"/>
          <p:cNvSpPr>
            <a:spLocks noChangeArrowheads="1"/>
          </p:cNvSpPr>
          <p:nvPr/>
        </p:nvSpPr>
        <p:spPr bwMode="auto">
          <a:xfrm>
            <a:off x="2752726" y="2077567"/>
            <a:ext cx="9525" cy="388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" name="Line 101"/>
          <p:cNvSpPr>
            <a:spLocks noChangeShapeType="1"/>
          </p:cNvSpPr>
          <p:nvPr/>
        </p:nvSpPr>
        <p:spPr bwMode="auto">
          <a:xfrm>
            <a:off x="2752725" y="2077567"/>
            <a:ext cx="1588" cy="388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" name="Rectangle 102"/>
          <p:cNvSpPr>
            <a:spLocks noChangeArrowheads="1"/>
          </p:cNvSpPr>
          <p:nvPr/>
        </p:nvSpPr>
        <p:spPr bwMode="auto">
          <a:xfrm>
            <a:off x="4867276" y="2077567"/>
            <a:ext cx="9525" cy="388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8" name="Line 103"/>
          <p:cNvSpPr>
            <a:spLocks noChangeShapeType="1"/>
          </p:cNvSpPr>
          <p:nvPr/>
        </p:nvSpPr>
        <p:spPr bwMode="auto">
          <a:xfrm>
            <a:off x="4867275" y="2077567"/>
            <a:ext cx="1588" cy="388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9" name="Group 104"/>
          <p:cNvGrpSpPr>
            <a:grpSpLocks/>
          </p:cNvGrpSpPr>
          <p:nvPr/>
        </p:nvGrpSpPr>
        <p:grpSpPr bwMode="auto">
          <a:xfrm>
            <a:off x="1265240" y="2395080"/>
            <a:ext cx="1249363" cy="431007"/>
            <a:chOff x="1286" y="1917"/>
            <a:chExt cx="787" cy="362"/>
          </a:xfrm>
        </p:grpSpPr>
        <p:sp>
          <p:nvSpPr>
            <p:cNvPr id="110" name="Line 105"/>
            <p:cNvSpPr>
              <a:spLocks noChangeShapeType="1"/>
            </p:cNvSpPr>
            <p:nvPr/>
          </p:nvSpPr>
          <p:spPr bwMode="auto">
            <a:xfrm>
              <a:off x="1418" y="2017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106"/>
            <p:cNvSpPr>
              <a:spLocks noChangeArrowheads="1"/>
            </p:cNvSpPr>
            <p:nvPr/>
          </p:nvSpPr>
          <p:spPr bwMode="auto">
            <a:xfrm>
              <a:off x="1286" y="1917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 altLang="en-US"/>
            </a:p>
          </p:txBody>
        </p:sp>
        <p:sp>
          <p:nvSpPr>
            <p:cNvPr id="112" name="Rectangle 107"/>
            <p:cNvSpPr>
              <a:spLocks noChangeArrowheads="1"/>
            </p:cNvSpPr>
            <p:nvPr/>
          </p:nvSpPr>
          <p:spPr bwMode="auto">
            <a:xfrm>
              <a:off x="1964" y="1917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 altLang="en-US"/>
            </a:p>
          </p:txBody>
        </p:sp>
        <p:sp>
          <p:nvSpPr>
            <p:cNvPr id="113" name="Rectangle 108"/>
            <p:cNvSpPr>
              <a:spLocks noChangeArrowheads="1"/>
            </p:cNvSpPr>
            <p:nvPr/>
          </p:nvSpPr>
          <p:spPr bwMode="auto">
            <a:xfrm>
              <a:off x="1894" y="2011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/>
            </a:p>
          </p:txBody>
        </p:sp>
        <p:sp>
          <p:nvSpPr>
            <p:cNvPr id="114" name="Rectangle 109"/>
            <p:cNvSpPr>
              <a:spLocks noChangeArrowheads="1"/>
            </p:cNvSpPr>
            <p:nvPr/>
          </p:nvSpPr>
          <p:spPr bwMode="auto">
            <a:xfrm>
              <a:off x="1674" y="2011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115" name="Rectangle 110"/>
            <p:cNvSpPr>
              <a:spLocks noChangeArrowheads="1"/>
            </p:cNvSpPr>
            <p:nvPr/>
          </p:nvSpPr>
          <p:spPr bwMode="auto">
            <a:xfrm>
              <a:off x="1434" y="2011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116" name="Rectangle 111"/>
            <p:cNvSpPr>
              <a:spLocks noChangeArrowheads="1"/>
            </p:cNvSpPr>
            <p:nvPr/>
          </p:nvSpPr>
          <p:spPr bwMode="auto">
            <a:xfrm>
              <a:off x="1341" y="2011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117" name="Rectangle 112"/>
            <p:cNvSpPr>
              <a:spLocks noChangeArrowheads="1"/>
            </p:cNvSpPr>
            <p:nvPr/>
          </p:nvSpPr>
          <p:spPr bwMode="auto">
            <a:xfrm>
              <a:off x="1779" y="1995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 altLang="en-US"/>
            </a:p>
          </p:txBody>
        </p:sp>
        <p:sp>
          <p:nvSpPr>
            <p:cNvPr id="118" name="Rectangle 113"/>
            <p:cNvSpPr>
              <a:spLocks noChangeArrowheads="1"/>
            </p:cNvSpPr>
            <p:nvPr/>
          </p:nvSpPr>
          <p:spPr bwMode="auto">
            <a:xfrm>
              <a:off x="1547" y="1995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&lt;</a:t>
              </a:r>
              <a:endParaRPr lang="en-US" altLang="en-US"/>
            </a:p>
          </p:txBody>
        </p:sp>
      </p:grpSp>
      <p:sp>
        <p:nvSpPr>
          <p:cNvPr id="119" name="Rectangle 114"/>
          <p:cNvSpPr>
            <a:spLocks noChangeArrowheads="1"/>
          </p:cNvSpPr>
          <p:nvPr/>
        </p:nvSpPr>
        <p:spPr bwMode="auto">
          <a:xfrm>
            <a:off x="2454275" y="2583582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grpSp>
        <p:nvGrpSpPr>
          <p:cNvPr id="120" name="Group 115"/>
          <p:cNvGrpSpPr>
            <a:grpSpLocks/>
          </p:cNvGrpSpPr>
          <p:nvPr/>
        </p:nvGrpSpPr>
        <p:grpSpPr bwMode="auto">
          <a:xfrm>
            <a:off x="3476630" y="2430797"/>
            <a:ext cx="512763" cy="384572"/>
            <a:chOff x="2578" y="1933"/>
            <a:chExt cx="323" cy="323"/>
          </a:xfrm>
        </p:grpSpPr>
        <p:sp>
          <p:nvSpPr>
            <p:cNvPr id="121" name="Rectangle 116"/>
            <p:cNvSpPr>
              <a:spLocks noChangeArrowheads="1"/>
            </p:cNvSpPr>
            <p:nvPr/>
          </p:nvSpPr>
          <p:spPr bwMode="auto">
            <a:xfrm>
              <a:off x="2578" y="1933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 altLang="en-US"/>
            </a:p>
          </p:txBody>
        </p:sp>
        <p:sp>
          <p:nvSpPr>
            <p:cNvPr id="122" name="Rectangle 117"/>
            <p:cNvSpPr>
              <a:spLocks noChangeArrowheads="1"/>
            </p:cNvSpPr>
            <p:nvPr/>
          </p:nvSpPr>
          <p:spPr bwMode="auto">
            <a:xfrm>
              <a:off x="2833" y="1933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 altLang="en-US"/>
            </a:p>
          </p:txBody>
        </p:sp>
        <p:sp>
          <p:nvSpPr>
            <p:cNvPr id="123" name="Rectangle 118"/>
            <p:cNvSpPr>
              <a:spLocks noChangeArrowheads="1"/>
            </p:cNvSpPr>
            <p:nvPr/>
          </p:nvSpPr>
          <p:spPr bwMode="auto">
            <a:xfrm>
              <a:off x="2752" y="1999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/>
            </a:p>
          </p:txBody>
        </p:sp>
        <p:sp>
          <p:nvSpPr>
            <p:cNvPr id="124" name="Rectangle 119"/>
            <p:cNvSpPr>
              <a:spLocks noChangeArrowheads="1"/>
            </p:cNvSpPr>
            <p:nvPr/>
          </p:nvSpPr>
          <p:spPr bwMode="auto">
            <a:xfrm>
              <a:off x="2624" y="1999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125" name="Rectangle 120"/>
            <p:cNvSpPr>
              <a:spLocks noChangeArrowheads="1"/>
            </p:cNvSpPr>
            <p:nvPr/>
          </p:nvSpPr>
          <p:spPr bwMode="auto">
            <a:xfrm>
              <a:off x="2701" y="1999"/>
              <a:ext cx="3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 altLang="en-US"/>
            </a:p>
          </p:txBody>
        </p:sp>
      </p:grpSp>
      <p:sp>
        <p:nvSpPr>
          <p:cNvPr id="126" name="Rectangle 121"/>
          <p:cNvSpPr>
            <a:spLocks noChangeArrowheads="1"/>
          </p:cNvSpPr>
          <p:nvPr/>
        </p:nvSpPr>
        <p:spPr bwMode="auto">
          <a:xfrm>
            <a:off x="3971926" y="2584773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127" name="Rectangle 122"/>
          <p:cNvSpPr>
            <a:spLocks noChangeArrowheads="1"/>
          </p:cNvSpPr>
          <p:nvPr/>
        </p:nvSpPr>
        <p:spPr bwMode="auto">
          <a:xfrm>
            <a:off x="709614" y="24657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8" name="Line 123"/>
          <p:cNvSpPr>
            <a:spLocks noChangeShapeType="1"/>
          </p:cNvSpPr>
          <p:nvPr/>
        </p:nvSpPr>
        <p:spPr bwMode="auto">
          <a:xfrm>
            <a:off x="709614" y="24657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Line 124"/>
          <p:cNvSpPr>
            <a:spLocks noChangeShapeType="1"/>
          </p:cNvSpPr>
          <p:nvPr/>
        </p:nvSpPr>
        <p:spPr bwMode="auto">
          <a:xfrm>
            <a:off x="709614" y="2465711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" name="Rectangle 125"/>
          <p:cNvSpPr>
            <a:spLocks noChangeArrowheads="1"/>
          </p:cNvSpPr>
          <p:nvPr/>
        </p:nvSpPr>
        <p:spPr bwMode="auto">
          <a:xfrm>
            <a:off x="719139" y="2465711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1" name="Line 126"/>
          <p:cNvSpPr>
            <a:spLocks noChangeShapeType="1"/>
          </p:cNvSpPr>
          <p:nvPr/>
        </p:nvSpPr>
        <p:spPr bwMode="auto">
          <a:xfrm>
            <a:off x="719139" y="2465711"/>
            <a:ext cx="203358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Rectangle 127"/>
          <p:cNvSpPr>
            <a:spLocks noChangeArrowheads="1"/>
          </p:cNvSpPr>
          <p:nvPr/>
        </p:nvSpPr>
        <p:spPr bwMode="auto">
          <a:xfrm>
            <a:off x="2752726" y="24657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3" name="Line 128"/>
          <p:cNvSpPr>
            <a:spLocks noChangeShapeType="1"/>
          </p:cNvSpPr>
          <p:nvPr/>
        </p:nvSpPr>
        <p:spPr bwMode="auto">
          <a:xfrm>
            <a:off x="2752726" y="24657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" name="Line 129"/>
          <p:cNvSpPr>
            <a:spLocks noChangeShapeType="1"/>
          </p:cNvSpPr>
          <p:nvPr/>
        </p:nvSpPr>
        <p:spPr bwMode="auto">
          <a:xfrm>
            <a:off x="2752725" y="2465711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Rectangle 130"/>
          <p:cNvSpPr>
            <a:spLocks noChangeArrowheads="1"/>
          </p:cNvSpPr>
          <p:nvPr/>
        </p:nvSpPr>
        <p:spPr bwMode="auto">
          <a:xfrm>
            <a:off x="2762251" y="2465711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6" name="Line 131"/>
          <p:cNvSpPr>
            <a:spLocks noChangeShapeType="1"/>
          </p:cNvSpPr>
          <p:nvPr/>
        </p:nvSpPr>
        <p:spPr bwMode="auto">
          <a:xfrm>
            <a:off x="2762251" y="2465711"/>
            <a:ext cx="21050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7" name="Rectangle 132"/>
          <p:cNvSpPr>
            <a:spLocks noChangeArrowheads="1"/>
          </p:cNvSpPr>
          <p:nvPr/>
        </p:nvSpPr>
        <p:spPr bwMode="auto">
          <a:xfrm>
            <a:off x="4867276" y="24657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8" name="Line 133"/>
          <p:cNvSpPr>
            <a:spLocks noChangeShapeType="1"/>
          </p:cNvSpPr>
          <p:nvPr/>
        </p:nvSpPr>
        <p:spPr bwMode="auto">
          <a:xfrm>
            <a:off x="4867276" y="24657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9" name="Line 134"/>
          <p:cNvSpPr>
            <a:spLocks noChangeShapeType="1"/>
          </p:cNvSpPr>
          <p:nvPr/>
        </p:nvSpPr>
        <p:spPr bwMode="auto">
          <a:xfrm>
            <a:off x="4867275" y="2465711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0" name="Rectangle 135"/>
          <p:cNvSpPr>
            <a:spLocks noChangeArrowheads="1"/>
          </p:cNvSpPr>
          <p:nvPr/>
        </p:nvSpPr>
        <p:spPr bwMode="auto">
          <a:xfrm>
            <a:off x="709614" y="2472854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1" name="Line 136"/>
          <p:cNvSpPr>
            <a:spLocks noChangeShapeType="1"/>
          </p:cNvSpPr>
          <p:nvPr/>
        </p:nvSpPr>
        <p:spPr bwMode="auto">
          <a:xfrm>
            <a:off x="709614" y="2472854"/>
            <a:ext cx="1587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2" name="Rectangle 137"/>
          <p:cNvSpPr>
            <a:spLocks noChangeArrowheads="1"/>
          </p:cNvSpPr>
          <p:nvPr/>
        </p:nvSpPr>
        <p:spPr bwMode="auto">
          <a:xfrm>
            <a:off x="2752726" y="2472854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" name="Line 138"/>
          <p:cNvSpPr>
            <a:spLocks noChangeShapeType="1"/>
          </p:cNvSpPr>
          <p:nvPr/>
        </p:nvSpPr>
        <p:spPr bwMode="auto">
          <a:xfrm>
            <a:off x="2752725" y="2472854"/>
            <a:ext cx="1588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" name="Rectangle 139"/>
          <p:cNvSpPr>
            <a:spLocks noChangeArrowheads="1"/>
          </p:cNvSpPr>
          <p:nvPr/>
        </p:nvSpPr>
        <p:spPr bwMode="auto">
          <a:xfrm>
            <a:off x="4867276" y="2472854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5" name="Line 140"/>
          <p:cNvSpPr>
            <a:spLocks noChangeShapeType="1"/>
          </p:cNvSpPr>
          <p:nvPr/>
        </p:nvSpPr>
        <p:spPr bwMode="auto">
          <a:xfrm>
            <a:off x="4867275" y="2472854"/>
            <a:ext cx="1588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46" name="Group 141"/>
          <p:cNvGrpSpPr>
            <a:grpSpLocks/>
          </p:cNvGrpSpPr>
          <p:nvPr/>
        </p:nvGrpSpPr>
        <p:grpSpPr bwMode="auto">
          <a:xfrm>
            <a:off x="1265240" y="2791555"/>
            <a:ext cx="1249363" cy="431006"/>
            <a:chOff x="1286" y="2250"/>
            <a:chExt cx="787" cy="362"/>
          </a:xfrm>
        </p:grpSpPr>
        <p:sp>
          <p:nvSpPr>
            <p:cNvPr id="147" name="Line 142"/>
            <p:cNvSpPr>
              <a:spLocks noChangeShapeType="1"/>
            </p:cNvSpPr>
            <p:nvPr/>
          </p:nvSpPr>
          <p:spPr bwMode="auto">
            <a:xfrm>
              <a:off x="1418" y="2350"/>
              <a:ext cx="1" cy="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8" name="Rectangle 143"/>
            <p:cNvSpPr>
              <a:spLocks noChangeArrowheads="1"/>
            </p:cNvSpPr>
            <p:nvPr/>
          </p:nvSpPr>
          <p:spPr bwMode="auto">
            <a:xfrm>
              <a:off x="1286" y="2250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 altLang="en-US"/>
            </a:p>
          </p:txBody>
        </p:sp>
        <p:sp>
          <p:nvSpPr>
            <p:cNvPr id="149" name="Rectangle 144"/>
            <p:cNvSpPr>
              <a:spLocks noChangeArrowheads="1"/>
            </p:cNvSpPr>
            <p:nvPr/>
          </p:nvSpPr>
          <p:spPr bwMode="auto">
            <a:xfrm>
              <a:off x="1964" y="2250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 altLang="en-US"/>
            </a:p>
          </p:txBody>
        </p:sp>
        <p:sp>
          <p:nvSpPr>
            <p:cNvPr id="150" name="Rectangle 145"/>
            <p:cNvSpPr>
              <a:spLocks noChangeArrowheads="1"/>
            </p:cNvSpPr>
            <p:nvPr/>
          </p:nvSpPr>
          <p:spPr bwMode="auto">
            <a:xfrm>
              <a:off x="1894" y="2344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/>
            </a:p>
          </p:txBody>
        </p:sp>
        <p:sp>
          <p:nvSpPr>
            <p:cNvPr id="151" name="Rectangle 146"/>
            <p:cNvSpPr>
              <a:spLocks noChangeArrowheads="1"/>
            </p:cNvSpPr>
            <p:nvPr/>
          </p:nvSpPr>
          <p:spPr bwMode="auto">
            <a:xfrm>
              <a:off x="1674" y="2344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152" name="Rectangle 147"/>
            <p:cNvSpPr>
              <a:spLocks noChangeArrowheads="1"/>
            </p:cNvSpPr>
            <p:nvPr/>
          </p:nvSpPr>
          <p:spPr bwMode="auto">
            <a:xfrm>
              <a:off x="1434" y="2344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153" name="Rectangle 148"/>
            <p:cNvSpPr>
              <a:spLocks noChangeArrowheads="1"/>
            </p:cNvSpPr>
            <p:nvPr/>
          </p:nvSpPr>
          <p:spPr bwMode="auto">
            <a:xfrm>
              <a:off x="1341" y="2344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154" name="Rectangle 149"/>
            <p:cNvSpPr>
              <a:spLocks noChangeArrowheads="1"/>
            </p:cNvSpPr>
            <p:nvPr/>
          </p:nvSpPr>
          <p:spPr bwMode="auto">
            <a:xfrm>
              <a:off x="1779" y="2328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 altLang="en-US"/>
            </a:p>
          </p:txBody>
        </p:sp>
        <p:sp>
          <p:nvSpPr>
            <p:cNvPr id="155" name="Rectangle 150"/>
            <p:cNvSpPr>
              <a:spLocks noChangeArrowheads="1"/>
            </p:cNvSpPr>
            <p:nvPr/>
          </p:nvSpPr>
          <p:spPr bwMode="auto">
            <a:xfrm>
              <a:off x="1547" y="2328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£</a:t>
              </a:r>
              <a:endParaRPr lang="en-US" altLang="en-US"/>
            </a:p>
          </p:txBody>
        </p:sp>
      </p:grpSp>
      <p:sp>
        <p:nvSpPr>
          <p:cNvPr id="156" name="Rectangle 151"/>
          <p:cNvSpPr>
            <a:spLocks noChangeArrowheads="1"/>
          </p:cNvSpPr>
          <p:nvPr/>
        </p:nvSpPr>
        <p:spPr bwMode="auto">
          <a:xfrm>
            <a:off x="2454275" y="2980061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grpSp>
        <p:nvGrpSpPr>
          <p:cNvPr id="157" name="Group 152"/>
          <p:cNvGrpSpPr>
            <a:grpSpLocks/>
          </p:cNvGrpSpPr>
          <p:nvPr/>
        </p:nvGrpSpPr>
        <p:grpSpPr bwMode="auto">
          <a:xfrm>
            <a:off x="3471860" y="2818939"/>
            <a:ext cx="498474" cy="384572"/>
            <a:chOff x="2575" y="2259"/>
            <a:chExt cx="314" cy="323"/>
          </a:xfrm>
        </p:grpSpPr>
        <p:sp>
          <p:nvSpPr>
            <p:cNvPr id="158" name="Rectangle 153"/>
            <p:cNvSpPr>
              <a:spLocks noChangeArrowheads="1"/>
            </p:cNvSpPr>
            <p:nvPr/>
          </p:nvSpPr>
          <p:spPr bwMode="auto">
            <a:xfrm>
              <a:off x="2575" y="2259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[</a:t>
              </a:r>
              <a:endParaRPr lang="en-US" altLang="en-US"/>
            </a:p>
          </p:txBody>
        </p:sp>
        <p:sp>
          <p:nvSpPr>
            <p:cNvPr id="159" name="Rectangle 154"/>
            <p:cNvSpPr>
              <a:spLocks noChangeArrowheads="1"/>
            </p:cNvSpPr>
            <p:nvPr/>
          </p:nvSpPr>
          <p:spPr bwMode="auto">
            <a:xfrm>
              <a:off x="2821" y="2259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]</a:t>
              </a:r>
              <a:endParaRPr lang="en-US" altLang="en-US"/>
            </a:p>
          </p:txBody>
        </p:sp>
        <p:sp>
          <p:nvSpPr>
            <p:cNvPr id="160" name="Rectangle 155"/>
            <p:cNvSpPr>
              <a:spLocks noChangeArrowheads="1"/>
            </p:cNvSpPr>
            <p:nvPr/>
          </p:nvSpPr>
          <p:spPr bwMode="auto">
            <a:xfrm>
              <a:off x="2743" y="2331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/>
            </a:p>
          </p:txBody>
        </p:sp>
        <p:sp>
          <p:nvSpPr>
            <p:cNvPr id="161" name="Rectangle 156"/>
            <p:cNvSpPr>
              <a:spLocks noChangeArrowheads="1"/>
            </p:cNvSpPr>
            <p:nvPr/>
          </p:nvSpPr>
          <p:spPr bwMode="auto">
            <a:xfrm>
              <a:off x="2616" y="2331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endParaRPr lang="en-US" altLang="en-US"/>
            </a:p>
          </p:txBody>
        </p:sp>
        <p:sp>
          <p:nvSpPr>
            <p:cNvPr id="162" name="Rectangle 157"/>
            <p:cNvSpPr>
              <a:spLocks noChangeArrowheads="1"/>
            </p:cNvSpPr>
            <p:nvPr/>
          </p:nvSpPr>
          <p:spPr bwMode="auto">
            <a:xfrm>
              <a:off x="2692" y="2331"/>
              <a:ext cx="3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 altLang="en-US"/>
            </a:p>
          </p:txBody>
        </p:sp>
      </p:grpSp>
      <p:sp>
        <p:nvSpPr>
          <p:cNvPr id="163" name="Rectangle 158"/>
          <p:cNvSpPr>
            <a:spLocks noChangeArrowheads="1"/>
          </p:cNvSpPr>
          <p:nvPr/>
        </p:nvSpPr>
        <p:spPr bwMode="auto">
          <a:xfrm>
            <a:off x="3952876" y="2981251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164" name="Rectangle 159"/>
          <p:cNvSpPr>
            <a:spLocks noChangeArrowheads="1"/>
          </p:cNvSpPr>
          <p:nvPr/>
        </p:nvSpPr>
        <p:spPr bwMode="auto">
          <a:xfrm>
            <a:off x="709614" y="2862189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5" name="Line 160"/>
          <p:cNvSpPr>
            <a:spLocks noChangeShapeType="1"/>
          </p:cNvSpPr>
          <p:nvPr/>
        </p:nvSpPr>
        <p:spPr bwMode="auto">
          <a:xfrm>
            <a:off x="709614" y="2862188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6" name="Line 161"/>
          <p:cNvSpPr>
            <a:spLocks noChangeShapeType="1"/>
          </p:cNvSpPr>
          <p:nvPr/>
        </p:nvSpPr>
        <p:spPr bwMode="auto">
          <a:xfrm>
            <a:off x="709614" y="2862189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7" name="Rectangle 162"/>
          <p:cNvSpPr>
            <a:spLocks noChangeArrowheads="1"/>
          </p:cNvSpPr>
          <p:nvPr/>
        </p:nvSpPr>
        <p:spPr bwMode="auto">
          <a:xfrm>
            <a:off x="719139" y="2862189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8" name="Line 163"/>
          <p:cNvSpPr>
            <a:spLocks noChangeShapeType="1"/>
          </p:cNvSpPr>
          <p:nvPr/>
        </p:nvSpPr>
        <p:spPr bwMode="auto">
          <a:xfrm>
            <a:off x="719139" y="2862188"/>
            <a:ext cx="2033587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9" name="Rectangle 164"/>
          <p:cNvSpPr>
            <a:spLocks noChangeArrowheads="1"/>
          </p:cNvSpPr>
          <p:nvPr/>
        </p:nvSpPr>
        <p:spPr bwMode="auto">
          <a:xfrm>
            <a:off x="2752726" y="2862189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0" name="Line 165"/>
          <p:cNvSpPr>
            <a:spLocks noChangeShapeType="1"/>
          </p:cNvSpPr>
          <p:nvPr/>
        </p:nvSpPr>
        <p:spPr bwMode="auto">
          <a:xfrm>
            <a:off x="2752726" y="2862188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1" name="Line 166"/>
          <p:cNvSpPr>
            <a:spLocks noChangeShapeType="1"/>
          </p:cNvSpPr>
          <p:nvPr/>
        </p:nvSpPr>
        <p:spPr bwMode="auto">
          <a:xfrm>
            <a:off x="2752725" y="2862189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2" name="Rectangle 167"/>
          <p:cNvSpPr>
            <a:spLocks noChangeArrowheads="1"/>
          </p:cNvSpPr>
          <p:nvPr/>
        </p:nvSpPr>
        <p:spPr bwMode="auto">
          <a:xfrm>
            <a:off x="2762251" y="2862189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3" name="Line 168"/>
          <p:cNvSpPr>
            <a:spLocks noChangeShapeType="1"/>
          </p:cNvSpPr>
          <p:nvPr/>
        </p:nvSpPr>
        <p:spPr bwMode="auto">
          <a:xfrm>
            <a:off x="2762251" y="2862188"/>
            <a:ext cx="21050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" name="Rectangle 169"/>
          <p:cNvSpPr>
            <a:spLocks noChangeArrowheads="1"/>
          </p:cNvSpPr>
          <p:nvPr/>
        </p:nvSpPr>
        <p:spPr bwMode="auto">
          <a:xfrm>
            <a:off x="4867276" y="2862189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5" name="Line 170"/>
          <p:cNvSpPr>
            <a:spLocks noChangeShapeType="1"/>
          </p:cNvSpPr>
          <p:nvPr/>
        </p:nvSpPr>
        <p:spPr bwMode="auto">
          <a:xfrm>
            <a:off x="4867276" y="2862188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6" name="Line 171"/>
          <p:cNvSpPr>
            <a:spLocks noChangeShapeType="1"/>
          </p:cNvSpPr>
          <p:nvPr/>
        </p:nvSpPr>
        <p:spPr bwMode="auto">
          <a:xfrm>
            <a:off x="4867275" y="2862189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Rectangle 172"/>
          <p:cNvSpPr>
            <a:spLocks noChangeArrowheads="1"/>
          </p:cNvSpPr>
          <p:nvPr/>
        </p:nvSpPr>
        <p:spPr bwMode="auto">
          <a:xfrm>
            <a:off x="709614" y="2869332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8" name="Line 173"/>
          <p:cNvSpPr>
            <a:spLocks noChangeShapeType="1"/>
          </p:cNvSpPr>
          <p:nvPr/>
        </p:nvSpPr>
        <p:spPr bwMode="auto">
          <a:xfrm>
            <a:off x="709614" y="2869332"/>
            <a:ext cx="1587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Rectangle 174"/>
          <p:cNvSpPr>
            <a:spLocks noChangeArrowheads="1"/>
          </p:cNvSpPr>
          <p:nvPr/>
        </p:nvSpPr>
        <p:spPr bwMode="auto">
          <a:xfrm>
            <a:off x="2752726" y="2869332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0" name="Line 175"/>
          <p:cNvSpPr>
            <a:spLocks noChangeShapeType="1"/>
          </p:cNvSpPr>
          <p:nvPr/>
        </p:nvSpPr>
        <p:spPr bwMode="auto">
          <a:xfrm>
            <a:off x="2752725" y="2869332"/>
            <a:ext cx="1588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1" name="Rectangle 176"/>
          <p:cNvSpPr>
            <a:spLocks noChangeArrowheads="1"/>
          </p:cNvSpPr>
          <p:nvPr/>
        </p:nvSpPr>
        <p:spPr bwMode="auto">
          <a:xfrm>
            <a:off x="4867276" y="2869332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2" name="Line 177"/>
          <p:cNvSpPr>
            <a:spLocks noChangeShapeType="1"/>
          </p:cNvSpPr>
          <p:nvPr/>
        </p:nvSpPr>
        <p:spPr bwMode="auto">
          <a:xfrm>
            <a:off x="4867275" y="2869332"/>
            <a:ext cx="1588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3" name="Group 178"/>
          <p:cNvGrpSpPr>
            <a:grpSpLocks/>
          </p:cNvGrpSpPr>
          <p:nvPr/>
        </p:nvGrpSpPr>
        <p:grpSpPr bwMode="auto">
          <a:xfrm>
            <a:off x="1265238" y="3186847"/>
            <a:ext cx="879474" cy="431007"/>
            <a:chOff x="1286" y="2582"/>
            <a:chExt cx="554" cy="362"/>
          </a:xfrm>
        </p:grpSpPr>
        <p:sp>
          <p:nvSpPr>
            <p:cNvPr id="184" name="Line 179"/>
            <p:cNvSpPr>
              <a:spLocks noChangeShapeType="1"/>
            </p:cNvSpPr>
            <p:nvPr/>
          </p:nvSpPr>
          <p:spPr bwMode="auto">
            <a:xfrm>
              <a:off x="1418" y="2682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Rectangle 180"/>
            <p:cNvSpPr>
              <a:spLocks noChangeArrowheads="1"/>
            </p:cNvSpPr>
            <p:nvPr/>
          </p:nvSpPr>
          <p:spPr bwMode="auto">
            <a:xfrm>
              <a:off x="1286" y="2582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 altLang="en-US"/>
            </a:p>
          </p:txBody>
        </p:sp>
        <p:sp>
          <p:nvSpPr>
            <p:cNvPr id="186" name="Rectangle 181"/>
            <p:cNvSpPr>
              <a:spLocks noChangeArrowheads="1"/>
            </p:cNvSpPr>
            <p:nvPr/>
          </p:nvSpPr>
          <p:spPr bwMode="auto">
            <a:xfrm>
              <a:off x="1731" y="2582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 altLang="en-US"/>
            </a:p>
          </p:txBody>
        </p:sp>
        <p:sp>
          <p:nvSpPr>
            <p:cNvPr id="187" name="Rectangle 182"/>
            <p:cNvSpPr>
              <a:spLocks noChangeArrowheads="1"/>
            </p:cNvSpPr>
            <p:nvPr/>
          </p:nvSpPr>
          <p:spPr bwMode="auto">
            <a:xfrm>
              <a:off x="1661" y="2676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/>
            </a:p>
          </p:txBody>
        </p:sp>
        <p:sp>
          <p:nvSpPr>
            <p:cNvPr id="188" name="Rectangle 183"/>
            <p:cNvSpPr>
              <a:spLocks noChangeArrowheads="1"/>
            </p:cNvSpPr>
            <p:nvPr/>
          </p:nvSpPr>
          <p:spPr bwMode="auto">
            <a:xfrm>
              <a:off x="1440" y="2676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189" name="Rectangle 184"/>
            <p:cNvSpPr>
              <a:spLocks noChangeArrowheads="1"/>
            </p:cNvSpPr>
            <p:nvPr/>
          </p:nvSpPr>
          <p:spPr bwMode="auto">
            <a:xfrm>
              <a:off x="1341" y="2676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190" name="Rectangle 185"/>
            <p:cNvSpPr>
              <a:spLocks noChangeArrowheads="1"/>
            </p:cNvSpPr>
            <p:nvPr/>
          </p:nvSpPr>
          <p:spPr bwMode="auto">
            <a:xfrm>
              <a:off x="1546" y="2660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dirty="0">
                  <a:solidFill>
                    <a:srgbClr val="000000"/>
                  </a:solidFill>
                  <a:latin typeface="Symbol" pitchFamily="18" charset="2"/>
                </a:rPr>
                <a:t>&gt;</a:t>
              </a:r>
              <a:endParaRPr lang="en-US" altLang="en-US" dirty="0"/>
            </a:p>
          </p:txBody>
        </p:sp>
      </p:grpSp>
      <p:sp>
        <p:nvSpPr>
          <p:cNvPr id="191" name="Rectangle 186"/>
          <p:cNvSpPr>
            <a:spLocks noChangeArrowheads="1"/>
          </p:cNvSpPr>
          <p:nvPr/>
        </p:nvSpPr>
        <p:spPr bwMode="auto">
          <a:xfrm>
            <a:off x="2079626" y="3376539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grpSp>
        <p:nvGrpSpPr>
          <p:cNvPr id="192" name="Group 187"/>
          <p:cNvGrpSpPr>
            <a:grpSpLocks/>
          </p:cNvGrpSpPr>
          <p:nvPr/>
        </p:nvGrpSpPr>
        <p:grpSpPr bwMode="auto">
          <a:xfrm>
            <a:off x="3476630" y="3222562"/>
            <a:ext cx="550863" cy="371475"/>
            <a:chOff x="2578" y="2598"/>
            <a:chExt cx="347" cy="312"/>
          </a:xfrm>
        </p:grpSpPr>
        <p:sp>
          <p:nvSpPr>
            <p:cNvPr id="193" name="Rectangle 188"/>
            <p:cNvSpPr>
              <a:spLocks noChangeArrowheads="1"/>
            </p:cNvSpPr>
            <p:nvPr/>
          </p:nvSpPr>
          <p:spPr bwMode="auto">
            <a:xfrm>
              <a:off x="2578" y="2598"/>
              <a:ext cx="6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400">
                  <a:solidFill>
                    <a:srgbClr val="000000"/>
                  </a:solidFill>
                  <a:latin typeface="Symbol" pitchFamily="18" charset="2"/>
                </a:rPr>
                <a:t>(</a:t>
              </a:r>
              <a:endParaRPr lang="en-US" altLang="en-US"/>
            </a:p>
          </p:txBody>
        </p:sp>
        <p:sp>
          <p:nvSpPr>
            <p:cNvPr id="194" name="Rectangle 189"/>
            <p:cNvSpPr>
              <a:spLocks noChangeArrowheads="1"/>
            </p:cNvSpPr>
            <p:nvPr/>
          </p:nvSpPr>
          <p:spPr bwMode="auto">
            <a:xfrm>
              <a:off x="2860" y="2598"/>
              <a:ext cx="6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4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 altLang="en-US"/>
            </a:p>
          </p:txBody>
        </p:sp>
        <p:sp>
          <p:nvSpPr>
            <p:cNvPr id="195" name="Rectangle 190"/>
            <p:cNvSpPr>
              <a:spLocks noChangeArrowheads="1"/>
            </p:cNvSpPr>
            <p:nvPr/>
          </p:nvSpPr>
          <p:spPr bwMode="auto">
            <a:xfrm>
              <a:off x="2747" y="2648"/>
              <a:ext cx="10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altLang="en-US"/>
            </a:p>
          </p:txBody>
        </p:sp>
        <p:sp>
          <p:nvSpPr>
            <p:cNvPr id="196" name="Rectangle 191"/>
            <p:cNvSpPr>
              <a:spLocks noChangeArrowheads="1"/>
            </p:cNvSpPr>
            <p:nvPr/>
          </p:nvSpPr>
          <p:spPr bwMode="auto">
            <a:xfrm>
              <a:off x="2694" y="2664"/>
              <a:ext cx="3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 altLang="en-US"/>
            </a:p>
          </p:txBody>
        </p:sp>
        <p:sp>
          <p:nvSpPr>
            <p:cNvPr id="197" name="Rectangle 192"/>
            <p:cNvSpPr>
              <a:spLocks noChangeArrowheads="1"/>
            </p:cNvSpPr>
            <p:nvPr/>
          </p:nvSpPr>
          <p:spPr bwMode="auto">
            <a:xfrm>
              <a:off x="2620" y="2664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/>
            </a:p>
          </p:txBody>
        </p:sp>
      </p:grpSp>
      <p:sp>
        <p:nvSpPr>
          <p:cNvPr id="198" name="Rectangle 193"/>
          <p:cNvSpPr>
            <a:spLocks noChangeArrowheads="1"/>
          </p:cNvSpPr>
          <p:nvPr/>
        </p:nvSpPr>
        <p:spPr bwMode="auto">
          <a:xfrm>
            <a:off x="4030664" y="3377730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199" name="Rectangle 194"/>
          <p:cNvSpPr>
            <a:spLocks noChangeArrowheads="1"/>
          </p:cNvSpPr>
          <p:nvPr/>
        </p:nvSpPr>
        <p:spPr bwMode="auto">
          <a:xfrm>
            <a:off x="709614" y="3258667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0" name="Line 195"/>
          <p:cNvSpPr>
            <a:spLocks noChangeShapeType="1"/>
          </p:cNvSpPr>
          <p:nvPr/>
        </p:nvSpPr>
        <p:spPr bwMode="auto">
          <a:xfrm>
            <a:off x="709614" y="3258667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1" name="Line 196"/>
          <p:cNvSpPr>
            <a:spLocks noChangeShapeType="1"/>
          </p:cNvSpPr>
          <p:nvPr/>
        </p:nvSpPr>
        <p:spPr bwMode="auto">
          <a:xfrm>
            <a:off x="709614" y="3258667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Rectangle 197"/>
          <p:cNvSpPr>
            <a:spLocks noChangeArrowheads="1"/>
          </p:cNvSpPr>
          <p:nvPr/>
        </p:nvSpPr>
        <p:spPr bwMode="auto">
          <a:xfrm>
            <a:off x="719139" y="3258667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3" name="Line 198"/>
          <p:cNvSpPr>
            <a:spLocks noChangeShapeType="1"/>
          </p:cNvSpPr>
          <p:nvPr/>
        </p:nvSpPr>
        <p:spPr bwMode="auto">
          <a:xfrm>
            <a:off x="719139" y="3258667"/>
            <a:ext cx="203358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4" name="Rectangle 199"/>
          <p:cNvSpPr>
            <a:spLocks noChangeArrowheads="1"/>
          </p:cNvSpPr>
          <p:nvPr/>
        </p:nvSpPr>
        <p:spPr bwMode="auto">
          <a:xfrm>
            <a:off x="2752726" y="3258667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5" name="Line 200"/>
          <p:cNvSpPr>
            <a:spLocks noChangeShapeType="1"/>
          </p:cNvSpPr>
          <p:nvPr/>
        </p:nvSpPr>
        <p:spPr bwMode="auto">
          <a:xfrm>
            <a:off x="2752726" y="3258667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6" name="Line 201"/>
          <p:cNvSpPr>
            <a:spLocks noChangeShapeType="1"/>
          </p:cNvSpPr>
          <p:nvPr/>
        </p:nvSpPr>
        <p:spPr bwMode="auto">
          <a:xfrm>
            <a:off x="2752725" y="3258667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7" name="Rectangle 202"/>
          <p:cNvSpPr>
            <a:spLocks noChangeArrowheads="1"/>
          </p:cNvSpPr>
          <p:nvPr/>
        </p:nvSpPr>
        <p:spPr bwMode="auto">
          <a:xfrm>
            <a:off x="2762251" y="3258667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8" name="Line 203"/>
          <p:cNvSpPr>
            <a:spLocks noChangeShapeType="1"/>
          </p:cNvSpPr>
          <p:nvPr/>
        </p:nvSpPr>
        <p:spPr bwMode="auto">
          <a:xfrm>
            <a:off x="2762251" y="3258667"/>
            <a:ext cx="21050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9" name="Rectangle 204"/>
          <p:cNvSpPr>
            <a:spLocks noChangeArrowheads="1"/>
          </p:cNvSpPr>
          <p:nvPr/>
        </p:nvSpPr>
        <p:spPr bwMode="auto">
          <a:xfrm>
            <a:off x="4867276" y="3258667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0" name="Line 205"/>
          <p:cNvSpPr>
            <a:spLocks noChangeShapeType="1"/>
          </p:cNvSpPr>
          <p:nvPr/>
        </p:nvSpPr>
        <p:spPr bwMode="auto">
          <a:xfrm>
            <a:off x="4867276" y="3258667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1" name="Line 206"/>
          <p:cNvSpPr>
            <a:spLocks noChangeShapeType="1"/>
          </p:cNvSpPr>
          <p:nvPr/>
        </p:nvSpPr>
        <p:spPr bwMode="auto">
          <a:xfrm>
            <a:off x="4867275" y="3258667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2" name="Rectangle 207"/>
          <p:cNvSpPr>
            <a:spLocks noChangeArrowheads="1"/>
          </p:cNvSpPr>
          <p:nvPr/>
        </p:nvSpPr>
        <p:spPr bwMode="auto">
          <a:xfrm>
            <a:off x="709614" y="3265811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3" name="Line 208"/>
          <p:cNvSpPr>
            <a:spLocks noChangeShapeType="1"/>
          </p:cNvSpPr>
          <p:nvPr/>
        </p:nvSpPr>
        <p:spPr bwMode="auto">
          <a:xfrm>
            <a:off x="709614" y="3265811"/>
            <a:ext cx="1587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4" name="Rectangle 209"/>
          <p:cNvSpPr>
            <a:spLocks noChangeArrowheads="1"/>
          </p:cNvSpPr>
          <p:nvPr/>
        </p:nvSpPr>
        <p:spPr bwMode="auto">
          <a:xfrm>
            <a:off x="2752726" y="3265811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5" name="Line 210"/>
          <p:cNvSpPr>
            <a:spLocks noChangeShapeType="1"/>
          </p:cNvSpPr>
          <p:nvPr/>
        </p:nvSpPr>
        <p:spPr bwMode="auto">
          <a:xfrm>
            <a:off x="2752725" y="3265811"/>
            <a:ext cx="1588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6" name="Rectangle 211"/>
          <p:cNvSpPr>
            <a:spLocks noChangeArrowheads="1"/>
          </p:cNvSpPr>
          <p:nvPr/>
        </p:nvSpPr>
        <p:spPr bwMode="auto">
          <a:xfrm>
            <a:off x="4867276" y="3265811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7" name="Line 212"/>
          <p:cNvSpPr>
            <a:spLocks noChangeShapeType="1"/>
          </p:cNvSpPr>
          <p:nvPr/>
        </p:nvSpPr>
        <p:spPr bwMode="auto">
          <a:xfrm>
            <a:off x="4867275" y="3265811"/>
            <a:ext cx="1588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8" name="Group 213"/>
          <p:cNvGrpSpPr>
            <a:grpSpLocks/>
          </p:cNvGrpSpPr>
          <p:nvPr/>
        </p:nvGrpSpPr>
        <p:grpSpPr bwMode="auto">
          <a:xfrm>
            <a:off x="1265237" y="3583324"/>
            <a:ext cx="876299" cy="431007"/>
            <a:chOff x="1286" y="2915"/>
            <a:chExt cx="552" cy="362"/>
          </a:xfrm>
        </p:grpSpPr>
        <p:sp>
          <p:nvSpPr>
            <p:cNvPr id="219" name="Line 214"/>
            <p:cNvSpPr>
              <a:spLocks noChangeShapeType="1"/>
            </p:cNvSpPr>
            <p:nvPr/>
          </p:nvSpPr>
          <p:spPr bwMode="auto">
            <a:xfrm>
              <a:off x="1418" y="3015"/>
              <a:ext cx="1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" name="Rectangle 215"/>
            <p:cNvSpPr>
              <a:spLocks noChangeArrowheads="1"/>
            </p:cNvSpPr>
            <p:nvPr/>
          </p:nvSpPr>
          <p:spPr bwMode="auto">
            <a:xfrm>
              <a:off x="1286" y="2915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 altLang="en-US"/>
            </a:p>
          </p:txBody>
        </p:sp>
        <p:sp>
          <p:nvSpPr>
            <p:cNvPr id="221" name="Rectangle 216"/>
            <p:cNvSpPr>
              <a:spLocks noChangeArrowheads="1"/>
            </p:cNvSpPr>
            <p:nvPr/>
          </p:nvSpPr>
          <p:spPr bwMode="auto">
            <a:xfrm>
              <a:off x="1729" y="2915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 altLang="en-US"/>
            </a:p>
          </p:txBody>
        </p:sp>
        <p:sp>
          <p:nvSpPr>
            <p:cNvPr id="222" name="Rectangle 217"/>
            <p:cNvSpPr>
              <a:spLocks noChangeArrowheads="1"/>
            </p:cNvSpPr>
            <p:nvPr/>
          </p:nvSpPr>
          <p:spPr bwMode="auto">
            <a:xfrm>
              <a:off x="1659" y="3009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/>
            </a:p>
          </p:txBody>
        </p:sp>
        <p:sp>
          <p:nvSpPr>
            <p:cNvPr id="223" name="Rectangle 218"/>
            <p:cNvSpPr>
              <a:spLocks noChangeArrowheads="1"/>
            </p:cNvSpPr>
            <p:nvPr/>
          </p:nvSpPr>
          <p:spPr bwMode="auto">
            <a:xfrm>
              <a:off x="1440" y="3009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224" name="Rectangle 219"/>
            <p:cNvSpPr>
              <a:spLocks noChangeArrowheads="1"/>
            </p:cNvSpPr>
            <p:nvPr/>
          </p:nvSpPr>
          <p:spPr bwMode="auto">
            <a:xfrm>
              <a:off x="1341" y="3009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225" name="Rectangle 220"/>
            <p:cNvSpPr>
              <a:spLocks noChangeArrowheads="1"/>
            </p:cNvSpPr>
            <p:nvPr/>
          </p:nvSpPr>
          <p:spPr bwMode="auto">
            <a:xfrm>
              <a:off x="1544" y="2992"/>
              <a:ext cx="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³</a:t>
              </a:r>
              <a:endParaRPr lang="en-US" altLang="en-US"/>
            </a:p>
          </p:txBody>
        </p:sp>
      </p:grpSp>
      <p:sp>
        <p:nvSpPr>
          <p:cNvPr id="226" name="Rectangle 221"/>
          <p:cNvSpPr>
            <a:spLocks noChangeArrowheads="1"/>
          </p:cNvSpPr>
          <p:nvPr/>
        </p:nvSpPr>
        <p:spPr bwMode="auto">
          <a:xfrm>
            <a:off x="2079626" y="3773017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grpSp>
        <p:nvGrpSpPr>
          <p:cNvPr id="227" name="Group 222"/>
          <p:cNvGrpSpPr>
            <a:grpSpLocks/>
          </p:cNvGrpSpPr>
          <p:nvPr/>
        </p:nvGrpSpPr>
        <p:grpSpPr bwMode="auto">
          <a:xfrm>
            <a:off x="3471867" y="3609516"/>
            <a:ext cx="547688" cy="394097"/>
            <a:chOff x="2575" y="2923"/>
            <a:chExt cx="345" cy="331"/>
          </a:xfrm>
        </p:grpSpPr>
        <p:sp>
          <p:nvSpPr>
            <p:cNvPr id="228" name="Rectangle 223"/>
            <p:cNvSpPr>
              <a:spLocks noChangeArrowheads="1"/>
            </p:cNvSpPr>
            <p:nvPr/>
          </p:nvSpPr>
          <p:spPr bwMode="auto">
            <a:xfrm>
              <a:off x="2575" y="2923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[</a:t>
              </a:r>
              <a:endParaRPr lang="en-US" altLang="en-US"/>
            </a:p>
          </p:txBody>
        </p:sp>
        <p:sp>
          <p:nvSpPr>
            <p:cNvPr id="229" name="Rectangle 224"/>
            <p:cNvSpPr>
              <a:spLocks noChangeArrowheads="1"/>
            </p:cNvSpPr>
            <p:nvPr/>
          </p:nvSpPr>
          <p:spPr bwMode="auto">
            <a:xfrm>
              <a:off x="2852" y="2931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 altLang="en-US"/>
            </a:p>
          </p:txBody>
        </p:sp>
        <p:sp>
          <p:nvSpPr>
            <p:cNvPr id="230" name="Rectangle 225"/>
            <p:cNvSpPr>
              <a:spLocks noChangeArrowheads="1"/>
            </p:cNvSpPr>
            <p:nvPr/>
          </p:nvSpPr>
          <p:spPr bwMode="auto">
            <a:xfrm>
              <a:off x="2739" y="2981"/>
              <a:ext cx="10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dirty="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altLang="en-US" dirty="0"/>
            </a:p>
          </p:txBody>
        </p:sp>
        <p:sp>
          <p:nvSpPr>
            <p:cNvPr id="231" name="Rectangle 226"/>
            <p:cNvSpPr>
              <a:spLocks noChangeArrowheads="1"/>
            </p:cNvSpPr>
            <p:nvPr/>
          </p:nvSpPr>
          <p:spPr bwMode="auto">
            <a:xfrm>
              <a:off x="2685" y="2997"/>
              <a:ext cx="3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 altLang="en-US"/>
            </a:p>
          </p:txBody>
        </p:sp>
        <p:sp>
          <p:nvSpPr>
            <p:cNvPr id="232" name="Rectangle 227"/>
            <p:cNvSpPr>
              <a:spLocks noChangeArrowheads="1"/>
            </p:cNvSpPr>
            <p:nvPr/>
          </p:nvSpPr>
          <p:spPr bwMode="auto">
            <a:xfrm>
              <a:off x="2611" y="2997"/>
              <a:ext cx="77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endParaRPr lang="en-US" altLang="en-US" dirty="0"/>
            </a:p>
          </p:txBody>
        </p:sp>
      </p:grpSp>
      <p:sp>
        <p:nvSpPr>
          <p:cNvPr id="233" name="Rectangle 228"/>
          <p:cNvSpPr>
            <a:spLocks noChangeArrowheads="1"/>
          </p:cNvSpPr>
          <p:nvPr/>
        </p:nvSpPr>
        <p:spPr bwMode="auto">
          <a:xfrm>
            <a:off x="4011614" y="3773017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234" name="Rectangle 229"/>
          <p:cNvSpPr>
            <a:spLocks noChangeArrowheads="1"/>
          </p:cNvSpPr>
          <p:nvPr/>
        </p:nvSpPr>
        <p:spPr bwMode="auto">
          <a:xfrm>
            <a:off x="709614" y="3655144"/>
            <a:ext cx="9525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" name="Line 230"/>
          <p:cNvSpPr>
            <a:spLocks noChangeShapeType="1"/>
          </p:cNvSpPr>
          <p:nvPr/>
        </p:nvSpPr>
        <p:spPr bwMode="auto">
          <a:xfrm>
            <a:off x="709614" y="3655145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" name="Line 231"/>
          <p:cNvSpPr>
            <a:spLocks noChangeShapeType="1"/>
          </p:cNvSpPr>
          <p:nvPr/>
        </p:nvSpPr>
        <p:spPr bwMode="auto">
          <a:xfrm>
            <a:off x="709614" y="3655144"/>
            <a:ext cx="1587" cy="595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7" name="Rectangle 232"/>
          <p:cNvSpPr>
            <a:spLocks noChangeArrowheads="1"/>
          </p:cNvSpPr>
          <p:nvPr/>
        </p:nvSpPr>
        <p:spPr bwMode="auto">
          <a:xfrm>
            <a:off x="719139" y="3655144"/>
            <a:ext cx="2033587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8" name="Line 233"/>
          <p:cNvSpPr>
            <a:spLocks noChangeShapeType="1"/>
          </p:cNvSpPr>
          <p:nvPr/>
        </p:nvSpPr>
        <p:spPr bwMode="auto">
          <a:xfrm>
            <a:off x="719139" y="3655145"/>
            <a:ext cx="2033587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9" name="Rectangle 234"/>
          <p:cNvSpPr>
            <a:spLocks noChangeArrowheads="1"/>
          </p:cNvSpPr>
          <p:nvPr/>
        </p:nvSpPr>
        <p:spPr bwMode="auto">
          <a:xfrm>
            <a:off x="2752726" y="3655144"/>
            <a:ext cx="9525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0" name="Line 235"/>
          <p:cNvSpPr>
            <a:spLocks noChangeShapeType="1"/>
          </p:cNvSpPr>
          <p:nvPr/>
        </p:nvSpPr>
        <p:spPr bwMode="auto">
          <a:xfrm>
            <a:off x="2752726" y="3655145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1" name="Line 236"/>
          <p:cNvSpPr>
            <a:spLocks noChangeShapeType="1"/>
          </p:cNvSpPr>
          <p:nvPr/>
        </p:nvSpPr>
        <p:spPr bwMode="auto">
          <a:xfrm>
            <a:off x="2752725" y="3655144"/>
            <a:ext cx="1588" cy="595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2" name="Rectangle 237"/>
          <p:cNvSpPr>
            <a:spLocks noChangeArrowheads="1"/>
          </p:cNvSpPr>
          <p:nvPr/>
        </p:nvSpPr>
        <p:spPr bwMode="auto">
          <a:xfrm>
            <a:off x="2762251" y="3655144"/>
            <a:ext cx="2105025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3" name="Line 238"/>
          <p:cNvSpPr>
            <a:spLocks noChangeShapeType="1"/>
          </p:cNvSpPr>
          <p:nvPr/>
        </p:nvSpPr>
        <p:spPr bwMode="auto">
          <a:xfrm>
            <a:off x="2762251" y="3655145"/>
            <a:ext cx="21050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4" name="Rectangle 239"/>
          <p:cNvSpPr>
            <a:spLocks noChangeArrowheads="1"/>
          </p:cNvSpPr>
          <p:nvPr/>
        </p:nvSpPr>
        <p:spPr bwMode="auto">
          <a:xfrm>
            <a:off x="4867276" y="3655144"/>
            <a:ext cx="9525" cy="595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" name="Line 240"/>
          <p:cNvSpPr>
            <a:spLocks noChangeShapeType="1"/>
          </p:cNvSpPr>
          <p:nvPr/>
        </p:nvSpPr>
        <p:spPr bwMode="auto">
          <a:xfrm>
            <a:off x="4867276" y="3655145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6" name="Line 241"/>
          <p:cNvSpPr>
            <a:spLocks noChangeShapeType="1"/>
          </p:cNvSpPr>
          <p:nvPr/>
        </p:nvSpPr>
        <p:spPr bwMode="auto">
          <a:xfrm>
            <a:off x="4867275" y="3655144"/>
            <a:ext cx="1588" cy="595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7" name="Rectangle 242"/>
          <p:cNvSpPr>
            <a:spLocks noChangeArrowheads="1"/>
          </p:cNvSpPr>
          <p:nvPr/>
        </p:nvSpPr>
        <p:spPr bwMode="auto">
          <a:xfrm>
            <a:off x="709614" y="3661098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8" name="Line 243"/>
          <p:cNvSpPr>
            <a:spLocks noChangeShapeType="1"/>
          </p:cNvSpPr>
          <p:nvPr/>
        </p:nvSpPr>
        <p:spPr bwMode="auto">
          <a:xfrm>
            <a:off x="709614" y="3661098"/>
            <a:ext cx="1587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9" name="Rectangle 244"/>
          <p:cNvSpPr>
            <a:spLocks noChangeArrowheads="1"/>
          </p:cNvSpPr>
          <p:nvPr/>
        </p:nvSpPr>
        <p:spPr bwMode="auto">
          <a:xfrm>
            <a:off x="2752726" y="3661098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0" name="Line 245"/>
          <p:cNvSpPr>
            <a:spLocks noChangeShapeType="1"/>
          </p:cNvSpPr>
          <p:nvPr/>
        </p:nvSpPr>
        <p:spPr bwMode="auto">
          <a:xfrm>
            <a:off x="2752725" y="3661098"/>
            <a:ext cx="1588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1" name="Rectangle 246"/>
          <p:cNvSpPr>
            <a:spLocks noChangeArrowheads="1"/>
          </p:cNvSpPr>
          <p:nvPr/>
        </p:nvSpPr>
        <p:spPr bwMode="auto">
          <a:xfrm>
            <a:off x="4867276" y="3661098"/>
            <a:ext cx="9525" cy="38933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2" name="Line 247"/>
          <p:cNvSpPr>
            <a:spLocks noChangeShapeType="1"/>
          </p:cNvSpPr>
          <p:nvPr/>
        </p:nvSpPr>
        <p:spPr bwMode="auto">
          <a:xfrm>
            <a:off x="4867275" y="3661098"/>
            <a:ext cx="1588" cy="38933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53" name="Group 248"/>
          <p:cNvGrpSpPr>
            <a:grpSpLocks/>
          </p:cNvGrpSpPr>
          <p:nvPr/>
        </p:nvGrpSpPr>
        <p:grpSpPr bwMode="auto">
          <a:xfrm>
            <a:off x="1265239" y="3979799"/>
            <a:ext cx="935038" cy="431006"/>
            <a:chOff x="1286" y="3248"/>
            <a:chExt cx="589" cy="362"/>
          </a:xfrm>
        </p:grpSpPr>
        <p:sp>
          <p:nvSpPr>
            <p:cNvPr id="254" name="Line 249"/>
            <p:cNvSpPr>
              <a:spLocks noChangeShapeType="1"/>
            </p:cNvSpPr>
            <p:nvPr/>
          </p:nvSpPr>
          <p:spPr bwMode="auto">
            <a:xfrm>
              <a:off x="1418" y="3348"/>
              <a:ext cx="1" cy="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5" name="Rectangle 250"/>
            <p:cNvSpPr>
              <a:spLocks noChangeArrowheads="1"/>
            </p:cNvSpPr>
            <p:nvPr/>
          </p:nvSpPr>
          <p:spPr bwMode="auto">
            <a:xfrm>
              <a:off x="1286" y="3248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{</a:t>
              </a:r>
              <a:endParaRPr lang="en-US" altLang="en-US"/>
            </a:p>
          </p:txBody>
        </p:sp>
        <p:sp>
          <p:nvSpPr>
            <p:cNvPr id="256" name="Rectangle 251"/>
            <p:cNvSpPr>
              <a:spLocks noChangeArrowheads="1"/>
            </p:cNvSpPr>
            <p:nvPr/>
          </p:nvSpPr>
          <p:spPr bwMode="auto">
            <a:xfrm>
              <a:off x="1766" y="3248"/>
              <a:ext cx="109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800">
                  <a:solidFill>
                    <a:srgbClr val="000000"/>
                  </a:solidFill>
                  <a:latin typeface="Symbol" pitchFamily="18" charset="2"/>
                </a:rPr>
                <a:t>}</a:t>
              </a:r>
              <a:endParaRPr lang="en-US" altLang="en-US"/>
            </a:p>
          </p:txBody>
        </p:sp>
        <p:sp>
          <p:nvSpPr>
            <p:cNvPr id="257" name="Rectangle 252"/>
            <p:cNvSpPr>
              <a:spLocks noChangeArrowheads="1"/>
            </p:cNvSpPr>
            <p:nvPr/>
          </p:nvSpPr>
          <p:spPr bwMode="auto">
            <a:xfrm>
              <a:off x="1654" y="3326"/>
              <a:ext cx="122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Â</a:t>
              </a:r>
              <a:endParaRPr lang="en-US" altLang="en-US"/>
            </a:p>
          </p:txBody>
        </p:sp>
        <p:sp>
          <p:nvSpPr>
            <p:cNvPr id="258" name="Rectangle 253"/>
            <p:cNvSpPr>
              <a:spLocks noChangeArrowheads="1"/>
            </p:cNvSpPr>
            <p:nvPr/>
          </p:nvSpPr>
          <p:spPr bwMode="auto">
            <a:xfrm>
              <a:off x="1530" y="3326"/>
              <a:ext cx="10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>
                  <a:solidFill>
                    <a:srgbClr val="000000"/>
                  </a:solidFill>
                  <a:latin typeface="Symbol" pitchFamily="18" charset="2"/>
                </a:rPr>
                <a:t>Î</a:t>
              </a:r>
              <a:endParaRPr lang="en-US" altLang="en-US"/>
            </a:p>
          </p:txBody>
        </p:sp>
        <p:sp>
          <p:nvSpPr>
            <p:cNvPr id="259" name="Rectangle 254"/>
            <p:cNvSpPr>
              <a:spLocks noChangeArrowheads="1"/>
            </p:cNvSpPr>
            <p:nvPr/>
          </p:nvSpPr>
          <p:spPr bwMode="auto">
            <a:xfrm>
              <a:off x="1440" y="3342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  <p:sp>
          <p:nvSpPr>
            <p:cNvPr id="260" name="Rectangle 255"/>
            <p:cNvSpPr>
              <a:spLocks noChangeArrowheads="1"/>
            </p:cNvSpPr>
            <p:nvPr/>
          </p:nvSpPr>
          <p:spPr bwMode="auto">
            <a:xfrm>
              <a:off x="1341" y="3342"/>
              <a:ext cx="6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i="1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endParaRPr lang="en-US" altLang="en-US"/>
            </a:p>
          </p:txBody>
        </p:sp>
      </p:grpSp>
      <p:sp>
        <p:nvSpPr>
          <p:cNvPr id="261" name="Rectangle 256"/>
          <p:cNvSpPr>
            <a:spLocks noChangeArrowheads="1"/>
          </p:cNvSpPr>
          <p:nvPr/>
        </p:nvSpPr>
        <p:spPr bwMode="auto">
          <a:xfrm>
            <a:off x="2138364" y="4168305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grpSp>
        <p:nvGrpSpPr>
          <p:cNvPr id="262" name="Group 257"/>
          <p:cNvGrpSpPr>
            <a:grpSpLocks/>
          </p:cNvGrpSpPr>
          <p:nvPr/>
        </p:nvGrpSpPr>
        <p:grpSpPr bwMode="auto">
          <a:xfrm>
            <a:off x="3271843" y="4015511"/>
            <a:ext cx="812801" cy="401239"/>
            <a:chOff x="2449" y="3264"/>
            <a:chExt cx="512" cy="337"/>
          </a:xfrm>
        </p:grpSpPr>
        <p:sp>
          <p:nvSpPr>
            <p:cNvPr id="263" name="Rectangle 258"/>
            <p:cNvSpPr>
              <a:spLocks noChangeArrowheads="1"/>
            </p:cNvSpPr>
            <p:nvPr/>
          </p:nvSpPr>
          <p:spPr bwMode="auto">
            <a:xfrm>
              <a:off x="2449" y="3278"/>
              <a:ext cx="179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 dirty="0">
                  <a:solidFill>
                    <a:srgbClr val="000000"/>
                  </a:solidFill>
                  <a:latin typeface="Symbol" pitchFamily="18" charset="2"/>
                </a:rPr>
                <a:t>(-</a:t>
              </a:r>
              <a:endParaRPr lang="en-US" altLang="en-US" dirty="0"/>
            </a:p>
          </p:txBody>
        </p:sp>
        <p:sp>
          <p:nvSpPr>
            <p:cNvPr id="264" name="Rectangle 259"/>
            <p:cNvSpPr>
              <a:spLocks noChangeArrowheads="1"/>
            </p:cNvSpPr>
            <p:nvPr/>
          </p:nvSpPr>
          <p:spPr bwMode="auto">
            <a:xfrm>
              <a:off x="2893" y="3264"/>
              <a:ext cx="68" cy="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2500" dirty="0">
                  <a:solidFill>
                    <a:srgbClr val="000000"/>
                  </a:solidFill>
                  <a:latin typeface="Symbol" pitchFamily="18" charset="2"/>
                </a:rPr>
                <a:t>)</a:t>
              </a:r>
              <a:endParaRPr lang="en-US" altLang="en-US" dirty="0"/>
            </a:p>
          </p:txBody>
        </p:sp>
        <p:sp>
          <p:nvSpPr>
            <p:cNvPr id="265" name="Rectangle 260"/>
            <p:cNvSpPr>
              <a:spLocks noChangeArrowheads="1"/>
            </p:cNvSpPr>
            <p:nvPr/>
          </p:nvSpPr>
          <p:spPr bwMode="auto">
            <a:xfrm>
              <a:off x="2780" y="3313"/>
              <a:ext cx="10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dirty="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altLang="en-US" dirty="0"/>
            </a:p>
          </p:txBody>
        </p:sp>
        <p:sp>
          <p:nvSpPr>
            <p:cNvPr id="266" name="Rectangle 261"/>
            <p:cNvSpPr>
              <a:spLocks noChangeArrowheads="1"/>
            </p:cNvSpPr>
            <p:nvPr/>
          </p:nvSpPr>
          <p:spPr bwMode="auto">
            <a:xfrm>
              <a:off x="2622" y="3313"/>
              <a:ext cx="10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dirty="0">
                  <a:solidFill>
                    <a:srgbClr val="000000"/>
                  </a:solidFill>
                  <a:latin typeface="Symbol" pitchFamily="18" charset="2"/>
                </a:rPr>
                <a:t>¥</a:t>
              </a:r>
              <a:endParaRPr lang="en-US" altLang="en-US" dirty="0"/>
            </a:p>
          </p:txBody>
        </p:sp>
        <p:sp>
          <p:nvSpPr>
            <p:cNvPr id="267" name="Rectangle 262"/>
            <p:cNvSpPr>
              <a:spLocks noChangeArrowheads="1"/>
            </p:cNvSpPr>
            <p:nvPr/>
          </p:nvSpPr>
          <p:spPr bwMode="auto">
            <a:xfrm>
              <a:off x="2727" y="3329"/>
              <a:ext cx="38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900" dirty="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 altLang="en-US" dirty="0"/>
            </a:p>
          </p:txBody>
        </p:sp>
      </p:grpSp>
      <p:sp>
        <p:nvSpPr>
          <p:cNvPr id="268" name="Rectangle 263"/>
          <p:cNvSpPr>
            <a:spLocks noChangeArrowheads="1"/>
          </p:cNvSpPr>
          <p:nvPr/>
        </p:nvSpPr>
        <p:spPr bwMode="auto">
          <a:xfrm>
            <a:off x="4068764" y="4169495"/>
            <a:ext cx="60914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190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en-US" altLang="en-US"/>
          </a:p>
        </p:txBody>
      </p:sp>
      <p:sp>
        <p:nvSpPr>
          <p:cNvPr id="269" name="Rectangle 264"/>
          <p:cNvSpPr>
            <a:spLocks noChangeArrowheads="1"/>
          </p:cNvSpPr>
          <p:nvPr/>
        </p:nvSpPr>
        <p:spPr bwMode="auto">
          <a:xfrm>
            <a:off x="709614" y="4050432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0" name="Line 265"/>
          <p:cNvSpPr>
            <a:spLocks noChangeShapeType="1"/>
          </p:cNvSpPr>
          <p:nvPr/>
        </p:nvSpPr>
        <p:spPr bwMode="auto">
          <a:xfrm>
            <a:off x="709614" y="4050432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1" name="Line 266"/>
          <p:cNvSpPr>
            <a:spLocks noChangeShapeType="1"/>
          </p:cNvSpPr>
          <p:nvPr/>
        </p:nvSpPr>
        <p:spPr bwMode="auto">
          <a:xfrm>
            <a:off x="709614" y="4050432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2" name="Rectangle 267"/>
          <p:cNvSpPr>
            <a:spLocks noChangeArrowheads="1"/>
          </p:cNvSpPr>
          <p:nvPr/>
        </p:nvSpPr>
        <p:spPr bwMode="auto">
          <a:xfrm>
            <a:off x="719139" y="4050432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3" name="Line 268"/>
          <p:cNvSpPr>
            <a:spLocks noChangeShapeType="1"/>
          </p:cNvSpPr>
          <p:nvPr/>
        </p:nvSpPr>
        <p:spPr bwMode="auto">
          <a:xfrm>
            <a:off x="719139" y="4050432"/>
            <a:ext cx="2033587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4" name="Rectangle 269"/>
          <p:cNvSpPr>
            <a:spLocks noChangeArrowheads="1"/>
          </p:cNvSpPr>
          <p:nvPr/>
        </p:nvSpPr>
        <p:spPr bwMode="auto">
          <a:xfrm>
            <a:off x="2752726" y="4050432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5" name="Line 270"/>
          <p:cNvSpPr>
            <a:spLocks noChangeShapeType="1"/>
          </p:cNvSpPr>
          <p:nvPr/>
        </p:nvSpPr>
        <p:spPr bwMode="auto">
          <a:xfrm>
            <a:off x="2752726" y="4050432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" name="Line 271"/>
          <p:cNvSpPr>
            <a:spLocks noChangeShapeType="1"/>
          </p:cNvSpPr>
          <p:nvPr/>
        </p:nvSpPr>
        <p:spPr bwMode="auto">
          <a:xfrm>
            <a:off x="2752725" y="4050432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" name="Rectangle 272"/>
          <p:cNvSpPr>
            <a:spLocks noChangeArrowheads="1"/>
          </p:cNvSpPr>
          <p:nvPr/>
        </p:nvSpPr>
        <p:spPr bwMode="auto">
          <a:xfrm>
            <a:off x="2762251" y="4050432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8" name="Line 273"/>
          <p:cNvSpPr>
            <a:spLocks noChangeShapeType="1"/>
          </p:cNvSpPr>
          <p:nvPr/>
        </p:nvSpPr>
        <p:spPr bwMode="auto">
          <a:xfrm>
            <a:off x="2762251" y="4050432"/>
            <a:ext cx="21050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9" name="Rectangle 274"/>
          <p:cNvSpPr>
            <a:spLocks noChangeArrowheads="1"/>
          </p:cNvSpPr>
          <p:nvPr/>
        </p:nvSpPr>
        <p:spPr bwMode="auto">
          <a:xfrm>
            <a:off x="4867276" y="4050432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0" name="Line 275"/>
          <p:cNvSpPr>
            <a:spLocks noChangeShapeType="1"/>
          </p:cNvSpPr>
          <p:nvPr/>
        </p:nvSpPr>
        <p:spPr bwMode="auto">
          <a:xfrm>
            <a:off x="4867276" y="4050432"/>
            <a:ext cx="9525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1" name="Line 276"/>
          <p:cNvSpPr>
            <a:spLocks noChangeShapeType="1"/>
          </p:cNvSpPr>
          <p:nvPr/>
        </p:nvSpPr>
        <p:spPr bwMode="auto">
          <a:xfrm>
            <a:off x="4867275" y="4050432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2" name="Rectangle 277"/>
          <p:cNvSpPr>
            <a:spLocks noChangeArrowheads="1"/>
          </p:cNvSpPr>
          <p:nvPr/>
        </p:nvSpPr>
        <p:spPr bwMode="auto">
          <a:xfrm>
            <a:off x="709614" y="4057576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3" name="Line 278"/>
          <p:cNvSpPr>
            <a:spLocks noChangeShapeType="1"/>
          </p:cNvSpPr>
          <p:nvPr/>
        </p:nvSpPr>
        <p:spPr bwMode="auto">
          <a:xfrm>
            <a:off x="709614" y="4057576"/>
            <a:ext cx="1587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4" name="Rectangle 279"/>
          <p:cNvSpPr>
            <a:spLocks noChangeArrowheads="1"/>
          </p:cNvSpPr>
          <p:nvPr/>
        </p:nvSpPr>
        <p:spPr bwMode="auto">
          <a:xfrm>
            <a:off x="709614" y="44469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5" name="Line 280"/>
          <p:cNvSpPr>
            <a:spLocks noChangeShapeType="1"/>
          </p:cNvSpPr>
          <p:nvPr/>
        </p:nvSpPr>
        <p:spPr bwMode="auto">
          <a:xfrm>
            <a:off x="709614" y="44469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6" name="Line 281"/>
          <p:cNvSpPr>
            <a:spLocks noChangeShapeType="1"/>
          </p:cNvSpPr>
          <p:nvPr/>
        </p:nvSpPr>
        <p:spPr bwMode="auto">
          <a:xfrm>
            <a:off x="709614" y="4446911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7" name="Rectangle 282"/>
          <p:cNvSpPr>
            <a:spLocks noChangeArrowheads="1"/>
          </p:cNvSpPr>
          <p:nvPr/>
        </p:nvSpPr>
        <p:spPr bwMode="auto">
          <a:xfrm>
            <a:off x="709614" y="44469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8" name="Line 283"/>
          <p:cNvSpPr>
            <a:spLocks noChangeShapeType="1"/>
          </p:cNvSpPr>
          <p:nvPr/>
        </p:nvSpPr>
        <p:spPr bwMode="auto">
          <a:xfrm>
            <a:off x="709614" y="44469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89" name="Line 284"/>
          <p:cNvSpPr>
            <a:spLocks noChangeShapeType="1"/>
          </p:cNvSpPr>
          <p:nvPr/>
        </p:nvSpPr>
        <p:spPr bwMode="auto">
          <a:xfrm>
            <a:off x="709614" y="4446911"/>
            <a:ext cx="1587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0" name="Rectangle 285"/>
          <p:cNvSpPr>
            <a:spLocks noChangeArrowheads="1"/>
          </p:cNvSpPr>
          <p:nvPr/>
        </p:nvSpPr>
        <p:spPr bwMode="auto">
          <a:xfrm>
            <a:off x="719139" y="4446911"/>
            <a:ext cx="2033587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1" name="Line 286"/>
          <p:cNvSpPr>
            <a:spLocks noChangeShapeType="1"/>
          </p:cNvSpPr>
          <p:nvPr/>
        </p:nvSpPr>
        <p:spPr bwMode="auto">
          <a:xfrm>
            <a:off x="719139" y="4446911"/>
            <a:ext cx="2033587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2" name="Rectangle 287"/>
          <p:cNvSpPr>
            <a:spLocks noChangeArrowheads="1"/>
          </p:cNvSpPr>
          <p:nvPr/>
        </p:nvSpPr>
        <p:spPr bwMode="auto">
          <a:xfrm>
            <a:off x="2752726" y="4057576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3" name="Line 288"/>
          <p:cNvSpPr>
            <a:spLocks noChangeShapeType="1"/>
          </p:cNvSpPr>
          <p:nvPr/>
        </p:nvSpPr>
        <p:spPr bwMode="auto">
          <a:xfrm>
            <a:off x="2752725" y="4057576"/>
            <a:ext cx="1588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4" name="Rectangle 289"/>
          <p:cNvSpPr>
            <a:spLocks noChangeArrowheads="1"/>
          </p:cNvSpPr>
          <p:nvPr/>
        </p:nvSpPr>
        <p:spPr bwMode="auto">
          <a:xfrm>
            <a:off x="2752726" y="44469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5" name="Line 290"/>
          <p:cNvSpPr>
            <a:spLocks noChangeShapeType="1"/>
          </p:cNvSpPr>
          <p:nvPr/>
        </p:nvSpPr>
        <p:spPr bwMode="auto">
          <a:xfrm>
            <a:off x="2752726" y="44469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6" name="Line 291"/>
          <p:cNvSpPr>
            <a:spLocks noChangeShapeType="1"/>
          </p:cNvSpPr>
          <p:nvPr/>
        </p:nvSpPr>
        <p:spPr bwMode="auto">
          <a:xfrm>
            <a:off x="2752725" y="4446911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" name="Rectangle 292"/>
          <p:cNvSpPr>
            <a:spLocks noChangeArrowheads="1"/>
          </p:cNvSpPr>
          <p:nvPr/>
        </p:nvSpPr>
        <p:spPr bwMode="auto">
          <a:xfrm>
            <a:off x="2762251" y="4446911"/>
            <a:ext cx="21050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8" name="Line 293"/>
          <p:cNvSpPr>
            <a:spLocks noChangeShapeType="1"/>
          </p:cNvSpPr>
          <p:nvPr/>
        </p:nvSpPr>
        <p:spPr bwMode="auto">
          <a:xfrm>
            <a:off x="2762251" y="4446911"/>
            <a:ext cx="21050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9" name="Rectangle 294"/>
          <p:cNvSpPr>
            <a:spLocks noChangeArrowheads="1"/>
          </p:cNvSpPr>
          <p:nvPr/>
        </p:nvSpPr>
        <p:spPr bwMode="auto">
          <a:xfrm>
            <a:off x="4867276" y="4057576"/>
            <a:ext cx="9525" cy="38933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0" name="Line 295"/>
          <p:cNvSpPr>
            <a:spLocks noChangeShapeType="1"/>
          </p:cNvSpPr>
          <p:nvPr/>
        </p:nvSpPr>
        <p:spPr bwMode="auto">
          <a:xfrm>
            <a:off x="4867275" y="4057576"/>
            <a:ext cx="1588" cy="38933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1" name="Rectangle 296"/>
          <p:cNvSpPr>
            <a:spLocks noChangeArrowheads="1"/>
          </p:cNvSpPr>
          <p:nvPr/>
        </p:nvSpPr>
        <p:spPr bwMode="auto">
          <a:xfrm>
            <a:off x="4867276" y="44469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2" name="Line 297"/>
          <p:cNvSpPr>
            <a:spLocks noChangeShapeType="1"/>
          </p:cNvSpPr>
          <p:nvPr/>
        </p:nvSpPr>
        <p:spPr bwMode="auto">
          <a:xfrm>
            <a:off x="4867276" y="44469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" name="Line 298"/>
          <p:cNvSpPr>
            <a:spLocks noChangeShapeType="1"/>
          </p:cNvSpPr>
          <p:nvPr/>
        </p:nvSpPr>
        <p:spPr bwMode="auto">
          <a:xfrm>
            <a:off x="4867275" y="4446911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4" name="Rectangle 299"/>
          <p:cNvSpPr>
            <a:spLocks noChangeArrowheads="1"/>
          </p:cNvSpPr>
          <p:nvPr/>
        </p:nvSpPr>
        <p:spPr bwMode="auto">
          <a:xfrm>
            <a:off x="4867276" y="4446911"/>
            <a:ext cx="9525" cy="7144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5" name="Line 300"/>
          <p:cNvSpPr>
            <a:spLocks noChangeShapeType="1"/>
          </p:cNvSpPr>
          <p:nvPr/>
        </p:nvSpPr>
        <p:spPr bwMode="auto">
          <a:xfrm>
            <a:off x="4867276" y="4446911"/>
            <a:ext cx="9525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6" name="Line 301"/>
          <p:cNvSpPr>
            <a:spLocks noChangeShapeType="1"/>
          </p:cNvSpPr>
          <p:nvPr/>
        </p:nvSpPr>
        <p:spPr bwMode="auto">
          <a:xfrm>
            <a:off x="4867275" y="4446911"/>
            <a:ext cx="1588" cy="7144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" name="Text Box 303"/>
          <p:cNvSpPr txBox="1">
            <a:spLocks noChangeArrowheads="1"/>
          </p:cNvSpPr>
          <p:nvPr/>
        </p:nvSpPr>
        <p:spPr bwMode="auto">
          <a:xfrm>
            <a:off x="461964" y="1059583"/>
            <a:ext cx="222528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000"/>
              <a:t>Jenis-jenis selang</a:t>
            </a:r>
          </a:p>
        </p:txBody>
      </p:sp>
      <p:sp>
        <p:nvSpPr>
          <p:cNvPr id="308" name="Line 304"/>
          <p:cNvSpPr>
            <a:spLocks noChangeShapeType="1"/>
          </p:cNvSpPr>
          <p:nvPr/>
        </p:nvSpPr>
        <p:spPr bwMode="auto">
          <a:xfrm>
            <a:off x="5292080" y="1871588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9" name="Oval 305"/>
          <p:cNvSpPr>
            <a:spLocks noChangeArrowheads="1"/>
          </p:cNvSpPr>
          <p:nvPr/>
        </p:nvSpPr>
        <p:spPr bwMode="auto">
          <a:xfrm>
            <a:off x="6468418" y="1839442"/>
            <a:ext cx="76200" cy="571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10" name="Text Box 306"/>
          <p:cNvSpPr txBox="1">
            <a:spLocks noChangeArrowheads="1"/>
          </p:cNvSpPr>
          <p:nvPr/>
        </p:nvSpPr>
        <p:spPr bwMode="auto">
          <a:xfrm>
            <a:off x="5346056" y="1414389"/>
            <a:ext cx="86754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 sz="2000"/>
              <a:t>Grafik</a:t>
            </a:r>
          </a:p>
        </p:txBody>
      </p:sp>
      <p:sp>
        <p:nvSpPr>
          <p:cNvPr id="311" name="Text Box 307"/>
          <p:cNvSpPr txBox="1">
            <a:spLocks noChangeArrowheads="1"/>
          </p:cNvSpPr>
          <p:nvPr/>
        </p:nvSpPr>
        <p:spPr bwMode="auto">
          <a:xfrm>
            <a:off x="6352530" y="1841823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a</a:t>
            </a:r>
          </a:p>
        </p:txBody>
      </p:sp>
      <p:sp>
        <p:nvSpPr>
          <p:cNvPr id="312" name="Line 308"/>
          <p:cNvSpPr>
            <a:spLocks noChangeShapeType="1"/>
          </p:cNvSpPr>
          <p:nvPr/>
        </p:nvSpPr>
        <p:spPr bwMode="auto">
          <a:xfrm>
            <a:off x="5292080" y="2271638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" name="Text Box 309"/>
          <p:cNvSpPr txBox="1">
            <a:spLocks noChangeArrowheads="1"/>
          </p:cNvSpPr>
          <p:nvPr/>
        </p:nvSpPr>
        <p:spPr bwMode="auto">
          <a:xfrm>
            <a:off x="6358880" y="2252589"/>
            <a:ext cx="31290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altLang="en-US"/>
              <a:t>a</a:t>
            </a:r>
          </a:p>
        </p:txBody>
      </p:sp>
      <p:grpSp>
        <p:nvGrpSpPr>
          <p:cNvPr id="314" name="Group 310"/>
          <p:cNvGrpSpPr>
            <a:grpSpLocks/>
          </p:cNvGrpSpPr>
          <p:nvPr/>
        </p:nvGrpSpPr>
        <p:grpSpPr bwMode="auto">
          <a:xfrm>
            <a:off x="6362058" y="2631204"/>
            <a:ext cx="1390651" cy="390525"/>
            <a:chOff x="4130" y="2126"/>
            <a:chExt cx="876" cy="328"/>
          </a:xfrm>
        </p:grpSpPr>
        <p:sp>
          <p:nvSpPr>
            <p:cNvPr id="315" name="Line 311"/>
            <p:cNvSpPr>
              <a:spLocks noChangeShapeType="1"/>
            </p:cNvSpPr>
            <p:nvPr/>
          </p:nvSpPr>
          <p:spPr bwMode="auto">
            <a:xfrm>
              <a:off x="4224" y="2160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6" name="Oval 312"/>
            <p:cNvSpPr>
              <a:spLocks noChangeArrowheads="1"/>
            </p:cNvSpPr>
            <p:nvPr/>
          </p:nvSpPr>
          <p:spPr bwMode="auto">
            <a:xfrm>
              <a:off x="4203" y="2130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7" name="Oval 313"/>
            <p:cNvSpPr>
              <a:spLocks noChangeArrowheads="1"/>
            </p:cNvSpPr>
            <p:nvPr/>
          </p:nvSpPr>
          <p:spPr bwMode="auto">
            <a:xfrm>
              <a:off x="4869" y="2139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18" name="Text Box 314"/>
            <p:cNvSpPr txBox="1">
              <a:spLocks noChangeArrowheads="1"/>
            </p:cNvSpPr>
            <p:nvPr/>
          </p:nvSpPr>
          <p:spPr bwMode="auto">
            <a:xfrm>
              <a:off x="4130" y="2126"/>
              <a:ext cx="1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a</a:t>
              </a:r>
            </a:p>
          </p:txBody>
        </p:sp>
        <p:sp>
          <p:nvSpPr>
            <p:cNvPr id="319" name="Text Box 315"/>
            <p:cNvSpPr txBox="1">
              <a:spLocks noChangeArrowheads="1"/>
            </p:cNvSpPr>
            <p:nvPr/>
          </p:nvSpPr>
          <p:spPr bwMode="auto">
            <a:xfrm>
              <a:off x="4809" y="2144"/>
              <a:ext cx="1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b</a:t>
              </a:r>
            </a:p>
          </p:txBody>
        </p:sp>
      </p:grpSp>
      <p:grpSp>
        <p:nvGrpSpPr>
          <p:cNvPr id="320" name="Group 316"/>
          <p:cNvGrpSpPr>
            <a:grpSpLocks/>
          </p:cNvGrpSpPr>
          <p:nvPr/>
        </p:nvGrpSpPr>
        <p:grpSpPr bwMode="auto">
          <a:xfrm>
            <a:off x="6358883" y="3025302"/>
            <a:ext cx="1390651" cy="369093"/>
            <a:chOff x="4128" y="2457"/>
            <a:chExt cx="876" cy="310"/>
          </a:xfrm>
        </p:grpSpPr>
        <p:sp>
          <p:nvSpPr>
            <p:cNvPr id="321" name="Line 317"/>
            <p:cNvSpPr>
              <a:spLocks noChangeShapeType="1"/>
            </p:cNvSpPr>
            <p:nvPr/>
          </p:nvSpPr>
          <p:spPr bwMode="auto">
            <a:xfrm>
              <a:off x="4222" y="2482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2" name="Text Box 318"/>
            <p:cNvSpPr txBox="1">
              <a:spLocks noChangeArrowheads="1"/>
            </p:cNvSpPr>
            <p:nvPr/>
          </p:nvSpPr>
          <p:spPr bwMode="auto">
            <a:xfrm>
              <a:off x="4128" y="2457"/>
              <a:ext cx="1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a</a:t>
              </a:r>
            </a:p>
          </p:txBody>
        </p:sp>
        <p:sp>
          <p:nvSpPr>
            <p:cNvPr id="323" name="Text Box 319"/>
            <p:cNvSpPr txBox="1">
              <a:spLocks noChangeArrowheads="1"/>
            </p:cNvSpPr>
            <p:nvPr/>
          </p:nvSpPr>
          <p:spPr bwMode="auto">
            <a:xfrm>
              <a:off x="4807" y="2457"/>
              <a:ext cx="1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b</a:t>
              </a:r>
            </a:p>
          </p:txBody>
        </p:sp>
      </p:grpSp>
      <p:grpSp>
        <p:nvGrpSpPr>
          <p:cNvPr id="324" name="Group 320"/>
          <p:cNvGrpSpPr>
            <a:grpSpLocks/>
          </p:cNvGrpSpPr>
          <p:nvPr/>
        </p:nvGrpSpPr>
        <p:grpSpPr bwMode="auto">
          <a:xfrm>
            <a:off x="7457430" y="3439639"/>
            <a:ext cx="1111250" cy="382190"/>
            <a:chOff x="4820" y="2805"/>
            <a:chExt cx="700" cy="321"/>
          </a:xfrm>
        </p:grpSpPr>
        <p:sp>
          <p:nvSpPr>
            <p:cNvPr id="325" name="Line 321"/>
            <p:cNvSpPr>
              <a:spLocks noChangeShapeType="1"/>
            </p:cNvSpPr>
            <p:nvPr/>
          </p:nvSpPr>
          <p:spPr bwMode="auto">
            <a:xfrm>
              <a:off x="4896" y="283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Oval 322"/>
            <p:cNvSpPr>
              <a:spLocks noChangeArrowheads="1"/>
            </p:cNvSpPr>
            <p:nvPr/>
          </p:nvSpPr>
          <p:spPr bwMode="auto">
            <a:xfrm>
              <a:off x="4875" y="2805"/>
              <a:ext cx="48" cy="48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27" name="Text Box 323"/>
            <p:cNvSpPr txBox="1">
              <a:spLocks noChangeArrowheads="1"/>
            </p:cNvSpPr>
            <p:nvPr/>
          </p:nvSpPr>
          <p:spPr bwMode="auto">
            <a:xfrm>
              <a:off x="4820" y="2816"/>
              <a:ext cx="1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b</a:t>
              </a:r>
            </a:p>
          </p:txBody>
        </p:sp>
      </p:grpSp>
      <p:grpSp>
        <p:nvGrpSpPr>
          <p:cNvPr id="328" name="Group 324"/>
          <p:cNvGrpSpPr>
            <a:grpSpLocks/>
          </p:cNvGrpSpPr>
          <p:nvPr/>
        </p:nvGrpSpPr>
        <p:grpSpPr bwMode="auto">
          <a:xfrm>
            <a:off x="7439968" y="3814693"/>
            <a:ext cx="1128712" cy="375048"/>
            <a:chOff x="4809" y="3120"/>
            <a:chExt cx="711" cy="315"/>
          </a:xfrm>
        </p:grpSpPr>
        <p:sp>
          <p:nvSpPr>
            <p:cNvPr id="329" name="Line 325"/>
            <p:cNvSpPr>
              <a:spLocks noChangeShapeType="1"/>
            </p:cNvSpPr>
            <p:nvPr/>
          </p:nvSpPr>
          <p:spPr bwMode="auto">
            <a:xfrm>
              <a:off x="4896" y="3120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0" name="Text Box 326"/>
            <p:cNvSpPr txBox="1">
              <a:spLocks noChangeArrowheads="1"/>
            </p:cNvSpPr>
            <p:nvPr/>
          </p:nvSpPr>
          <p:spPr bwMode="auto">
            <a:xfrm>
              <a:off x="4809" y="3125"/>
              <a:ext cx="197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b</a:t>
              </a:r>
            </a:p>
          </p:txBody>
        </p:sp>
      </p:grpSp>
      <p:sp>
        <p:nvSpPr>
          <p:cNvPr id="331" name="Line 327"/>
          <p:cNvSpPr>
            <a:spLocks noChangeShapeType="1"/>
          </p:cNvSpPr>
          <p:nvPr/>
        </p:nvSpPr>
        <p:spPr bwMode="auto">
          <a:xfrm>
            <a:off x="5292080" y="4271888"/>
            <a:ext cx="3276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2" name="Footer Placeholder 9">
            <a:extLst>
              <a:ext uri="{FF2B5EF4-FFF2-40B4-BE49-F238E27FC236}">
                <a16:creationId xmlns:a16="http://schemas.microsoft.com/office/drawing/2014/main" id="{9645D76E-8F30-45F4-B0F8-102AD970E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2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2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1" dur="20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6" dur="2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" grpId="0" animBg="1"/>
      <p:bldP spid="309" grpId="0" animBg="1"/>
      <p:bldP spid="311" grpId="0"/>
      <p:bldP spid="312" grpId="0" animBg="1"/>
      <p:bldP spid="313" grpId="0"/>
      <p:bldP spid="33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Pertidaksamaan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algn="just">
                  <a:lnSpc>
                    <a:spcPct val="90000"/>
                  </a:lnSpc>
                </a:pPr>
                <a:r>
                  <a:rPr lang="en-US" altLang="en-US" sz="2400" dirty="0">
                    <a:cs typeface="Arial" pitchFamily="34" charset="0"/>
                  </a:rPr>
                  <a:t>Pertidaksamaan </a:t>
                </a:r>
                <a:r>
                  <a:rPr lang="en-US" altLang="en-US" sz="2400" dirty="0" err="1">
                    <a:cs typeface="Arial" pitchFamily="34" charset="0"/>
                  </a:rPr>
                  <a:t>satu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variabel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adalah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suatu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bentuk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aljabar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dengan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satu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variabel</a:t>
                </a:r>
                <a:r>
                  <a:rPr lang="en-US" altLang="en-US" sz="2400" dirty="0">
                    <a:cs typeface="Arial" pitchFamily="34" charset="0"/>
                  </a:rPr>
                  <a:t> yang </a:t>
                </a:r>
                <a:r>
                  <a:rPr lang="en-US" altLang="en-US" sz="2400" dirty="0" err="1">
                    <a:cs typeface="Arial" pitchFamily="34" charset="0"/>
                  </a:rPr>
                  <a:t>dihubungkan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dengan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relasi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urutan</a:t>
                </a:r>
                <a:r>
                  <a:rPr lang="en-US" altLang="en-US" sz="2400" dirty="0">
                    <a:cs typeface="Arial" pitchFamily="34" charset="0"/>
                  </a:rPr>
                  <a:t>.</a:t>
                </a:r>
              </a:p>
              <a:p>
                <a:pPr algn="just">
                  <a:lnSpc>
                    <a:spcPct val="90000"/>
                  </a:lnSpc>
                </a:pPr>
                <a:r>
                  <a:rPr lang="en-US" altLang="en-US" sz="2400" dirty="0" err="1">
                    <a:cs typeface="Arial" pitchFamily="34" charset="0"/>
                  </a:rPr>
                  <a:t>Bentuk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umum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pertidaksamaan</a:t>
                </a:r>
                <a:r>
                  <a:rPr lang="en-US" altLang="en-US" sz="2400" dirty="0">
                    <a:cs typeface="Arial" pitchFamily="34" charset="0"/>
                  </a:rPr>
                  <a:t> : </a:t>
                </a:r>
                <a:endParaRPr lang="id-ID" altLang="en-US" sz="2400" dirty="0">
                  <a:cs typeface="Arial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endParaRPr lang="en-US" altLang="en-US" sz="2400" dirty="0">
                  <a:cs typeface="Arial" pitchFamily="34" charset="0"/>
                </a:endParaRPr>
              </a:p>
              <a:p>
                <a:pPr marL="0" indent="0" algn="just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altLang="en-US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alt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id-ID" alt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id-ID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alt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alt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alt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en-US" sz="2400" dirty="0">
                  <a:cs typeface="Arial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endParaRPr lang="id-ID" altLang="en-US" sz="2400" dirty="0">
                  <a:cs typeface="Arial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r>
                  <a:rPr lang="en-US" altLang="en-US" sz="2400" dirty="0" err="1">
                    <a:cs typeface="Arial" pitchFamily="34" charset="0"/>
                  </a:rPr>
                  <a:t>dengan</a:t>
                </a:r>
                <a:r>
                  <a:rPr lang="en-US" altLang="en-US" sz="2400" dirty="0">
                    <a:cs typeface="Arial" pitchFamily="34" charset="0"/>
                  </a:rPr>
                  <a:t> A(x), B(x), D(x), E(x) </a:t>
                </a:r>
                <a:r>
                  <a:rPr lang="en-US" altLang="en-US" sz="2400" dirty="0" err="1">
                    <a:cs typeface="Arial" pitchFamily="34" charset="0"/>
                  </a:rPr>
                  <a:t>adalah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suku</a:t>
                </a:r>
                <a:r>
                  <a:rPr lang="en-US" altLang="en-US" sz="2400" dirty="0">
                    <a:cs typeface="Arial" pitchFamily="34" charset="0"/>
                  </a:rPr>
                  <a:t> </a:t>
                </a:r>
                <a:r>
                  <a:rPr lang="en-US" altLang="en-US" sz="2400" dirty="0" err="1">
                    <a:cs typeface="Arial" pitchFamily="34" charset="0"/>
                  </a:rPr>
                  <a:t>banyak</a:t>
                </a:r>
                <a:r>
                  <a:rPr lang="en-US" altLang="en-US" sz="2400" dirty="0">
                    <a:cs typeface="Arial" pitchFamily="34" charset="0"/>
                  </a:rPr>
                  <a:t> (</a:t>
                </a:r>
                <a:r>
                  <a:rPr lang="en-US" altLang="en-US" sz="2400" dirty="0" err="1">
                    <a:cs typeface="Arial" pitchFamily="34" charset="0"/>
                  </a:rPr>
                  <a:t>polinom</a:t>
                </a:r>
                <a:r>
                  <a:rPr lang="en-US" altLang="en-US" sz="2400" dirty="0">
                    <a:cs typeface="Arial" pitchFamily="34" charset="0"/>
                  </a:rPr>
                  <a:t>) dan B(x) ≠ 0, E(x) ≠ 0</a:t>
                </a:r>
                <a:endParaRPr lang="id-ID" altLang="en-US" sz="2400" dirty="0">
                  <a:cs typeface="Arial" pitchFamily="34" charset="0"/>
                </a:endParaRPr>
              </a:p>
              <a:p>
                <a:pPr algn="just">
                  <a:lnSpc>
                    <a:spcPct val="90000"/>
                  </a:lnSpc>
                </a:pP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Menyelesaikan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suatu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pertidaksamaan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adalah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mencari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semua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himpunan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bilangan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real yang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membuat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pertidaksamaan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berlaku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. </a:t>
                </a:r>
                <a:endParaRPr lang="id-ID" sz="24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algn="just">
                  <a:lnSpc>
                    <a:spcPct val="90000"/>
                  </a:lnSpc>
                </a:pP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Himpunan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bilangan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real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ini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disebut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juga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Himpunan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Penyelesaian</a:t>
                </a:r>
                <a:r>
                  <a:rPr 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(HP)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3411" r="-741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7B5495E4-3A19-4DF5-A74E-8230EEC5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Pertidaksamaan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buSzPct val="100000"/>
                  <a:buNone/>
                  <a:defRPr/>
                </a:pP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Cara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menentukan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HP :</a:t>
                </a:r>
              </a:p>
              <a:p>
                <a:pPr marL="457200" indent="-457200" algn="just" fontAlgn="auto">
                  <a:spcAft>
                    <a:spcPts val="0"/>
                  </a:spcAft>
                  <a:buClrTx/>
                  <a:buSzPct val="100000"/>
                  <a:buFont typeface="+mj-lt"/>
                  <a:buAutoNum type="arabicPeriod"/>
                  <a:defRPr/>
                </a:pP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Bentuk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pertidaksamaan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diubah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menjadi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:</a:t>
                </a:r>
              </a:p>
              <a:p>
                <a:pPr marL="609600" indent="-609600" algn="just" fontAlgn="auto">
                  <a:spcAft>
                    <a:spcPts val="0"/>
                  </a:spcAft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𝑃</m:t>
                          </m:r>
                          <m:d>
                            <m:dPr>
                              <m:ctrlPr>
                                <a:rPr lang="id-ID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sz="1600" b="0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/>
                            </a:rPr>
                            <m:t>𝑄</m:t>
                          </m:r>
                          <m:d>
                            <m:dPr>
                              <m:ctrlPr>
                                <a:rPr lang="id-ID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solidFill>
                                    <a:schemeClr val="tx1">
                                      <a:lumMod val="85000"/>
                                      <a:lumOff val="15000"/>
                                    </a:schemeClr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id-ID" sz="1600" b="0" i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mbria Math"/>
                        </a:rPr>
                        <m:t>&lt;0</m:t>
                      </m:r>
                    </m:oMath>
                  </m:oMathPara>
                </a14:m>
                <a:endParaRPr lang="id-ID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457200" lvl="1" indent="0" algn="just">
                  <a:buClr>
                    <a:schemeClr val="tx1"/>
                  </a:buClr>
                  <a:buNone/>
                  <a:defRPr/>
                </a:pP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dengan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cara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:</a:t>
                </a:r>
                <a:endParaRPr lang="id-ID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990600" lvl="1" indent="-533400" algn="just" fontAlgn="auto">
                  <a:spcAft>
                    <a:spcPts val="0"/>
                  </a:spcAft>
                  <a:buClr>
                    <a:schemeClr val="tx1"/>
                  </a:buClr>
                  <a:buFont typeface="Wingdings" pitchFamily="2" charset="2"/>
                  <a:buChar char="q"/>
                  <a:defRPr/>
                </a:pP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Ruas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kiri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atau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ruas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kanan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dinolkan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990600" lvl="1" indent="-533400" algn="just" fontAlgn="auto">
                  <a:spcAft>
                    <a:spcPts val="0"/>
                  </a:spcAft>
                  <a:buClr>
                    <a:schemeClr val="tx1"/>
                  </a:buClr>
                  <a:buFont typeface="Wingdings" pitchFamily="2" charset="2"/>
                  <a:buChar char="q"/>
                  <a:defRPr/>
                </a:pP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Menyamakan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penyebut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dan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menyederhanakan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bentuk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pembilangnya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452438" indent="-452438" algn="just" fontAlgn="auto">
                  <a:spcAft>
                    <a:spcPts val="0"/>
                  </a:spcAft>
                  <a:buClr>
                    <a:schemeClr val="tx1"/>
                  </a:buClr>
                  <a:buFont typeface="Wingdings" pitchFamily="2" charset="2"/>
                  <a:buAutoNum type="arabicPeriod" startAt="2"/>
                  <a:defRPr/>
                </a:pP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Dicari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titik-titik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pemecah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dari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pembilang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dan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penyebut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dengan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cara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P(x) dan Q(x)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diuraikan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menjadi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faktor-faktor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linier dan/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atau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kuadrat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452438" indent="-452438" algn="just" fontAlgn="auto">
                  <a:spcAft>
                    <a:spcPts val="0"/>
                  </a:spcAft>
                  <a:buClr>
                    <a:schemeClr val="tx1"/>
                  </a:buClr>
                  <a:buFontTx/>
                  <a:buAutoNum type="arabicPeriod" startAt="2"/>
                  <a:defRPr/>
                </a:pP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Gambarkan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titik-titik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pemecah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tersebut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pada garis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bilangan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,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kemudian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tentukan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tanda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(+, -)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pertidaksamaan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di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setiap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selang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bagian</a:t>
                </a:r>
                <a:r>
                  <a:rPr lang="en-US" sz="16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 yang </a:t>
                </a:r>
                <a:r>
                  <a:rPr lang="en-US" sz="1600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muncul</a:t>
                </a:r>
                <a:endParaRPr 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539" r="-37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24447A96-D418-49B3-A03C-2CD85738E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D5D766-F673-4664-82E5-81582824E005}"/>
                  </a:ext>
                </a:extLst>
              </p:cNvPr>
              <p:cNvSpPr txBox="1"/>
              <p:nvPr/>
            </p:nvSpPr>
            <p:spPr>
              <a:xfrm>
                <a:off x="6507000" y="1046087"/>
                <a:ext cx="1174296" cy="512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id-ID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id-ID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id-ID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0D5D766-F673-4664-82E5-81582824E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00" y="1046087"/>
                <a:ext cx="1174296" cy="512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B16A20-81C7-473F-86D2-8134443701D5}"/>
                  </a:ext>
                </a:extLst>
              </p:cNvPr>
              <p:cNvSpPr txBox="1"/>
              <p:nvPr/>
            </p:nvSpPr>
            <p:spPr>
              <a:xfrm>
                <a:off x="6517676" y="1662479"/>
                <a:ext cx="1533177" cy="512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id-ID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d-ID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id-ID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id-ID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id-ID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id-ID" sz="16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0B16A20-81C7-473F-86D2-813444370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676" y="1662479"/>
                <a:ext cx="1533177" cy="5127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767EEB-9943-4C49-8EEA-CDCFEC741FAC}"/>
                  </a:ext>
                </a:extLst>
              </p:cNvPr>
              <p:cNvSpPr txBox="1"/>
              <p:nvPr/>
            </p:nvSpPr>
            <p:spPr>
              <a:xfrm>
                <a:off x="6507000" y="2278871"/>
                <a:ext cx="2372316" cy="5127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d-ID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id-ID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id-ID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id-ID" sz="1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id-ID" sz="16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id-ID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id-ID" sz="16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id-ID" sz="1600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767EEB-9943-4C49-8EEA-CDCFEC741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000" y="2278871"/>
                <a:ext cx="2372316" cy="5127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Contoh: Tentukan Himpunan Penyelesaian</a:t>
            </a:r>
          </a:p>
        </p:txBody>
      </p:sp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4BFC3340-1260-4045-9B1B-AEB548E918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4523886"/>
              </p:ext>
            </p:extLst>
          </p:nvPr>
        </p:nvGraphicFramePr>
        <p:xfrm>
          <a:off x="946753" y="1334593"/>
          <a:ext cx="22098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926698" imgH="177723" progId="Equation.3">
                  <p:embed/>
                </p:oleObj>
              </mc:Choice>
              <mc:Fallback>
                <p:oleObj name="Equation" r:id="rId3" imgW="926698" imgH="177723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217F1C42-F8FE-4783-8990-227F272F8B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6753" y="1334593"/>
                        <a:ext cx="22098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403C014D-37C2-42E1-909B-31E2234C2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210622"/>
              </p:ext>
            </p:extLst>
          </p:nvPr>
        </p:nvGraphicFramePr>
        <p:xfrm>
          <a:off x="997553" y="1791793"/>
          <a:ext cx="2565400" cy="315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Equation" r:id="rId5" imgW="1104840" imgH="177480" progId="Equation.3">
                  <p:embed/>
                </p:oleObj>
              </mc:Choice>
              <mc:Fallback>
                <p:oleObj name="Equation" r:id="rId5" imgW="1104840" imgH="177480" progId="Equation.3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28E2629D-A06B-4796-BF3D-40ECE7CD39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553" y="1791793"/>
                        <a:ext cx="2565400" cy="315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9">
            <a:extLst>
              <a:ext uri="{FF2B5EF4-FFF2-40B4-BE49-F238E27FC236}">
                <a16:creationId xmlns:a16="http://schemas.microsoft.com/office/drawing/2014/main" id="{EE3C5818-3215-4E5B-B09A-A0624F2ED5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6561620"/>
              </p:ext>
            </p:extLst>
          </p:nvPr>
        </p:nvGraphicFramePr>
        <p:xfrm>
          <a:off x="965804" y="2248993"/>
          <a:ext cx="1636713" cy="313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7" imgW="710891" imgH="177723" progId="Equation.3">
                  <p:embed/>
                </p:oleObj>
              </mc:Choice>
              <mc:Fallback>
                <p:oleObj name="Equation" r:id="rId7" imgW="710891" imgH="177723" progId="Equation.3">
                  <p:embed/>
                  <p:pic>
                    <p:nvPicPr>
                      <p:cNvPr id="12" name="Object 9">
                        <a:extLst>
                          <a:ext uri="{FF2B5EF4-FFF2-40B4-BE49-F238E27FC236}">
                            <a16:creationId xmlns:a16="http://schemas.microsoft.com/office/drawing/2014/main" id="{B11F118F-F51D-456B-9623-981024902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804" y="2248993"/>
                        <a:ext cx="1636713" cy="313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1">
            <a:extLst>
              <a:ext uri="{FF2B5EF4-FFF2-40B4-BE49-F238E27FC236}">
                <a16:creationId xmlns:a16="http://schemas.microsoft.com/office/drawing/2014/main" id="{CB558F06-47DA-4482-AF96-3A996E0B5D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077206"/>
              </p:ext>
            </p:extLst>
          </p:nvPr>
        </p:nvGraphicFramePr>
        <p:xfrm>
          <a:off x="978504" y="2649042"/>
          <a:ext cx="1382713" cy="32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9" imgW="571004" imgH="177646" progId="Equation.3">
                  <p:embed/>
                </p:oleObj>
              </mc:Choice>
              <mc:Fallback>
                <p:oleObj name="Equation" r:id="rId9" imgW="571004" imgH="177646" progId="Equation.3">
                  <p:embed/>
                  <p:pic>
                    <p:nvPicPr>
                      <p:cNvPr id="14" name="Object 11">
                        <a:extLst>
                          <a:ext uri="{FF2B5EF4-FFF2-40B4-BE49-F238E27FC236}">
                            <a16:creationId xmlns:a16="http://schemas.microsoft.com/office/drawing/2014/main" id="{2E41D22C-E685-4A54-B176-964977848C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504" y="2649042"/>
                        <a:ext cx="1382713" cy="327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3">
            <a:extLst>
              <a:ext uri="{FF2B5EF4-FFF2-40B4-BE49-F238E27FC236}">
                <a16:creationId xmlns:a16="http://schemas.microsoft.com/office/drawing/2014/main" id="{F6C50C42-C288-48AB-BB39-5EF40D7E9D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4778988"/>
              </p:ext>
            </p:extLst>
          </p:nvPr>
        </p:nvGraphicFramePr>
        <p:xfrm>
          <a:off x="978504" y="3106242"/>
          <a:ext cx="1382713" cy="32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11" imgW="571004" imgH="177646" progId="Equation.3">
                  <p:embed/>
                </p:oleObj>
              </mc:Choice>
              <mc:Fallback>
                <p:oleObj name="Equation" r:id="rId11" imgW="571004" imgH="177646" progId="Equation.3">
                  <p:embed/>
                  <p:pic>
                    <p:nvPicPr>
                      <p:cNvPr id="16" name="Object 13">
                        <a:extLst>
                          <a:ext uri="{FF2B5EF4-FFF2-40B4-BE49-F238E27FC236}">
                            <a16:creationId xmlns:a16="http://schemas.microsoft.com/office/drawing/2014/main" id="{9EB4FD9F-0AC1-4A70-B501-AD95EB77B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8504" y="3106242"/>
                        <a:ext cx="1382713" cy="327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>
            <a:extLst>
              <a:ext uri="{FF2B5EF4-FFF2-40B4-BE49-F238E27FC236}">
                <a16:creationId xmlns:a16="http://schemas.microsoft.com/office/drawing/2014/main" id="{62E1739D-9C02-46BB-9EF9-0BA34C70D0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260586"/>
              </p:ext>
            </p:extLst>
          </p:nvPr>
        </p:nvGraphicFramePr>
        <p:xfrm>
          <a:off x="1492609" y="3743320"/>
          <a:ext cx="692102" cy="372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Equation" r:id="rId13" imgW="304536" imgH="215713" progId="Equation.3">
                  <p:embed/>
                </p:oleObj>
              </mc:Choice>
              <mc:Fallback>
                <p:oleObj name="Equation" r:id="rId13" imgW="304536" imgH="215713" progId="Equation.3">
                  <p:embed/>
                  <p:pic>
                    <p:nvPicPr>
                      <p:cNvPr id="17" name="Object 16">
                        <a:extLst>
                          <a:ext uri="{FF2B5EF4-FFF2-40B4-BE49-F238E27FC236}">
                            <a16:creationId xmlns:a16="http://schemas.microsoft.com/office/drawing/2014/main" id="{AC7AD626-C2E0-4684-9AF3-1F4BB12185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609" y="3743320"/>
                        <a:ext cx="692102" cy="3724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6">
            <a:extLst>
              <a:ext uri="{FF2B5EF4-FFF2-40B4-BE49-F238E27FC236}">
                <a16:creationId xmlns:a16="http://schemas.microsoft.com/office/drawing/2014/main" id="{DCD2B792-D222-482B-9ED4-D7F20E0C8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81" y="3715668"/>
            <a:ext cx="1066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Hp = 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90697FF-5CCF-4133-892D-4156DA965769}"/>
              </a:ext>
            </a:extLst>
          </p:cNvPr>
          <p:cNvGrpSpPr>
            <a:grpSpLocks/>
          </p:cNvGrpSpPr>
          <p:nvPr/>
        </p:nvGrpSpPr>
        <p:grpSpPr bwMode="auto">
          <a:xfrm>
            <a:off x="2987824" y="3394060"/>
            <a:ext cx="3978117" cy="905882"/>
            <a:chOff x="2160" y="8540"/>
            <a:chExt cx="4140" cy="795"/>
          </a:xfrm>
        </p:grpSpPr>
        <p:sp>
          <p:nvSpPr>
            <p:cNvPr id="36" name="Line 18">
              <a:extLst>
                <a:ext uri="{FF2B5EF4-FFF2-40B4-BE49-F238E27FC236}">
                  <a16:creationId xmlns:a16="http://schemas.microsoft.com/office/drawing/2014/main" id="{CAEA7AF3-4E7D-4F06-962D-EE091EC67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8975"/>
              <a:ext cx="41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 Box 19">
              <a:extLst>
                <a:ext uri="{FF2B5EF4-FFF2-40B4-BE49-F238E27FC236}">
                  <a16:creationId xmlns:a16="http://schemas.microsoft.com/office/drawing/2014/main" id="{DE8D6E36-7633-48FB-920F-6FBCE6C1F7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8975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2800"/>
                <a:t>4</a:t>
              </a:r>
            </a:p>
          </p:txBody>
        </p:sp>
        <p:sp>
          <p:nvSpPr>
            <p:cNvPr id="38" name="Text Box 20">
              <a:extLst>
                <a:ext uri="{FF2B5EF4-FFF2-40B4-BE49-F238E27FC236}">
                  <a16:creationId xmlns:a16="http://schemas.microsoft.com/office/drawing/2014/main" id="{F07D0AC2-FD8F-4569-BFC3-E82DCA573D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0" y="8975"/>
              <a:ext cx="36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2800"/>
                <a:t>8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4498D56-C4A2-4A26-9F26-F9E89D7B3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8870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5D383F0-5BF9-4355-8338-81604EAF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8885"/>
              <a:ext cx="180" cy="18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" name="Line 23">
              <a:extLst>
                <a:ext uri="{FF2B5EF4-FFF2-40B4-BE49-F238E27FC236}">
                  <a16:creationId xmlns:a16="http://schemas.microsoft.com/office/drawing/2014/main" id="{A41A31CD-77F9-4C7B-AFE1-14DCA272C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0" y="854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24">
              <a:extLst>
                <a:ext uri="{FF2B5EF4-FFF2-40B4-BE49-F238E27FC236}">
                  <a16:creationId xmlns:a16="http://schemas.microsoft.com/office/drawing/2014/main" id="{846B3148-8271-4F79-9F74-34EE5C1DB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0" y="8555"/>
              <a:ext cx="12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25">
              <a:extLst>
                <a:ext uri="{FF2B5EF4-FFF2-40B4-BE49-F238E27FC236}">
                  <a16:creationId xmlns:a16="http://schemas.microsoft.com/office/drawing/2014/main" id="{E76E24D1-9491-4BA8-B7D7-CA822A837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95" y="8570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4" name="Text Box 26">
            <a:extLst>
              <a:ext uri="{FF2B5EF4-FFF2-40B4-BE49-F238E27FC236}">
                <a16:creationId xmlns:a16="http://schemas.microsoft.com/office/drawing/2014/main" id="{6C6E12EF-6993-476E-A9CE-C50383AB1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333" y="1281202"/>
            <a:ext cx="5974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1)</a:t>
            </a:r>
          </a:p>
        </p:txBody>
      </p:sp>
      <p:sp>
        <p:nvSpPr>
          <p:cNvPr id="45" name="Footer Placeholder 9">
            <a:extLst>
              <a:ext uri="{FF2B5EF4-FFF2-40B4-BE49-F238E27FC236}">
                <a16:creationId xmlns:a16="http://schemas.microsoft.com/office/drawing/2014/main" id="{5AA1E802-9546-4BA7-9E76-C0A905C92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Contoh: Tentukan Himpunan Penyelesaian</a:t>
            </a:r>
          </a:p>
        </p:txBody>
      </p:sp>
      <p:graphicFrame>
        <p:nvGraphicFramePr>
          <p:cNvPr id="27" name="Object 4">
            <a:extLst>
              <a:ext uri="{FF2B5EF4-FFF2-40B4-BE49-F238E27FC236}">
                <a16:creationId xmlns:a16="http://schemas.microsoft.com/office/drawing/2014/main" id="{219FE0A1-1215-4313-A036-A7C7CA681A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5109991"/>
              </p:ext>
            </p:extLst>
          </p:nvPr>
        </p:nvGraphicFramePr>
        <p:xfrm>
          <a:off x="1033115" y="1322204"/>
          <a:ext cx="27432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3" imgW="1002865" imgH="177723" progId="Equation.3">
                  <p:embed/>
                </p:oleObj>
              </mc:Choice>
              <mc:Fallback>
                <p:oleObj name="Equation" r:id="rId3" imgW="1002865" imgH="177723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76690E5E-77DC-496C-A111-E373588DF3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115" y="1322204"/>
                        <a:ext cx="27432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>
            <a:extLst>
              <a:ext uri="{FF2B5EF4-FFF2-40B4-BE49-F238E27FC236}">
                <a16:creationId xmlns:a16="http://schemas.microsoft.com/office/drawing/2014/main" id="{A0EF4600-0927-482D-9479-E98A67AE3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8102297"/>
              </p:ext>
            </p:extLst>
          </p:nvPr>
        </p:nvGraphicFramePr>
        <p:xfrm>
          <a:off x="1028818" y="1817469"/>
          <a:ext cx="2208213" cy="358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5" imgW="837836" imgH="177723" progId="Equation.3">
                  <p:embed/>
                </p:oleObj>
              </mc:Choice>
              <mc:Fallback>
                <p:oleObj name="Equation" r:id="rId5" imgW="837836" imgH="177723" progId="Equation.3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BFB07BA4-2A64-4021-977E-B3CF180A915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818" y="1817469"/>
                        <a:ext cx="2208213" cy="3583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>
            <a:extLst>
              <a:ext uri="{FF2B5EF4-FFF2-40B4-BE49-F238E27FC236}">
                <a16:creationId xmlns:a16="http://schemas.microsoft.com/office/drawing/2014/main" id="{C3CD8552-EDFC-4C4A-8C1F-AACA29519B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1587499"/>
              </p:ext>
            </p:extLst>
          </p:nvPr>
        </p:nvGraphicFramePr>
        <p:xfrm>
          <a:off x="1028818" y="2360568"/>
          <a:ext cx="1985962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7" imgW="736280" imgH="177723" progId="Equation.3">
                  <p:embed/>
                </p:oleObj>
              </mc:Choice>
              <mc:Fallback>
                <p:oleObj name="Equation" r:id="rId7" imgW="736280" imgH="177723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11A4E083-1514-4BE4-9914-D75A2B49FA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818" y="2360568"/>
                        <a:ext cx="1985962" cy="3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9">
            <a:extLst>
              <a:ext uri="{FF2B5EF4-FFF2-40B4-BE49-F238E27FC236}">
                <a16:creationId xmlns:a16="http://schemas.microsoft.com/office/drawing/2014/main" id="{12E81DE2-4BE1-4CC5-BC65-E69295327A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245377"/>
              </p:ext>
            </p:extLst>
          </p:nvPr>
        </p:nvGraphicFramePr>
        <p:xfrm>
          <a:off x="989258" y="2868109"/>
          <a:ext cx="2085975" cy="370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9" imgW="761669" imgH="177723" progId="Equation.3">
                  <p:embed/>
                </p:oleObj>
              </mc:Choice>
              <mc:Fallback>
                <p:oleObj name="Equation" r:id="rId9" imgW="761669" imgH="177723" progId="Equation.3">
                  <p:embed/>
                  <p:pic>
                    <p:nvPicPr>
                      <p:cNvPr id="12" name="Object 9">
                        <a:extLst>
                          <a:ext uri="{FF2B5EF4-FFF2-40B4-BE49-F238E27FC236}">
                            <a16:creationId xmlns:a16="http://schemas.microsoft.com/office/drawing/2014/main" id="{0711D0EB-99E1-4D76-A98D-B64EE8CD13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258" y="2868109"/>
                        <a:ext cx="2085975" cy="3702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6D7BDFD7-2029-4E58-8977-250CB687D0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636070"/>
              </p:ext>
            </p:extLst>
          </p:nvPr>
        </p:nvGraphicFramePr>
        <p:xfrm>
          <a:off x="898077" y="3379861"/>
          <a:ext cx="2035175" cy="834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11" imgW="710891" imgH="393529" progId="Equation.3">
                  <p:embed/>
                </p:oleObj>
              </mc:Choice>
              <mc:Fallback>
                <p:oleObj name="Equation" r:id="rId11" imgW="710891" imgH="393529" progId="Equation.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4B74287F-A951-4889-86BE-1A0C31925D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077" y="3379861"/>
                        <a:ext cx="2035175" cy="8346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FE7B6CFC-AE15-42A5-AF5F-F998A4F8BE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439337"/>
              </p:ext>
            </p:extLst>
          </p:nvPr>
        </p:nvGraphicFramePr>
        <p:xfrm>
          <a:off x="5674308" y="1466842"/>
          <a:ext cx="1828800" cy="908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13" imgW="647700" imgH="431800" progId="Equation.3">
                  <p:embed/>
                </p:oleObj>
              </mc:Choice>
              <mc:Fallback>
                <p:oleObj name="Equation" r:id="rId13" imgW="647700" imgH="431800" progId="Equation.3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B3723B17-9566-458D-AA94-F657BF5EC6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4308" y="1466842"/>
                        <a:ext cx="1828800" cy="9084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>
            <a:extLst>
              <a:ext uri="{FF2B5EF4-FFF2-40B4-BE49-F238E27FC236}">
                <a16:creationId xmlns:a16="http://schemas.microsoft.com/office/drawing/2014/main" id="{23E3FD3F-BC5A-44B4-8446-E5214958BFEF}"/>
              </a:ext>
            </a:extLst>
          </p:cNvPr>
          <p:cNvGrpSpPr>
            <a:grpSpLocks/>
          </p:cNvGrpSpPr>
          <p:nvPr/>
        </p:nvGrpSpPr>
        <p:grpSpPr bwMode="auto">
          <a:xfrm>
            <a:off x="4269432" y="2768212"/>
            <a:ext cx="4191000" cy="915591"/>
            <a:chOff x="2352" y="2207"/>
            <a:chExt cx="2640" cy="769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383AF8C-1F92-4ED8-A4AE-76D9B641C8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207"/>
              <a:ext cx="2640" cy="619"/>
              <a:chOff x="1620" y="10980"/>
              <a:chExt cx="4140" cy="868"/>
            </a:xfrm>
          </p:grpSpPr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09EB497A-2B69-4C8C-B3C6-0DF784A477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20" y="11415"/>
                <a:ext cx="41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Text Box 17">
                <a:extLst>
                  <a:ext uri="{FF2B5EF4-FFF2-40B4-BE49-F238E27FC236}">
                    <a16:creationId xmlns:a16="http://schemas.microsoft.com/office/drawing/2014/main" id="{F9114160-3C1A-4E15-8E59-485650F697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0" y="11413"/>
                <a:ext cx="182" cy="4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38" name="Text Box 18">
                <a:extLst>
                  <a:ext uri="{FF2B5EF4-FFF2-40B4-BE49-F238E27FC236}">
                    <a16:creationId xmlns:a16="http://schemas.microsoft.com/office/drawing/2014/main" id="{41045B5B-CB24-4BC5-8DA3-7521B07B68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60" y="11415"/>
                <a:ext cx="36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2400"/>
                  <a:t>2</a:t>
                </a: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41C81A7-5404-4592-ABB2-1847CC027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0" y="11310"/>
                <a:ext cx="180" cy="180"/>
              </a:xfrm>
              <a:prstGeom prst="ellipse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BF715CD-1BF1-46B8-8725-C66962D896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11325"/>
                <a:ext cx="180" cy="1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41" name="Line 21">
                <a:extLst>
                  <a:ext uri="{FF2B5EF4-FFF2-40B4-BE49-F238E27FC236}">
                    <a16:creationId xmlns:a16="http://schemas.microsoft.com/office/drawing/2014/main" id="{8A54165D-BE8C-4DC7-B715-63A223D93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0980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22">
                <a:extLst>
                  <a:ext uri="{FF2B5EF4-FFF2-40B4-BE49-F238E27FC236}">
                    <a16:creationId xmlns:a16="http://schemas.microsoft.com/office/drawing/2014/main" id="{1468CCBC-4660-4522-9491-B225FF0DD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0995"/>
                <a:ext cx="126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23">
                <a:extLst>
                  <a:ext uri="{FF2B5EF4-FFF2-40B4-BE49-F238E27FC236}">
                    <a16:creationId xmlns:a16="http://schemas.microsoft.com/office/drawing/2014/main" id="{62961E7C-2838-4884-BBC0-9E72D7B68E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5" y="11010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35" name="Object 24">
              <a:extLst>
                <a:ext uri="{FF2B5EF4-FFF2-40B4-BE49-F238E27FC236}">
                  <a16:creationId xmlns:a16="http://schemas.microsoft.com/office/drawing/2014/main" id="{4721D9B3-482B-412A-8BF4-628956A0188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68" y="2544"/>
            <a:ext cx="566" cy="4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" name="Equation" r:id="rId15" imgW="266469" imgH="203024" progId="Equation.3">
                    <p:embed/>
                  </p:oleObj>
                </mc:Choice>
                <mc:Fallback>
                  <p:oleObj name="Equation" r:id="rId15" imgW="266469" imgH="203024" progId="Equation.3">
                    <p:embed/>
                    <p:pic>
                      <p:nvPicPr>
                        <p:cNvPr id="17" name="Object 24">
                          <a:extLst>
                            <a:ext uri="{FF2B5EF4-FFF2-40B4-BE49-F238E27FC236}">
                              <a16:creationId xmlns:a16="http://schemas.microsoft.com/office/drawing/2014/main" id="{E261D217-152F-4838-A7E7-511BF4D5CB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68" y="2544"/>
                          <a:ext cx="566" cy="4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Text Box 25">
            <a:extLst>
              <a:ext uri="{FF2B5EF4-FFF2-40B4-BE49-F238E27FC236}">
                <a16:creationId xmlns:a16="http://schemas.microsoft.com/office/drawing/2014/main" id="{2DB576E4-63DC-4AC4-A0D1-13D23EB37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6507" y="1645770"/>
            <a:ext cx="990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Hp </a:t>
            </a:r>
          </a:p>
        </p:txBody>
      </p:sp>
      <p:sp>
        <p:nvSpPr>
          <p:cNvPr id="45" name="Text Box 26">
            <a:extLst>
              <a:ext uri="{FF2B5EF4-FFF2-40B4-BE49-F238E27FC236}">
                <a16:creationId xmlns:a16="http://schemas.microsoft.com/office/drawing/2014/main" id="{161099EC-4F55-478B-B8E8-8A8B6DB0D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6" y="1277110"/>
            <a:ext cx="53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2)</a:t>
            </a:r>
          </a:p>
        </p:txBody>
      </p:sp>
      <p:sp>
        <p:nvSpPr>
          <p:cNvPr id="46" name="Footer Placeholder 9">
            <a:extLst>
              <a:ext uri="{FF2B5EF4-FFF2-40B4-BE49-F238E27FC236}">
                <a16:creationId xmlns:a16="http://schemas.microsoft.com/office/drawing/2014/main" id="{7A66D6AB-85E8-437B-8B49-9DDDC53CB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Contoh: Tentukan Himpunan Penyelesaian</a:t>
            </a:r>
          </a:p>
        </p:txBody>
      </p:sp>
      <p:graphicFrame>
        <p:nvGraphicFramePr>
          <p:cNvPr id="31" name="Object 27">
            <a:extLst>
              <a:ext uri="{FF2B5EF4-FFF2-40B4-BE49-F238E27FC236}">
                <a16:creationId xmlns:a16="http://schemas.microsoft.com/office/drawing/2014/main" id="{EEFDDA4A-8387-4B71-9EE1-457ED8E440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627208"/>
              </p:ext>
            </p:extLst>
          </p:nvPr>
        </p:nvGraphicFramePr>
        <p:xfrm>
          <a:off x="1928902" y="3941862"/>
          <a:ext cx="79851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533169" imgH="431613" progId="Equation.3">
                  <p:embed/>
                </p:oleObj>
              </mc:Choice>
              <mc:Fallback>
                <p:oleObj name="Equation" r:id="rId3" imgW="533169" imgH="431613" progId="Equation.3">
                  <p:embed/>
                  <p:pic>
                    <p:nvPicPr>
                      <p:cNvPr id="5" name="Object 27">
                        <a:extLst>
                          <a:ext uri="{FF2B5EF4-FFF2-40B4-BE49-F238E27FC236}">
                            <a16:creationId xmlns:a16="http://schemas.microsoft.com/office/drawing/2014/main" id="{83CC1249-BE69-4F24-8947-CE3102ED9E0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902" y="3941862"/>
                        <a:ext cx="79851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4">
            <a:extLst>
              <a:ext uri="{FF2B5EF4-FFF2-40B4-BE49-F238E27FC236}">
                <a16:creationId xmlns:a16="http://schemas.microsoft.com/office/drawing/2014/main" id="{3C7C3AF7-CEFC-4FD2-9B13-274F0870B1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009140"/>
              </p:ext>
            </p:extLst>
          </p:nvPr>
        </p:nvGraphicFramePr>
        <p:xfrm>
          <a:off x="1237413" y="1160543"/>
          <a:ext cx="2641600" cy="40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977476" imgH="203112" progId="Equation.3">
                  <p:embed/>
                </p:oleObj>
              </mc:Choice>
              <mc:Fallback>
                <p:oleObj name="Equation" r:id="rId5" imgW="977476" imgH="203112" progId="Equation.3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B4F4DADC-B949-422C-9EAC-FF06EDF1D0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7413" y="1160543"/>
                        <a:ext cx="2641600" cy="403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>
            <a:extLst>
              <a:ext uri="{FF2B5EF4-FFF2-40B4-BE49-F238E27FC236}">
                <a16:creationId xmlns:a16="http://schemas.microsoft.com/office/drawing/2014/main" id="{892DFC6C-5242-4C5B-B5E9-F1526ABF60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666937"/>
              </p:ext>
            </p:extLst>
          </p:nvPr>
        </p:nvGraphicFramePr>
        <p:xfrm>
          <a:off x="1262813" y="1696003"/>
          <a:ext cx="2501899" cy="386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1066337" imgH="215806" progId="Equation.3">
                  <p:embed/>
                </p:oleObj>
              </mc:Choice>
              <mc:Fallback>
                <p:oleObj name="Equation" r:id="rId7" imgW="1066337" imgH="215806" progId="Equation.3">
                  <p:embed/>
                  <p:pic>
                    <p:nvPicPr>
                      <p:cNvPr id="10" name="Object 6">
                        <a:extLst>
                          <a:ext uri="{FF2B5EF4-FFF2-40B4-BE49-F238E27FC236}">
                            <a16:creationId xmlns:a16="http://schemas.microsoft.com/office/drawing/2014/main" id="{1037B32A-F2AB-4947-BD95-4369220E87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2813" y="1696003"/>
                        <a:ext cx="2501899" cy="38623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7">
            <a:extLst>
              <a:ext uri="{FF2B5EF4-FFF2-40B4-BE49-F238E27FC236}">
                <a16:creationId xmlns:a16="http://schemas.microsoft.com/office/drawing/2014/main" id="{CB5BBF93-F9AA-4333-8A9F-2812C49DDD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066" y="2214077"/>
            <a:ext cx="3567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>
                <a:latin typeface="+mn-lt"/>
              </a:rPr>
              <a:t>Titik Pemecah (TP) : </a:t>
            </a:r>
          </a:p>
        </p:txBody>
      </p:sp>
      <p:graphicFrame>
        <p:nvGraphicFramePr>
          <p:cNvPr id="35" name="Object 8">
            <a:extLst>
              <a:ext uri="{FF2B5EF4-FFF2-40B4-BE49-F238E27FC236}">
                <a16:creationId xmlns:a16="http://schemas.microsoft.com/office/drawing/2014/main" id="{A997AAE9-7760-429F-A3BA-21D9B58CF9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390459"/>
              </p:ext>
            </p:extLst>
          </p:nvPr>
        </p:nvGraphicFramePr>
        <p:xfrm>
          <a:off x="3451941" y="2082239"/>
          <a:ext cx="1120005" cy="663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495085" imgH="393529" progId="Equation.3">
                  <p:embed/>
                </p:oleObj>
              </mc:Choice>
              <mc:Fallback>
                <p:oleObj name="Equation" r:id="rId9" imgW="495085" imgH="393529" progId="Equation.3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5EA5C042-74B5-417E-B917-26742BB907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941" y="2082239"/>
                        <a:ext cx="1120005" cy="663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9">
            <a:extLst>
              <a:ext uri="{FF2B5EF4-FFF2-40B4-BE49-F238E27FC236}">
                <a16:creationId xmlns:a16="http://schemas.microsoft.com/office/drawing/2014/main" id="{FB29BA5F-3815-4AE9-A436-29814A7D1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2464" y="2167672"/>
            <a:ext cx="990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>
                <a:latin typeface="+mn-lt"/>
              </a:rPr>
              <a:t>dan </a:t>
            </a:r>
          </a:p>
        </p:txBody>
      </p:sp>
      <p:graphicFrame>
        <p:nvGraphicFramePr>
          <p:cNvPr id="37" name="Object 10">
            <a:extLst>
              <a:ext uri="{FF2B5EF4-FFF2-40B4-BE49-F238E27FC236}">
                <a16:creationId xmlns:a16="http://schemas.microsoft.com/office/drawing/2014/main" id="{FBB1BBE0-301B-4E64-8613-91CEED2D7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261629"/>
              </p:ext>
            </p:extLst>
          </p:nvPr>
        </p:nvGraphicFramePr>
        <p:xfrm>
          <a:off x="5444494" y="2171374"/>
          <a:ext cx="999714" cy="3853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355138" imgH="177569" progId="Equation.3">
                  <p:embed/>
                </p:oleObj>
              </mc:Choice>
              <mc:Fallback>
                <p:oleObj name="Equation" r:id="rId11" imgW="355138" imgH="177569" progId="Equation.3">
                  <p:embed/>
                  <p:pic>
                    <p:nvPicPr>
                      <p:cNvPr id="14" name="Object 10">
                        <a:extLst>
                          <a:ext uri="{FF2B5EF4-FFF2-40B4-BE49-F238E27FC236}">
                            <a16:creationId xmlns:a16="http://schemas.microsoft.com/office/drawing/2014/main" id="{2AE5D447-014F-4DA9-ACD9-E9AC6686AD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494" y="2171374"/>
                        <a:ext cx="999714" cy="3853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Line 13">
            <a:extLst>
              <a:ext uri="{FF2B5EF4-FFF2-40B4-BE49-F238E27FC236}">
                <a16:creationId xmlns:a16="http://schemas.microsoft.com/office/drawing/2014/main" id="{59437929-884E-4C64-9E6B-1A8B4C867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491413" y="3395346"/>
            <a:ext cx="48768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39" name="Text Box 14">
            <a:extLst>
              <a:ext uri="{FF2B5EF4-FFF2-40B4-BE49-F238E27FC236}">
                <a16:creationId xmlns:a16="http://schemas.microsoft.com/office/drawing/2014/main" id="{F887DB90-500D-4418-B9D5-3604B6446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3001" y="3395346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2000">
              <a:latin typeface="+mn-lt"/>
            </a:endParaRPr>
          </a:p>
        </p:txBody>
      </p:sp>
      <p:sp>
        <p:nvSpPr>
          <p:cNvPr id="40" name="Text Box 15">
            <a:extLst>
              <a:ext uri="{FF2B5EF4-FFF2-40B4-BE49-F238E27FC236}">
                <a16:creationId xmlns:a16="http://schemas.microsoft.com/office/drawing/2014/main" id="{6B1FAD7F-A81A-4A50-808D-C2C0F660C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7314" y="3395345"/>
            <a:ext cx="423863" cy="336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>
                <a:latin typeface="+mn-lt"/>
              </a:rPr>
              <a:t>3</a:t>
            </a:r>
          </a:p>
        </p:txBody>
      </p:sp>
      <p:sp>
        <p:nvSpPr>
          <p:cNvPr id="41" name="Oval 16">
            <a:extLst>
              <a:ext uri="{FF2B5EF4-FFF2-40B4-BE49-F238E27FC236}">
                <a16:creationId xmlns:a16="http://schemas.microsoft.com/office/drawing/2014/main" id="{D18B1C2F-BEA1-4CD1-99A8-05CE80835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4289" y="3297715"/>
            <a:ext cx="212725" cy="16787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2000">
              <a:latin typeface="+mn-lt"/>
            </a:endParaRPr>
          </a:p>
        </p:txBody>
      </p:sp>
      <p:sp>
        <p:nvSpPr>
          <p:cNvPr id="42" name="Oval 17">
            <a:extLst>
              <a:ext uri="{FF2B5EF4-FFF2-40B4-BE49-F238E27FC236}">
                <a16:creationId xmlns:a16="http://schemas.microsoft.com/office/drawing/2014/main" id="{EB680025-A44A-41E4-AB80-ED26C0C3F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8602" y="3312002"/>
            <a:ext cx="212725" cy="16787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2000">
              <a:latin typeface="+mn-lt"/>
            </a:endParaRPr>
          </a:p>
        </p:txBody>
      </p:sp>
      <p:sp>
        <p:nvSpPr>
          <p:cNvPr id="43" name="Line 18">
            <a:extLst>
              <a:ext uri="{FF2B5EF4-FFF2-40B4-BE49-F238E27FC236}">
                <a16:creationId xmlns:a16="http://schemas.microsoft.com/office/drawing/2014/main" id="{CE144F49-C4F0-43F4-97E6-0BB64976E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0651" y="2989343"/>
            <a:ext cx="0" cy="33694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44" name="Line 19">
            <a:extLst>
              <a:ext uri="{FF2B5EF4-FFF2-40B4-BE49-F238E27FC236}">
                <a16:creationId xmlns:a16="http://schemas.microsoft.com/office/drawing/2014/main" id="{331FC98E-67FE-4E57-B279-E2AEC6ED8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3010651" y="3003630"/>
            <a:ext cx="14843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45" name="Line 20">
            <a:extLst>
              <a:ext uri="{FF2B5EF4-FFF2-40B4-BE49-F238E27FC236}">
                <a16:creationId xmlns:a16="http://schemas.microsoft.com/office/drawing/2014/main" id="{7B527399-F6B0-4B3D-A77D-DECCBD60E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7501" y="3017918"/>
            <a:ext cx="0" cy="3357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46" name="Text Box 21">
            <a:extLst>
              <a:ext uri="{FF2B5EF4-FFF2-40B4-BE49-F238E27FC236}">
                <a16:creationId xmlns:a16="http://schemas.microsoft.com/office/drawing/2014/main" id="{723B6ED7-4E50-47B4-A33D-8F11B4B91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277" y="2989343"/>
            <a:ext cx="847725" cy="336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>
                <a:latin typeface="+mn-lt"/>
              </a:rPr>
              <a:t>++</a:t>
            </a:r>
          </a:p>
        </p:txBody>
      </p:sp>
      <p:sp>
        <p:nvSpPr>
          <p:cNvPr id="47" name="Text Box 22">
            <a:extLst>
              <a:ext uri="{FF2B5EF4-FFF2-40B4-BE49-F238E27FC236}">
                <a16:creationId xmlns:a16="http://schemas.microsoft.com/office/drawing/2014/main" id="{43BB9E29-C6BB-467D-8B73-B3F7AC72A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902" y="2989343"/>
            <a:ext cx="847725" cy="336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>
                <a:latin typeface="+mn-lt"/>
              </a:rPr>
              <a:t>++</a:t>
            </a:r>
          </a:p>
        </p:txBody>
      </p:sp>
      <p:sp>
        <p:nvSpPr>
          <p:cNvPr id="48" name="Text Box 23">
            <a:extLst>
              <a:ext uri="{FF2B5EF4-FFF2-40B4-BE49-F238E27FC236}">
                <a16:creationId xmlns:a16="http://schemas.microsoft.com/office/drawing/2014/main" id="{DF2C38B6-2A0F-4C18-8042-94AD1E321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940" y="3009270"/>
            <a:ext cx="847725" cy="336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>
                <a:latin typeface="+mn-lt"/>
              </a:rPr>
              <a:t>--</a:t>
            </a:r>
          </a:p>
        </p:txBody>
      </p:sp>
      <p:graphicFrame>
        <p:nvGraphicFramePr>
          <p:cNvPr id="49" name="Object 24">
            <a:extLst>
              <a:ext uri="{FF2B5EF4-FFF2-40B4-BE49-F238E27FC236}">
                <a16:creationId xmlns:a16="http://schemas.microsoft.com/office/drawing/2014/main" id="{BC189300-2B28-4124-ABE0-BF1A1D7CA4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2466"/>
              </p:ext>
            </p:extLst>
          </p:nvPr>
        </p:nvGraphicFramePr>
        <p:xfrm>
          <a:off x="2558213" y="3503692"/>
          <a:ext cx="838200" cy="453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279279" imgH="203112" progId="Equation.3">
                  <p:embed/>
                </p:oleObj>
              </mc:Choice>
              <mc:Fallback>
                <p:oleObj name="Equation" r:id="rId13" imgW="279279" imgH="203112" progId="Equation.3">
                  <p:embed/>
                  <p:pic>
                    <p:nvPicPr>
                      <p:cNvPr id="26" name="Object 24">
                        <a:extLst>
                          <a:ext uri="{FF2B5EF4-FFF2-40B4-BE49-F238E27FC236}">
                            <a16:creationId xmlns:a16="http://schemas.microsoft.com/office/drawing/2014/main" id="{02189F3F-5D72-4858-B9EA-980EA8C3F7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8213" y="3503692"/>
                        <a:ext cx="838200" cy="453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Text Box 25">
            <a:extLst>
              <a:ext uri="{FF2B5EF4-FFF2-40B4-BE49-F238E27FC236}">
                <a16:creationId xmlns:a16="http://schemas.microsoft.com/office/drawing/2014/main" id="{8CB7D2A5-47F1-468A-A010-42DB48242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813" y="1173555"/>
            <a:ext cx="609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>
                <a:latin typeface="+mn-lt"/>
              </a:rPr>
              <a:t>3)</a:t>
            </a:r>
          </a:p>
        </p:txBody>
      </p:sp>
      <p:sp>
        <p:nvSpPr>
          <p:cNvPr id="51" name="Rectangle 26">
            <a:extLst>
              <a:ext uri="{FF2B5EF4-FFF2-40B4-BE49-F238E27FC236}">
                <a16:creationId xmlns:a16="http://schemas.microsoft.com/office/drawing/2014/main" id="{52042E7D-612B-4A8E-96E1-7E86FBEC7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977" y="4080520"/>
            <a:ext cx="72327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>
                <a:latin typeface="+mn-lt"/>
              </a:rPr>
              <a:t>Hp = </a:t>
            </a:r>
          </a:p>
        </p:txBody>
      </p:sp>
      <p:sp>
        <p:nvSpPr>
          <p:cNvPr id="52" name="Footer Placeholder 9">
            <a:extLst>
              <a:ext uri="{FF2B5EF4-FFF2-40B4-BE49-F238E27FC236}">
                <a16:creationId xmlns:a16="http://schemas.microsoft.com/office/drawing/2014/main" id="{57BBD4F5-346F-442D-99A6-C5EC2E1D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0087D1-8A18-4996-9B1C-34A74557954A}"/>
                  </a:ext>
                </a:extLst>
              </p:cNvPr>
              <p:cNvSpPr txBox="1"/>
              <p:nvPr/>
            </p:nvSpPr>
            <p:spPr>
              <a:xfrm>
                <a:off x="6733419" y="1353130"/>
                <a:ext cx="16224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𝑇𝑖𝑡𝑖𝑘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𝑢𝑗𝑖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30087D1-8A18-4996-9B1C-34A745579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419" y="1353130"/>
                <a:ext cx="1622431" cy="276999"/>
              </a:xfrm>
              <a:prstGeom prst="rect">
                <a:avLst/>
              </a:prstGeom>
              <a:blipFill>
                <a:blip r:embed="rId15"/>
                <a:stretch>
                  <a:fillRect l="-3008" t="-2222" r="-3008" b="-3555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254971-FDCD-4F15-B240-0475197B7BDE}"/>
                  </a:ext>
                </a:extLst>
              </p:cNvPr>
              <p:cNvSpPr txBox="1"/>
              <p:nvPr/>
            </p:nvSpPr>
            <p:spPr>
              <a:xfrm>
                <a:off x="6733419" y="1805240"/>
                <a:ext cx="233878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  <m:sup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−5</m:t>
                      </m:r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−3=−3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2254971-FDCD-4F15-B240-0475197B7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419" y="1805240"/>
                <a:ext cx="2338782" cy="276999"/>
              </a:xfrm>
              <a:prstGeom prst="rect">
                <a:avLst/>
              </a:prstGeom>
              <a:blipFill>
                <a:blip r:embed="rId16"/>
                <a:stretch>
                  <a:fillRect l="-2089" t="-4348" r="-2089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38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  <p:bldP spid="50" grpId="0"/>
      <p:bldP spid="5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Contoh: Tentukan Himpunan Penyelesaian</a:t>
            </a:r>
          </a:p>
        </p:txBody>
      </p:sp>
      <p:graphicFrame>
        <p:nvGraphicFramePr>
          <p:cNvPr id="23" name="Object 22">
            <a:extLst>
              <a:ext uri="{FF2B5EF4-FFF2-40B4-BE49-F238E27FC236}">
                <a16:creationId xmlns:a16="http://schemas.microsoft.com/office/drawing/2014/main" id="{B6ED0E59-0A32-44EF-8981-D8DE3221EE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6114486"/>
              </p:ext>
            </p:extLst>
          </p:nvPr>
        </p:nvGraphicFramePr>
        <p:xfrm>
          <a:off x="1306016" y="1023408"/>
          <a:ext cx="3733800" cy="341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1485255" imgH="177723" progId="Equation.3">
                  <p:embed/>
                </p:oleObj>
              </mc:Choice>
              <mc:Fallback>
                <p:oleObj name="Equation" r:id="rId3" imgW="1485255" imgH="177723" progId="Equation.3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774FECE0-7C74-41A6-B4FA-371EE6510E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6016" y="1023408"/>
                        <a:ext cx="3733800" cy="3417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7">
            <a:extLst>
              <a:ext uri="{FF2B5EF4-FFF2-40B4-BE49-F238E27FC236}">
                <a16:creationId xmlns:a16="http://schemas.microsoft.com/office/drawing/2014/main" id="{2030F5F7-A8C5-473A-9BA9-2153E1192A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7724907"/>
              </p:ext>
            </p:extLst>
          </p:nvPr>
        </p:nvGraphicFramePr>
        <p:xfrm>
          <a:off x="1585416" y="1479417"/>
          <a:ext cx="2260600" cy="332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926698" imgH="177723" progId="Equation.3">
                  <p:embed/>
                </p:oleObj>
              </mc:Choice>
              <mc:Fallback>
                <p:oleObj name="Equation" r:id="rId5" imgW="926698" imgH="177723" progId="Equation.3">
                  <p:embed/>
                  <p:pic>
                    <p:nvPicPr>
                      <p:cNvPr id="10" name="Object 7">
                        <a:extLst>
                          <a:ext uri="{FF2B5EF4-FFF2-40B4-BE49-F238E27FC236}">
                            <a16:creationId xmlns:a16="http://schemas.microsoft.com/office/drawing/2014/main" id="{45F19696-3058-4362-9AC7-E3294FBC63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416" y="1479417"/>
                        <a:ext cx="2260600" cy="332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>
            <a:extLst>
              <a:ext uri="{FF2B5EF4-FFF2-40B4-BE49-F238E27FC236}">
                <a16:creationId xmlns:a16="http://schemas.microsoft.com/office/drawing/2014/main" id="{57CE9598-7D58-4058-9F32-883B4BF8C8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453378"/>
              </p:ext>
            </p:extLst>
          </p:nvPr>
        </p:nvGraphicFramePr>
        <p:xfrm>
          <a:off x="5268416" y="1479417"/>
          <a:ext cx="2362200" cy="336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952087" imgH="177723" progId="Equation.3">
                  <p:embed/>
                </p:oleObj>
              </mc:Choice>
              <mc:Fallback>
                <p:oleObj name="Equation" r:id="rId7" imgW="952087" imgH="177723" progId="Equation.3">
                  <p:embed/>
                  <p:pic>
                    <p:nvPicPr>
                      <p:cNvPr id="11" name="Object 9">
                        <a:extLst>
                          <a:ext uri="{FF2B5EF4-FFF2-40B4-BE49-F238E27FC236}">
                            <a16:creationId xmlns:a16="http://schemas.microsoft.com/office/drawing/2014/main" id="{491B9AAB-5245-4AF5-88BD-4BEF2898AD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416" y="1479417"/>
                        <a:ext cx="2362200" cy="3369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0">
            <a:extLst>
              <a:ext uri="{FF2B5EF4-FFF2-40B4-BE49-F238E27FC236}">
                <a16:creationId xmlns:a16="http://schemas.microsoft.com/office/drawing/2014/main" id="{1718BF89-7DC7-451C-BB16-E39DA65B9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7816" y="1450199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dan </a:t>
            </a:r>
          </a:p>
        </p:txBody>
      </p:sp>
      <p:graphicFrame>
        <p:nvGraphicFramePr>
          <p:cNvPr id="27" name="Object 11">
            <a:extLst>
              <a:ext uri="{FF2B5EF4-FFF2-40B4-BE49-F238E27FC236}">
                <a16:creationId xmlns:a16="http://schemas.microsoft.com/office/drawing/2014/main" id="{AE46AE9E-5888-427C-9758-64CE720E1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9008574"/>
              </p:ext>
            </p:extLst>
          </p:nvPr>
        </p:nvGraphicFramePr>
        <p:xfrm>
          <a:off x="1696541" y="1879468"/>
          <a:ext cx="2419350" cy="353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926698" imgH="177723" progId="Equation.3">
                  <p:embed/>
                </p:oleObj>
              </mc:Choice>
              <mc:Fallback>
                <p:oleObj name="Equation" r:id="rId9" imgW="926698" imgH="177723" progId="Equation.3">
                  <p:embed/>
                  <p:pic>
                    <p:nvPicPr>
                      <p:cNvPr id="13" name="Object 11">
                        <a:extLst>
                          <a:ext uri="{FF2B5EF4-FFF2-40B4-BE49-F238E27FC236}">
                            <a16:creationId xmlns:a16="http://schemas.microsoft.com/office/drawing/2014/main" id="{95BE1801-37A8-4AA7-A920-3B32D6A443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6541" y="1879468"/>
                        <a:ext cx="2419350" cy="3536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2">
            <a:extLst>
              <a:ext uri="{FF2B5EF4-FFF2-40B4-BE49-F238E27FC236}">
                <a16:creationId xmlns:a16="http://schemas.microsoft.com/office/drawing/2014/main" id="{E32BD912-52A3-4778-BD34-25B844823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7816" y="1851750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dan </a:t>
            </a:r>
          </a:p>
        </p:txBody>
      </p:sp>
      <p:graphicFrame>
        <p:nvGraphicFramePr>
          <p:cNvPr id="29" name="Object 13">
            <a:extLst>
              <a:ext uri="{FF2B5EF4-FFF2-40B4-BE49-F238E27FC236}">
                <a16:creationId xmlns:a16="http://schemas.microsoft.com/office/drawing/2014/main" id="{03979B27-8B53-4A57-B99F-84152AF403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475388"/>
              </p:ext>
            </p:extLst>
          </p:nvPr>
        </p:nvGraphicFramePr>
        <p:xfrm>
          <a:off x="5192216" y="1879467"/>
          <a:ext cx="31242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1142504" imgH="177723" progId="Equation.3">
                  <p:embed/>
                </p:oleObj>
              </mc:Choice>
              <mc:Fallback>
                <p:oleObj name="Equation" r:id="rId11" imgW="1142504" imgH="177723" progId="Equation.3">
                  <p:embed/>
                  <p:pic>
                    <p:nvPicPr>
                      <p:cNvPr id="15" name="Object 13">
                        <a:extLst>
                          <a:ext uri="{FF2B5EF4-FFF2-40B4-BE49-F238E27FC236}">
                            <a16:creationId xmlns:a16="http://schemas.microsoft.com/office/drawing/2014/main" id="{2A63C97D-9BB0-49AA-A9B5-C3234F40C4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2216" y="1879467"/>
                        <a:ext cx="31242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Text Box 14">
            <a:extLst>
              <a:ext uri="{FF2B5EF4-FFF2-40B4-BE49-F238E27FC236}">
                <a16:creationId xmlns:a16="http://schemas.microsoft.com/office/drawing/2014/main" id="{E0C4477E-5D50-446D-A687-74A9E311F9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99" y="98757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4)</a:t>
            </a:r>
          </a:p>
        </p:txBody>
      </p:sp>
      <p:graphicFrame>
        <p:nvGraphicFramePr>
          <p:cNvPr id="49" name="Object 15">
            <a:extLst>
              <a:ext uri="{FF2B5EF4-FFF2-40B4-BE49-F238E27FC236}">
                <a16:creationId xmlns:a16="http://schemas.microsoft.com/office/drawing/2014/main" id="{188028EA-3D2D-4EE9-815E-25A6248B36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437664"/>
              </p:ext>
            </p:extLst>
          </p:nvPr>
        </p:nvGraphicFramePr>
        <p:xfrm>
          <a:off x="2391290" y="2420011"/>
          <a:ext cx="1158875" cy="32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482181" imgH="177646" progId="Equation.3">
                  <p:embed/>
                </p:oleObj>
              </mc:Choice>
              <mc:Fallback>
                <p:oleObj name="Equation" r:id="rId13" imgW="482181" imgH="177646" progId="Equation.3">
                  <p:embed/>
                  <p:pic>
                    <p:nvPicPr>
                      <p:cNvPr id="17" name="Object 15">
                        <a:extLst>
                          <a:ext uri="{FF2B5EF4-FFF2-40B4-BE49-F238E27FC236}">
                            <a16:creationId xmlns:a16="http://schemas.microsoft.com/office/drawing/2014/main" id="{CEC12623-5A9A-4856-821A-BB1091D019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290" y="2420011"/>
                        <a:ext cx="1158875" cy="327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6">
            <a:extLst>
              <a:ext uri="{FF2B5EF4-FFF2-40B4-BE49-F238E27FC236}">
                <a16:creationId xmlns:a16="http://schemas.microsoft.com/office/drawing/2014/main" id="{71E28F33-EFAE-4A12-A05B-A0A5B3F02D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54776"/>
              </p:ext>
            </p:extLst>
          </p:nvPr>
        </p:nvGraphicFramePr>
        <p:xfrm>
          <a:off x="5546808" y="2489067"/>
          <a:ext cx="1524000" cy="34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609336" imgH="177723" progId="Equation.3">
                  <p:embed/>
                </p:oleObj>
              </mc:Choice>
              <mc:Fallback>
                <p:oleObj name="Equation" r:id="rId15" imgW="609336" imgH="177723" progId="Equation.3">
                  <p:embed/>
                  <p:pic>
                    <p:nvPicPr>
                      <p:cNvPr id="18" name="Object 16">
                        <a:extLst>
                          <a:ext uri="{FF2B5EF4-FFF2-40B4-BE49-F238E27FC236}">
                            <a16:creationId xmlns:a16="http://schemas.microsoft.com/office/drawing/2014/main" id="{338C77E0-DF25-41E8-A341-06C3FAA083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6808" y="2489067"/>
                        <a:ext cx="1524000" cy="3405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17">
            <a:extLst>
              <a:ext uri="{FF2B5EF4-FFF2-40B4-BE49-F238E27FC236}">
                <a16:creationId xmlns:a16="http://schemas.microsoft.com/office/drawing/2014/main" id="{325CD6A6-1EBD-4028-B257-D16DCFFB2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326" y="2438260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dan </a:t>
            </a:r>
          </a:p>
        </p:txBody>
      </p:sp>
      <p:graphicFrame>
        <p:nvGraphicFramePr>
          <p:cNvPr id="52" name="Object 18">
            <a:extLst>
              <a:ext uri="{FF2B5EF4-FFF2-40B4-BE49-F238E27FC236}">
                <a16:creationId xmlns:a16="http://schemas.microsoft.com/office/drawing/2014/main" id="{6504E7EE-F79E-4569-9D27-9369DA1D24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56498"/>
              </p:ext>
            </p:extLst>
          </p:nvPr>
        </p:nvGraphicFramePr>
        <p:xfrm>
          <a:off x="2399226" y="2829586"/>
          <a:ext cx="10668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7" imgW="431613" imgH="393529" progId="Equation.3">
                  <p:embed/>
                </p:oleObj>
              </mc:Choice>
              <mc:Fallback>
                <p:oleObj name="Equation" r:id="rId17" imgW="431613" imgH="393529" progId="Equation.3">
                  <p:embed/>
                  <p:pic>
                    <p:nvPicPr>
                      <p:cNvPr id="20" name="Object 18">
                        <a:extLst>
                          <a:ext uri="{FF2B5EF4-FFF2-40B4-BE49-F238E27FC236}">
                            <a16:creationId xmlns:a16="http://schemas.microsoft.com/office/drawing/2014/main" id="{A8F4A7AC-6B3A-42FF-AC8C-557A59A6F6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9226" y="2829586"/>
                        <a:ext cx="10668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9">
            <a:extLst>
              <a:ext uri="{FF2B5EF4-FFF2-40B4-BE49-F238E27FC236}">
                <a16:creationId xmlns:a16="http://schemas.microsoft.com/office/drawing/2014/main" id="{F94FC0CF-7E38-4296-AEFF-171EFF8BFA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370522"/>
              </p:ext>
            </p:extLst>
          </p:nvPr>
        </p:nvGraphicFramePr>
        <p:xfrm>
          <a:off x="5775408" y="3099858"/>
          <a:ext cx="1143000" cy="3131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19" imgW="494870" imgH="177646" progId="Equation.3">
                  <p:embed/>
                </p:oleObj>
              </mc:Choice>
              <mc:Fallback>
                <p:oleObj name="Equation" r:id="rId19" imgW="494870" imgH="177646" progId="Equation.3">
                  <p:embed/>
                  <p:pic>
                    <p:nvPicPr>
                      <p:cNvPr id="21" name="Object 19">
                        <a:extLst>
                          <a:ext uri="{FF2B5EF4-FFF2-40B4-BE49-F238E27FC236}">
                            <a16:creationId xmlns:a16="http://schemas.microsoft.com/office/drawing/2014/main" id="{F57E7F93-62A1-43F9-8346-460D879769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408" y="3099858"/>
                        <a:ext cx="1143000" cy="3131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Text Box 20">
            <a:extLst>
              <a:ext uri="{FF2B5EF4-FFF2-40B4-BE49-F238E27FC236}">
                <a16:creationId xmlns:a16="http://schemas.microsoft.com/office/drawing/2014/main" id="{F445C182-EC29-4086-905A-277CF5FC1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326" y="3076435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/>
              <a:t>dan </a:t>
            </a:r>
          </a:p>
        </p:txBody>
      </p:sp>
      <p:graphicFrame>
        <p:nvGraphicFramePr>
          <p:cNvPr id="55" name="Object 21">
            <a:extLst>
              <a:ext uri="{FF2B5EF4-FFF2-40B4-BE49-F238E27FC236}">
                <a16:creationId xmlns:a16="http://schemas.microsoft.com/office/drawing/2014/main" id="{F16A0D71-F97E-4073-95C7-C9C0CB4ED2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8829612"/>
              </p:ext>
            </p:extLst>
          </p:nvPr>
        </p:nvGraphicFramePr>
        <p:xfrm>
          <a:off x="2386526" y="3515386"/>
          <a:ext cx="1016000" cy="694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21" imgW="431613" imgH="393529" progId="Equation.3">
                  <p:embed/>
                </p:oleObj>
              </mc:Choice>
              <mc:Fallback>
                <p:oleObj name="Equation" r:id="rId21" imgW="431613" imgH="393529" progId="Equation.3">
                  <p:embed/>
                  <p:pic>
                    <p:nvPicPr>
                      <p:cNvPr id="23" name="Object 21">
                        <a:extLst>
                          <a:ext uri="{FF2B5EF4-FFF2-40B4-BE49-F238E27FC236}">
                            <a16:creationId xmlns:a16="http://schemas.microsoft.com/office/drawing/2014/main" id="{84BB5553-FF30-4266-B4E6-A066DE3EE3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526" y="3515386"/>
                        <a:ext cx="1016000" cy="694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22">
            <a:extLst>
              <a:ext uri="{FF2B5EF4-FFF2-40B4-BE49-F238E27FC236}">
                <a16:creationId xmlns:a16="http://schemas.microsoft.com/office/drawing/2014/main" id="{74763868-7F1B-4644-B3AC-9C730000E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8326" y="3705085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dan </a:t>
            </a:r>
          </a:p>
        </p:txBody>
      </p:sp>
      <p:graphicFrame>
        <p:nvGraphicFramePr>
          <p:cNvPr id="57" name="Object 23">
            <a:extLst>
              <a:ext uri="{FF2B5EF4-FFF2-40B4-BE49-F238E27FC236}">
                <a16:creationId xmlns:a16="http://schemas.microsoft.com/office/drawing/2014/main" id="{7ADAB471-B38B-4953-9D89-E82A218661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872639"/>
              </p:ext>
            </p:extLst>
          </p:nvPr>
        </p:nvGraphicFramePr>
        <p:xfrm>
          <a:off x="5775408" y="3698742"/>
          <a:ext cx="914400" cy="351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Equation" r:id="rId23" imgW="355138" imgH="177569" progId="Equation.3">
                  <p:embed/>
                </p:oleObj>
              </mc:Choice>
              <mc:Fallback>
                <p:oleObj name="Equation" r:id="rId23" imgW="355138" imgH="177569" progId="Equation.3">
                  <p:embed/>
                  <p:pic>
                    <p:nvPicPr>
                      <p:cNvPr id="25" name="Object 23">
                        <a:extLst>
                          <a:ext uri="{FF2B5EF4-FFF2-40B4-BE49-F238E27FC236}">
                            <a16:creationId xmlns:a16="http://schemas.microsoft.com/office/drawing/2014/main" id="{05785B33-F6F4-43AC-8642-97A975F90F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408" y="3698742"/>
                        <a:ext cx="914400" cy="3512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4666885-8D42-4694-8510-FE2E82F6CE5F}"/>
                  </a:ext>
                </a:extLst>
              </p:cNvPr>
              <p:cNvSpPr txBox="1"/>
              <p:nvPr/>
            </p:nvSpPr>
            <p:spPr>
              <a:xfrm>
                <a:off x="1914471" y="4182609"/>
                <a:ext cx="1602490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𝐻𝑃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]"/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∞,</m:t>
                          </m:r>
                          <m:f>
                            <m:f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id-ID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4666885-8D42-4694-8510-FE2E82F6C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471" y="4182609"/>
                <a:ext cx="1602490" cy="62235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23F867-4E4E-45A5-A9AD-3CCD72FBDD8A}"/>
                  </a:ext>
                </a:extLst>
              </p:cNvPr>
              <p:cNvSpPr txBox="1"/>
              <p:nvPr/>
            </p:nvSpPr>
            <p:spPr>
              <a:xfrm>
                <a:off x="5603685" y="4314242"/>
                <a:ext cx="12578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𝐻𝑃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id-ID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C23F867-4E4E-45A5-A9AD-3CCD72FBD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685" y="4314242"/>
                <a:ext cx="1257845" cy="276999"/>
              </a:xfrm>
              <a:prstGeom prst="rect">
                <a:avLst/>
              </a:prstGeom>
              <a:blipFill>
                <a:blip r:embed="rId26"/>
                <a:stretch>
                  <a:fillRect l="-3865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 Box 22">
            <a:extLst>
              <a:ext uri="{FF2B5EF4-FFF2-40B4-BE49-F238E27FC236}">
                <a16:creationId xmlns:a16="http://schemas.microsoft.com/office/drawing/2014/main" id="{6E5C0225-1C28-4FA7-B5B4-5021327D7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604" y="4285030"/>
            <a:ext cx="914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dan </a:t>
            </a:r>
          </a:p>
        </p:txBody>
      </p:sp>
      <p:sp>
        <p:nvSpPr>
          <p:cNvPr id="61" name="Footer Placeholder 9">
            <a:extLst>
              <a:ext uri="{FF2B5EF4-FFF2-40B4-BE49-F238E27FC236}">
                <a16:creationId xmlns:a16="http://schemas.microsoft.com/office/drawing/2014/main" id="{3B1008A3-6F76-4775-8662-E18B62682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192167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48" grpId="0"/>
      <p:bldP spid="51" grpId="0"/>
      <p:bldP spid="54" grpId="0"/>
      <p:bldP spid="56" grpId="0"/>
      <p:bldP spid="58" grpId="0"/>
      <p:bldP spid="59" grpId="0"/>
      <p:bldP spid="6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endParaRPr lang="id-ID" sz="4000" b="1" dirty="0">
              <a:solidFill>
                <a:schemeClr val="bg1"/>
              </a:solidFill>
            </a:endParaRP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48B6A772-9134-4CB8-96FF-A31AC837D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319" y="1168089"/>
            <a:ext cx="10534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800" dirty="0"/>
              <a:t>Hp = </a:t>
            </a:r>
          </a:p>
        </p:txBody>
      </p: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2C8551C7-1DA6-4272-892A-20F32A48072A}"/>
              </a:ext>
            </a:extLst>
          </p:cNvPr>
          <p:cNvGraphicFramePr>
            <a:graphicFrameLocks noGrp="1" noChangeAspect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15784916"/>
              </p:ext>
            </p:extLst>
          </p:nvPr>
        </p:nvGraphicFramePr>
        <p:xfrm>
          <a:off x="2055813" y="1058863"/>
          <a:ext cx="2058987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3" imgW="1104900" imgH="431800" progId="Equation.3">
                  <p:embed/>
                </p:oleObj>
              </mc:Choice>
              <mc:Fallback>
                <p:oleObj name="Equation" r:id="rId3" imgW="1104900" imgH="431800" progId="Equation.3">
                  <p:embed/>
                  <p:pic>
                    <p:nvPicPr>
                      <p:cNvPr id="27" name="Object 3">
                        <a:extLst>
                          <a:ext uri="{FF2B5EF4-FFF2-40B4-BE49-F238E27FC236}">
                            <a16:creationId xmlns:a16="http://schemas.microsoft.com/office/drawing/2014/main" id="{10896A91-31CA-4623-85E3-2BE96894C61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5813" y="1058863"/>
                        <a:ext cx="2058987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5">
            <a:extLst>
              <a:ext uri="{FF2B5EF4-FFF2-40B4-BE49-F238E27FC236}">
                <a16:creationId xmlns:a16="http://schemas.microsoft.com/office/drawing/2014/main" id="{E92763C7-F6DE-4D2F-AFFB-34512AD4C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175" y="284432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9EAAFCC4-5798-4F92-B72E-FD4588A952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2759795"/>
            <a:ext cx="5334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7D91D5A7-B239-4D10-9D85-451676B73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805038"/>
            <a:ext cx="463550" cy="341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0</a:t>
            </a:r>
          </a:p>
        </p:txBody>
      </p:sp>
      <p:sp>
        <p:nvSpPr>
          <p:cNvPr id="28" name="Oval 8">
            <a:extLst>
              <a:ext uri="{FF2B5EF4-FFF2-40B4-BE49-F238E27FC236}">
                <a16:creationId xmlns:a16="http://schemas.microsoft.com/office/drawing/2014/main" id="{C59FF6E0-6DFA-45DB-A23C-DEDBDE094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9" y="2688357"/>
            <a:ext cx="231775" cy="17025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9" name="Oval 9">
            <a:extLst>
              <a:ext uri="{FF2B5EF4-FFF2-40B4-BE49-F238E27FC236}">
                <a16:creationId xmlns:a16="http://schemas.microsoft.com/office/drawing/2014/main" id="{6BCEEBA8-89CB-4B32-B1D8-6586073F0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9" y="2674070"/>
            <a:ext cx="231775" cy="170259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CFD6930E-E5FC-4D46-9CFE-E9A1AF07359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16375" y="2346648"/>
            <a:ext cx="0" cy="34171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EA5CDB3D-0C13-44CB-B242-E68BC33B01F8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2363" y="2355726"/>
            <a:ext cx="16240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2">
            <a:extLst>
              <a:ext uri="{FF2B5EF4-FFF2-40B4-BE49-F238E27FC236}">
                <a16:creationId xmlns:a16="http://schemas.microsoft.com/office/drawing/2014/main" id="{B4412F1C-6374-4D75-8274-799F40C5C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7688" y="2175198"/>
            <a:ext cx="0" cy="51316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Line 13">
            <a:extLst>
              <a:ext uri="{FF2B5EF4-FFF2-40B4-BE49-F238E27FC236}">
                <a16:creationId xmlns:a16="http://schemas.microsoft.com/office/drawing/2014/main" id="{2480273E-FA79-4563-A3FC-E63FAB5D51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7688" y="2175197"/>
            <a:ext cx="25511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34" name="Object 14">
            <a:extLst>
              <a:ext uri="{FF2B5EF4-FFF2-40B4-BE49-F238E27FC236}">
                <a16:creationId xmlns:a16="http://schemas.microsoft.com/office/drawing/2014/main" id="{CC439DA0-B275-45C6-B76B-AD4B73E378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347437"/>
              </p:ext>
            </p:extLst>
          </p:nvPr>
        </p:nvGraphicFramePr>
        <p:xfrm>
          <a:off x="3810001" y="2860997"/>
          <a:ext cx="652463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5" imgW="190417" imgH="203112" progId="Equation.3">
                  <p:embed/>
                </p:oleObj>
              </mc:Choice>
              <mc:Fallback>
                <p:oleObj name="Equation" r:id="rId5" imgW="190417" imgH="203112" progId="Equation.3">
                  <p:embed/>
                  <p:pic>
                    <p:nvPicPr>
                      <p:cNvPr id="37" name="Object 14">
                        <a:extLst>
                          <a:ext uri="{FF2B5EF4-FFF2-40B4-BE49-F238E27FC236}">
                            <a16:creationId xmlns:a16="http://schemas.microsoft.com/office/drawing/2014/main" id="{5DC12512-6881-46FB-A6A5-9522367F6CA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1" y="2860997"/>
                        <a:ext cx="652463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15">
            <a:extLst>
              <a:ext uri="{FF2B5EF4-FFF2-40B4-BE49-F238E27FC236}">
                <a16:creationId xmlns:a16="http://schemas.microsoft.com/office/drawing/2014/main" id="{3EB3CFE7-25D1-44AA-BFE4-A0AAEDF6E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1" y="3312810"/>
            <a:ext cx="494077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/>
              <a:t>Dari gambar tersebut dapat disimpulkan : </a:t>
            </a: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2E0BDE98-ED79-4C80-B2BA-ABDC058A1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957563"/>
            <a:ext cx="1066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/>
              <a:t>Hp = </a:t>
            </a:r>
          </a:p>
        </p:txBody>
      </p:sp>
      <p:graphicFrame>
        <p:nvGraphicFramePr>
          <p:cNvPr id="37" name="Object 17">
            <a:extLst>
              <a:ext uri="{FF2B5EF4-FFF2-40B4-BE49-F238E27FC236}">
                <a16:creationId xmlns:a16="http://schemas.microsoft.com/office/drawing/2014/main" id="{18114E86-B61A-4A13-859C-3CB61CA37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07116"/>
              </p:ext>
            </p:extLst>
          </p:nvPr>
        </p:nvGraphicFramePr>
        <p:xfrm>
          <a:off x="1905001" y="3744441"/>
          <a:ext cx="1230313" cy="845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469696" imgH="431613" progId="Equation.3">
                  <p:embed/>
                </p:oleObj>
              </mc:Choice>
              <mc:Fallback>
                <p:oleObj name="Equation" r:id="rId7" imgW="469696" imgH="431613" progId="Equation.3">
                  <p:embed/>
                  <p:pic>
                    <p:nvPicPr>
                      <p:cNvPr id="40" name="Object 17">
                        <a:extLst>
                          <a:ext uri="{FF2B5EF4-FFF2-40B4-BE49-F238E27FC236}">
                            <a16:creationId xmlns:a16="http://schemas.microsoft.com/office/drawing/2014/main" id="{2D466639-06F1-401A-8DE5-D75296BC52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1" y="3744441"/>
                        <a:ext cx="1230313" cy="845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Footer Placeholder 9">
            <a:extLst>
              <a:ext uri="{FF2B5EF4-FFF2-40B4-BE49-F238E27FC236}">
                <a16:creationId xmlns:a16="http://schemas.microsoft.com/office/drawing/2014/main" id="{B4754601-EFB9-40F6-A11C-EFF46FABB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 animBg="1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/>
      <p:bldP spid="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Contoh: Tentukan Himpunan Penyelesaian</a:t>
            </a:r>
          </a:p>
        </p:txBody>
      </p:sp>
      <p:graphicFrame>
        <p:nvGraphicFramePr>
          <p:cNvPr id="36" name="Object 9">
            <a:extLst>
              <a:ext uri="{FF2B5EF4-FFF2-40B4-BE49-F238E27FC236}">
                <a16:creationId xmlns:a16="http://schemas.microsoft.com/office/drawing/2014/main" id="{08A9F1BB-20ED-4A9C-BB6B-9016E1ABB9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5939947"/>
              </p:ext>
            </p:extLst>
          </p:nvPr>
        </p:nvGraphicFramePr>
        <p:xfrm>
          <a:off x="1412875" y="3425825"/>
          <a:ext cx="1817688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1066800" imgH="419100" progId="Equation.3">
                  <p:embed/>
                </p:oleObj>
              </mc:Choice>
              <mc:Fallback>
                <p:oleObj name="Equation" r:id="rId3" imgW="1066800" imgH="419100" progId="Equation.3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004F0AFE-0947-419C-BBE1-1265B44ABA6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3425825"/>
                        <a:ext cx="1817688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4">
            <a:extLst>
              <a:ext uri="{FF2B5EF4-FFF2-40B4-BE49-F238E27FC236}">
                <a16:creationId xmlns:a16="http://schemas.microsoft.com/office/drawing/2014/main" id="{786DD063-70EF-4C9F-9C10-E4D9F29B7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516058"/>
              </p:ext>
            </p:extLst>
          </p:nvPr>
        </p:nvGraphicFramePr>
        <p:xfrm>
          <a:off x="1066800" y="1113588"/>
          <a:ext cx="2057400" cy="6965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863225" imgH="393529" progId="Equation.3">
                  <p:embed/>
                </p:oleObj>
              </mc:Choice>
              <mc:Fallback>
                <p:oleObj name="Equation" r:id="rId5" imgW="863225" imgH="393529" progId="Equation.3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5520DB00-EDB7-4E33-AAC8-DB1F1B95C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113588"/>
                        <a:ext cx="2057400" cy="6965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>
            <a:extLst>
              <a:ext uri="{FF2B5EF4-FFF2-40B4-BE49-F238E27FC236}">
                <a16:creationId xmlns:a16="http://schemas.microsoft.com/office/drawing/2014/main" id="{6469A819-B33C-49B6-A65A-F1A51EAE49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456"/>
              </p:ext>
            </p:extLst>
          </p:nvPr>
        </p:nvGraphicFramePr>
        <p:xfrm>
          <a:off x="1047751" y="1799388"/>
          <a:ext cx="2474913" cy="6929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1040948" imgH="393529" progId="Equation.3">
                  <p:embed/>
                </p:oleObj>
              </mc:Choice>
              <mc:Fallback>
                <p:oleObj name="Equation" r:id="rId7" imgW="1040948" imgH="393529" progId="Equation.3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C76D52BA-9650-46E2-BC30-7E5EF58C165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7751" y="1799388"/>
                        <a:ext cx="2474913" cy="6929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7">
            <a:extLst>
              <a:ext uri="{FF2B5EF4-FFF2-40B4-BE49-F238E27FC236}">
                <a16:creationId xmlns:a16="http://schemas.microsoft.com/office/drawing/2014/main" id="{FDF775CB-CB95-4992-AB76-0216EEE74E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301547"/>
              </p:ext>
            </p:extLst>
          </p:nvPr>
        </p:nvGraphicFramePr>
        <p:xfrm>
          <a:off x="1039814" y="2599488"/>
          <a:ext cx="3024187" cy="725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1308100" imgH="419100" progId="Equation.3">
                  <p:embed/>
                </p:oleObj>
              </mc:Choice>
              <mc:Fallback>
                <p:oleObj name="Equation" r:id="rId9" imgW="1308100" imgH="419100" progId="Equation.3">
                  <p:embed/>
                  <p:pic>
                    <p:nvPicPr>
                      <p:cNvPr id="13" name="Object 7">
                        <a:extLst>
                          <a:ext uri="{FF2B5EF4-FFF2-40B4-BE49-F238E27FC236}">
                            <a16:creationId xmlns:a16="http://schemas.microsoft.com/office/drawing/2014/main" id="{9FAC7860-08A9-40D2-8FAE-57E88AB589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814" y="2599488"/>
                        <a:ext cx="3024187" cy="7250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8">
            <a:extLst>
              <a:ext uri="{FF2B5EF4-FFF2-40B4-BE49-F238E27FC236}">
                <a16:creationId xmlns:a16="http://schemas.microsoft.com/office/drawing/2014/main" id="{F94A5EA2-4456-4CED-9DB2-BA43CB5E9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95754"/>
            <a:ext cx="6096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800" dirty="0"/>
              <a:t>5)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04CFE594-24F8-4186-BFDE-3FEA85991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14" y="4153403"/>
            <a:ext cx="12707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TP : -1, </a:t>
            </a:r>
            <a:endParaRPr lang="en-US" altLang="en-US" sz="2400"/>
          </a:p>
        </p:txBody>
      </p:sp>
      <p:graphicFrame>
        <p:nvGraphicFramePr>
          <p:cNvPr id="43" name="Object 11">
            <a:extLst>
              <a:ext uri="{FF2B5EF4-FFF2-40B4-BE49-F238E27FC236}">
                <a16:creationId xmlns:a16="http://schemas.microsoft.com/office/drawing/2014/main" id="{43863166-AE56-4E60-8E69-E23471FC40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986426"/>
              </p:ext>
            </p:extLst>
          </p:nvPr>
        </p:nvGraphicFramePr>
        <p:xfrm>
          <a:off x="2291147" y="4091575"/>
          <a:ext cx="30003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126835" imgH="355138" progId="Equation.3">
                  <p:embed/>
                </p:oleObj>
              </mc:Choice>
              <mc:Fallback>
                <p:oleObj name="Equation" r:id="rId11" imgW="126835" imgH="355138" progId="Equation.3">
                  <p:embed/>
                  <p:pic>
                    <p:nvPicPr>
                      <p:cNvPr id="16" name="Object 11">
                        <a:extLst>
                          <a:ext uri="{FF2B5EF4-FFF2-40B4-BE49-F238E27FC236}">
                            <a16:creationId xmlns:a16="http://schemas.microsoft.com/office/drawing/2014/main" id="{BDBC0473-E4F7-420D-B296-767494D9A9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1147" y="4091575"/>
                        <a:ext cx="300037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12">
            <a:extLst>
              <a:ext uri="{FF2B5EF4-FFF2-40B4-BE49-F238E27FC236}">
                <a16:creationId xmlns:a16="http://schemas.microsoft.com/office/drawing/2014/main" id="{8886E6F1-A023-4A11-9667-EF003FB7A0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9204" y="4161751"/>
            <a:ext cx="5261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, 3</a:t>
            </a:r>
            <a:endParaRPr lang="en-US" altLang="en-US" sz="2400"/>
          </a:p>
        </p:txBody>
      </p:sp>
      <p:sp>
        <p:nvSpPr>
          <p:cNvPr id="45" name="Line 13">
            <a:extLst>
              <a:ext uri="{FF2B5EF4-FFF2-40B4-BE49-F238E27FC236}">
                <a16:creationId xmlns:a16="http://schemas.microsoft.com/office/drawing/2014/main" id="{1AC2E768-CB39-4424-B713-8C7A3213960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062517"/>
            <a:ext cx="38862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" name="Text Box 14">
            <a:extLst>
              <a:ext uri="{FF2B5EF4-FFF2-40B4-BE49-F238E27FC236}">
                <a16:creationId xmlns:a16="http://schemas.microsoft.com/office/drawing/2014/main" id="{77743392-D30E-4E8B-9E84-EFB9CD7182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5514" y="2062517"/>
            <a:ext cx="338137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3</a:t>
            </a:r>
          </a:p>
        </p:txBody>
      </p:sp>
      <p:sp>
        <p:nvSpPr>
          <p:cNvPr id="47" name="Oval 15">
            <a:extLst>
              <a:ext uri="{FF2B5EF4-FFF2-40B4-BE49-F238E27FC236}">
                <a16:creationId xmlns:a16="http://schemas.microsoft.com/office/drawing/2014/main" id="{A32B303D-501C-4EA6-98E0-95224CCD4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9" y="1982745"/>
            <a:ext cx="168275" cy="13692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" name="Oval 16">
            <a:extLst>
              <a:ext uri="{FF2B5EF4-FFF2-40B4-BE49-F238E27FC236}">
                <a16:creationId xmlns:a16="http://schemas.microsoft.com/office/drawing/2014/main" id="{6536CF6D-1E51-4F5C-B0E5-92AD547AA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8226" y="1993460"/>
            <a:ext cx="168275" cy="13692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" name="Line 17">
            <a:extLst>
              <a:ext uri="{FF2B5EF4-FFF2-40B4-BE49-F238E27FC236}">
                <a16:creationId xmlns:a16="http://schemas.microsoft.com/office/drawing/2014/main" id="{7C4CDFE2-3C2D-405D-ACA5-3CC6311E6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0838" y="1730332"/>
            <a:ext cx="0" cy="27503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18">
            <a:extLst>
              <a:ext uri="{FF2B5EF4-FFF2-40B4-BE49-F238E27FC236}">
                <a16:creationId xmlns:a16="http://schemas.microsoft.com/office/drawing/2014/main" id="{52FD841E-8DF6-4222-810C-95C528FE3A6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72363" y="1754145"/>
            <a:ext cx="0" cy="2738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Text Box 19">
            <a:extLst>
              <a:ext uri="{FF2B5EF4-FFF2-40B4-BE49-F238E27FC236}">
                <a16:creationId xmlns:a16="http://schemas.microsoft.com/office/drawing/2014/main" id="{27955AFC-715A-4214-8486-BB9496209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4" y="1685088"/>
            <a:ext cx="67627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++</a:t>
            </a:r>
          </a:p>
        </p:txBody>
      </p:sp>
      <p:sp>
        <p:nvSpPr>
          <p:cNvPr id="52" name="Text Box 20">
            <a:extLst>
              <a:ext uri="{FF2B5EF4-FFF2-40B4-BE49-F238E27FC236}">
                <a16:creationId xmlns:a16="http://schemas.microsoft.com/office/drawing/2014/main" id="{BA368771-7C80-4D05-BD38-1DE5FFB2C3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1" y="1685088"/>
            <a:ext cx="676275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++</a:t>
            </a:r>
          </a:p>
        </p:txBody>
      </p:sp>
      <p:sp>
        <p:nvSpPr>
          <p:cNvPr id="53" name="Text Box 21">
            <a:extLst>
              <a:ext uri="{FF2B5EF4-FFF2-40B4-BE49-F238E27FC236}">
                <a16:creationId xmlns:a16="http://schemas.microsoft.com/office/drawing/2014/main" id="{7F92D69B-E51B-4F4A-ACFF-9645F62B3D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1685088"/>
            <a:ext cx="674688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--</a:t>
            </a:r>
          </a:p>
        </p:txBody>
      </p:sp>
      <p:sp>
        <p:nvSpPr>
          <p:cNvPr id="54" name="Text Box 22">
            <a:extLst>
              <a:ext uri="{FF2B5EF4-FFF2-40B4-BE49-F238E27FC236}">
                <a16:creationId xmlns:a16="http://schemas.microsoft.com/office/drawing/2014/main" id="{9DA50880-92AE-4989-A9A9-5C796D01E0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25" y="2097045"/>
            <a:ext cx="5080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-1</a:t>
            </a:r>
          </a:p>
        </p:txBody>
      </p:sp>
      <p:sp>
        <p:nvSpPr>
          <p:cNvPr id="55" name="Text Box 23">
            <a:extLst>
              <a:ext uri="{FF2B5EF4-FFF2-40B4-BE49-F238E27FC236}">
                <a16:creationId xmlns:a16="http://schemas.microsoft.com/office/drawing/2014/main" id="{720C0084-3C32-4C2D-9C55-17FE65CDA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08632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6" name="Oval 24">
            <a:extLst>
              <a:ext uri="{FF2B5EF4-FFF2-40B4-BE49-F238E27FC236}">
                <a16:creationId xmlns:a16="http://schemas.microsoft.com/office/drawing/2014/main" id="{30FB63FA-BF83-45B9-84C5-0699C37C6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8539" y="1993460"/>
            <a:ext cx="168275" cy="13692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7" name="Text Box 25">
            <a:extLst>
              <a:ext uri="{FF2B5EF4-FFF2-40B4-BE49-F238E27FC236}">
                <a16:creationId xmlns:a16="http://schemas.microsoft.com/office/drawing/2014/main" id="{C5E11C58-9ED0-4C86-9448-ABF765B399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988" y="1685088"/>
            <a:ext cx="508000" cy="273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--</a:t>
            </a:r>
          </a:p>
        </p:txBody>
      </p:sp>
      <p:sp>
        <p:nvSpPr>
          <p:cNvPr id="58" name="Line 26">
            <a:extLst>
              <a:ext uri="{FF2B5EF4-FFF2-40B4-BE49-F238E27FC236}">
                <a16:creationId xmlns:a16="http://schemas.microsoft.com/office/drawing/2014/main" id="{3739894D-5A39-4A81-96E8-DD6FB796D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2675" y="1742238"/>
            <a:ext cx="0" cy="27384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" name="Line 27">
            <a:extLst>
              <a:ext uri="{FF2B5EF4-FFF2-40B4-BE49-F238E27FC236}">
                <a16:creationId xmlns:a16="http://schemas.microsoft.com/office/drawing/2014/main" id="{CD4EF72D-4FC0-483E-B13C-307BBC632F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86288" y="1719617"/>
            <a:ext cx="844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Line 28">
            <a:extLst>
              <a:ext uri="{FF2B5EF4-FFF2-40B4-BE49-F238E27FC236}">
                <a16:creationId xmlns:a16="http://schemas.microsoft.com/office/drawing/2014/main" id="{29C967C1-B6A7-4240-B867-3B81E22C3B4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8388" y="1730332"/>
            <a:ext cx="13525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61" name="Object 29">
            <a:extLst>
              <a:ext uri="{FF2B5EF4-FFF2-40B4-BE49-F238E27FC236}">
                <a16:creationId xmlns:a16="http://schemas.microsoft.com/office/drawing/2014/main" id="{19F4437F-5450-4C14-8283-BEC699099F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6168566"/>
              </p:ext>
            </p:extLst>
          </p:nvPr>
        </p:nvGraphicFramePr>
        <p:xfrm>
          <a:off x="5924550" y="2156576"/>
          <a:ext cx="4953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164957" imgH="190335" progId="Equation.3">
                  <p:embed/>
                </p:oleObj>
              </mc:Choice>
              <mc:Fallback>
                <p:oleObj name="Equation" r:id="rId13" imgW="164957" imgH="190335" progId="Equation.3">
                  <p:embed/>
                  <p:pic>
                    <p:nvPicPr>
                      <p:cNvPr id="34" name="Object 29">
                        <a:extLst>
                          <a:ext uri="{FF2B5EF4-FFF2-40B4-BE49-F238E27FC236}">
                            <a16:creationId xmlns:a16="http://schemas.microsoft.com/office/drawing/2014/main" id="{BBF5CDB5-0D8E-442A-93FE-1006E14E4E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4550" y="2156576"/>
                        <a:ext cx="4953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Rectangle 30">
            <a:extLst>
              <a:ext uri="{FF2B5EF4-FFF2-40B4-BE49-F238E27FC236}">
                <a16:creationId xmlns:a16="http://schemas.microsoft.com/office/drawing/2014/main" id="{EFD296EE-F5FB-46C0-8F28-9F73DAA860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426" y="2911400"/>
            <a:ext cx="105349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800"/>
              <a:t>Hp = </a:t>
            </a:r>
          </a:p>
        </p:txBody>
      </p:sp>
      <p:graphicFrame>
        <p:nvGraphicFramePr>
          <p:cNvPr id="63" name="Object 31">
            <a:extLst>
              <a:ext uri="{FF2B5EF4-FFF2-40B4-BE49-F238E27FC236}">
                <a16:creationId xmlns:a16="http://schemas.microsoft.com/office/drawing/2014/main" id="{BD1EDC53-61D8-4B31-8458-84759B6AB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805243"/>
              </p:ext>
            </p:extLst>
          </p:nvPr>
        </p:nvGraphicFramePr>
        <p:xfrm>
          <a:off x="5699125" y="2751750"/>
          <a:ext cx="2693091" cy="879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901309" imgH="393529" progId="Equation.3">
                  <p:embed/>
                </p:oleObj>
              </mc:Choice>
              <mc:Fallback>
                <p:oleObj name="Equation" r:id="rId15" imgW="901309" imgH="393529" progId="Equation.3">
                  <p:embed/>
                  <p:pic>
                    <p:nvPicPr>
                      <p:cNvPr id="36" name="Object 31">
                        <a:extLst>
                          <a:ext uri="{FF2B5EF4-FFF2-40B4-BE49-F238E27FC236}">
                            <a16:creationId xmlns:a16="http://schemas.microsoft.com/office/drawing/2014/main" id="{63FD628A-AC27-497E-8863-F8634722FB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25" y="2751750"/>
                        <a:ext cx="2693091" cy="8791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Footer Placeholder 9">
            <a:extLst>
              <a:ext uri="{FF2B5EF4-FFF2-40B4-BE49-F238E27FC236}">
                <a16:creationId xmlns:a16="http://schemas.microsoft.com/office/drawing/2014/main" id="{5BE12AAB-6224-4286-91A7-7D19F4A7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2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2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/>
      <p:bldP spid="44" grpId="0"/>
      <p:bldP spid="45" grpId="0" animBg="1"/>
      <p:bldP spid="46" grpId="0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3" grpId="0"/>
      <p:bldP spid="54" grpId="0"/>
      <p:bldP spid="56" grpId="0" animBg="1"/>
      <p:bldP spid="57" grpId="0"/>
      <p:bldP spid="58" grpId="0" animBg="1"/>
      <p:bldP spid="59" grpId="0" animBg="1"/>
      <p:bldP spid="60" grpId="0" animBg="1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Pertidaksamaan Nilai Mutlak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altLang="en-US" dirty="0"/>
                  <a:t>Nilai </a:t>
                </a:r>
                <a:r>
                  <a:rPr lang="en-US" altLang="en-US" dirty="0" err="1"/>
                  <a:t>mutlak</a:t>
                </a:r>
                <a:r>
                  <a:rPr lang="en-US" altLang="en-US" dirty="0"/>
                  <a:t> </a:t>
                </a:r>
                <a:r>
                  <a:rPr lang="en-US" altLang="en-US" i="1" dirty="0">
                    <a:latin typeface="Times New Roman" pitchFamily="18" charset="0"/>
                  </a:rPr>
                  <a:t>x</a:t>
                </a:r>
                <a:r>
                  <a:rPr lang="en-US" altLang="en-US" dirty="0"/>
                  <a:t> (|</a:t>
                </a:r>
                <a:r>
                  <a:rPr lang="en-US" altLang="en-US" i="1" dirty="0">
                    <a:latin typeface="Times New Roman" pitchFamily="18" charset="0"/>
                  </a:rPr>
                  <a:t>x</a:t>
                </a:r>
                <a:r>
                  <a:rPr lang="en-US" altLang="en-US" dirty="0"/>
                  <a:t>|) </a:t>
                </a:r>
                <a:r>
                  <a:rPr lang="en-US" altLang="en-US" dirty="0" err="1"/>
                  <a:t>didefinisikan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sebagai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jarak</a:t>
                </a:r>
                <a:r>
                  <a:rPr lang="en-US" altLang="en-US" dirty="0"/>
                  <a:t> </a:t>
                </a:r>
                <a:r>
                  <a:rPr lang="en-US" altLang="en-US" i="1" dirty="0">
                    <a:latin typeface="Times New Roman" pitchFamily="18" charset="0"/>
                  </a:rPr>
                  <a:t>x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dari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titik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pusat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pada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garis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bilangan</a:t>
                </a:r>
                <a:r>
                  <a:rPr lang="en-US" altLang="en-US" dirty="0"/>
                  <a:t>, </a:t>
                </a:r>
                <a:r>
                  <a:rPr lang="en-US" altLang="en-US" dirty="0" err="1"/>
                  <a:t>sehingga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jarak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selalu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bernilai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positif</a:t>
                </a:r>
                <a:r>
                  <a:rPr lang="en-US" altLang="en-US" dirty="0"/>
                  <a:t>.</a:t>
                </a:r>
              </a:p>
              <a:p>
                <a:pPr algn="just"/>
                <a:r>
                  <a:rPr lang="en-US" altLang="en-US" dirty="0" err="1"/>
                  <a:t>Definisi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nilai</a:t>
                </a:r>
                <a:r>
                  <a:rPr lang="en-US" altLang="en-US" dirty="0"/>
                  <a:t> </a:t>
                </a:r>
                <a:r>
                  <a:rPr lang="en-US" altLang="en-US" dirty="0" err="1"/>
                  <a:t>mutlak</a:t>
                </a:r>
                <a:r>
                  <a:rPr lang="en-US" altLang="en-US" dirty="0"/>
                  <a:t> :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id-ID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id-ID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id-ID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        ;    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≥0</m:t>
                              </m:r>
                            </m:e>
                            <m:e>
                              <m:r>
                                <a:rPr lang="id-ID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      ;      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id-ID" b="0" i="1" smtClean="0">
                                  <a:latin typeface="Cambria Math"/>
                                </a:rPr>
                                <m:t>&lt;0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693" r="-185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D901FB6F-F83D-484F-9E73-153AFCB30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Pertidaksamaan Nilai Mutlak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5DC09F02-7A13-4FB3-A40E-A6D2047C7104}"/>
              </a:ext>
            </a:extLst>
          </p:cNvPr>
          <p:cNvSpPr txBox="1">
            <a:spLocks noChangeArrowheads="1"/>
          </p:cNvSpPr>
          <p:nvPr/>
        </p:nvSpPr>
        <p:spPr>
          <a:xfrm>
            <a:off x="429462" y="1041400"/>
            <a:ext cx="4114800" cy="285750"/>
          </a:xfrm>
          <a:prstGeom prst="rect">
            <a:avLst/>
          </a:prstGeom>
        </p:spPr>
        <p:txBody>
          <a:bodyPr vert="horz" rtlCol="0">
            <a:no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Sifat-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sifat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nilai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mutlak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</a:p>
        </p:txBody>
      </p:sp>
      <p:graphicFrame>
        <p:nvGraphicFramePr>
          <p:cNvPr id="28" name="Object 4">
            <a:extLst>
              <a:ext uri="{FF2B5EF4-FFF2-40B4-BE49-F238E27FC236}">
                <a16:creationId xmlns:a16="http://schemas.microsoft.com/office/drawing/2014/main" id="{92A96BF7-B662-4483-ADA7-A0429ABEB6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2077068"/>
              </p:ext>
            </p:extLst>
          </p:nvPr>
        </p:nvGraphicFramePr>
        <p:xfrm>
          <a:off x="1087437" y="3232493"/>
          <a:ext cx="85566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508000" imgH="469900" progId="Equation.3">
                  <p:embed/>
                </p:oleObj>
              </mc:Choice>
              <mc:Fallback>
                <p:oleObj name="Equation" r:id="rId3" imgW="508000" imgH="469900" progId="Equation.3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8D2B4A00-6AF0-498F-A5A8-0FFCA1F0E88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7437" y="3232493"/>
                        <a:ext cx="85566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6">
            <a:extLst>
              <a:ext uri="{FF2B5EF4-FFF2-40B4-BE49-F238E27FC236}">
                <a16:creationId xmlns:a16="http://schemas.microsoft.com/office/drawing/2014/main" id="{DBD7EE64-9E17-4257-A982-644586A06A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398246"/>
              </p:ext>
            </p:extLst>
          </p:nvPr>
        </p:nvGraphicFramePr>
        <p:xfrm>
          <a:off x="1260475" y="4311743"/>
          <a:ext cx="15970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990170" imgH="253890" progId="Equation.3">
                  <p:embed/>
                </p:oleObj>
              </mc:Choice>
              <mc:Fallback>
                <p:oleObj name="Equation" r:id="rId5" imgW="990170" imgH="253890" progId="Equation.3">
                  <p:embed/>
                  <p:pic>
                    <p:nvPicPr>
                      <p:cNvPr id="11" name="Object 16">
                        <a:extLst>
                          <a:ext uri="{FF2B5EF4-FFF2-40B4-BE49-F238E27FC236}">
                            <a16:creationId xmlns:a16="http://schemas.microsoft.com/office/drawing/2014/main" id="{ADDE4386-0D7E-4F64-8BA8-EFD5DE8ABF61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4311743"/>
                        <a:ext cx="15970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6">
            <a:extLst>
              <a:ext uri="{FF2B5EF4-FFF2-40B4-BE49-F238E27FC236}">
                <a16:creationId xmlns:a16="http://schemas.microsoft.com/office/drawing/2014/main" id="{722A9103-532C-4A88-B29D-E1D328D83E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104198"/>
              </p:ext>
            </p:extLst>
          </p:nvPr>
        </p:nvGraphicFramePr>
        <p:xfrm>
          <a:off x="1066800" y="1347614"/>
          <a:ext cx="12954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596900" imgH="292100" progId="Equation.3">
                  <p:embed/>
                </p:oleObj>
              </mc:Choice>
              <mc:Fallback>
                <p:oleObj name="Equation" r:id="rId7" imgW="596900" imgH="292100" progId="Equation.3">
                  <p:embed/>
                  <p:pic>
                    <p:nvPicPr>
                      <p:cNvPr id="12" name="Object 6">
                        <a:extLst>
                          <a:ext uri="{FF2B5EF4-FFF2-40B4-BE49-F238E27FC236}">
                            <a16:creationId xmlns:a16="http://schemas.microsoft.com/office/drawing/2014/main" id="{29A0CF3E-4704-4979-BB32-39A93445D5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347614"/>
                        <a:ext cx="12954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">
            <a:extLst>
              <a:ext uri="{FF2B5EF4-FFF2-40B4-BE49-F238E27FC236}">
                <a16:creationId xmlns:a16="http://schemas.microsoft.com/office/drawing/2014/main" id="{A069E545-2E1C-43D3-8D5E-2BC0740699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393884"/>
              </p:ext>
            </p:extLst>
          </p:nvPr>
        </p:nvGraphicFramePr>
        <p:xfrm>
          <a:off x="1055688" y="1851670"/>
          <a:ext cx="44307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1854200" imgH="254000" progId="Equation.3">
                  <p:embed/>
                </p:oleObj>
              </mc:Choice>
              <mc:Fallback>
                <p:oleObj name="Equation" r:id="rId9" imgW="1854200" imgH="254000" progId="Equation.3">
                  <p:embed/>
                  <p:pic>
                    <p:nvPicPr>
                      <p:cNvPr id="14" name="Object 8">
                        <a:extLst>
                          <a:ext uri="{FF2B5EF4-FFF2-40B4-BE49-F238E27FC236}">
                            <a16:creationId xmlns:a16="http://schemas.microsoft.com/office/drawing/2014/main" id="{15F14635-B596-4F34-981E-18D36D31BB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1851670"/>
                        <a:ext cx="443071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10">
            <a:extLst>
              <a:ext uri="{FF2B5EF4-FFF2-40B4-BE49-F238E27FC236}">
                <a16:creationId xmlns:a16="http://schemas.microsoft.com/office/drawing/2014/main" id="{3ACFCD08-8BA2-456F-8DB2-828C06FBEE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8356845"/>
              </p:ext>
            </p:extLst>
          </p:nvPr>
        </p:nvGraphicFramePr>
        <p:xfrm>
          <a:off x="1066800" y="2286000"/>
          <a:ext cx="34432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1562100" imgH="254000" progId="Equation.3">
                  <p:embed/>
                </p:oleObj>
              </mc:Choice>
              <mc:Fallback>
                <p:oleObj name="Equation" r:id="rId11" imgW="1562100" imgH="254000" progId="Equation.3">
                  <p:embed/>
                  <p:pic>
                    <p:nvPicPr>
                      <p:cNvPr id="16" name="Object 10">
                        <a:extLst>
                          <a:ext uri="{FF2B5EF4-FFF2-40B4-BE49-F238E27FC236}">
                            <a16:creationId xmlns:a16="http://schemas.microsoft.com/office/drawing/2014/main" id="{D255D22E-F588-4345-8902-C45EBA427C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286000"/>
                        <a:ext cx="3443288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11">
            <a:extLst>
              <a:ext uri="{FF2B5EF4-FFF2-40B4-BE49-F238E27FC236}">
                <a16:creationId xmlns:a16="http://schemas.microsoft.com/office/drawing/2014/main" id="{A24AFF4D-1570-47C0-8929-B4D911AF0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400" y="2230190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atau </a:t>
            </a:r>
          </a:p>
        </p:txBody>
      </p:sp>
      <p:graphicFrame>
        <p:nvGraphicFramePr>
          <p:cNvPr id="34" name="Object 12">
            <a:extLst>
              <a:ext uri="{FF2B5EF4-FFF2-40B4-BE49-F238E27FC236}">
                <a16:creationId xmlns:a16="http://schemas.microsoft.com/office/drawing/2014/main" id="{B37DA2A5-9942-452C-9835-5E5848DDC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2037"/>
              </p:ext>
            </p:extLst>
          </p:nvPr>
        </p:nvGraphicFramePr>
        <p:xfrm>
          <a:off x="5410200" y="2346750"/>
          <a:ext cx="1143000" cy="30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457002" imgH="165028" progId="Equation.3">
                  <p:embed/>
                </p:oleObj>
              </mc:Choice>
              <mc:Fallback>
                <p:oleObj name="Equation" r:id="rId13" imgW="457002" imgH="165028" progId="Equation.3">
                  <p:embed/>
                  <p:pic>
                    <p:nvPicPr>
                      <p:cNvPr id="18" name="Object 12">
                        <a:extLst>
                          <a:ext uri="{FF2B5EF4-FFF2-40B4-BE49-F238E27FC236}">
                            <a16:creationId xmlns:a16="http://schemas.microsoft.com/office/drawing/2014/main" id="{B423F1D9-76E9-402E-A630-984B70124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2346750"/>
                        <a:ext cx="1143000" cy="303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3">
            <a:extLst>
              <a:ext uri="{FF2B5EF4-FFF2-40B4-BE49-F238E27FC236}">
                <a16:creationId xmlns:a16="http://schemas.microsoft.com/office/drawing/2014/main" id="{953DFBBE-7FA6-477E-A211-33BE7ACE4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741286"/>
              </p:ext>
            </p:extLst>
          </p:nvPr>
        </p:nvGraphicFramePr>
        <p:xfrm>
          <a:off x="1066800" y="2720379"/>
          <a:ext cx="1752600" cy="4274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787058" imgH="253890" progId="Equation.3">
                  <p:embed/>
                </p:oleObj>
              </mc:Choice>
              <mc:Fallback>
                <p:oleObj name="Equation" r:id="rId15" imgW="787058" imgH="253890" progId="Equation.3">
                  <p:embed/>
                  <p:pic>
                    <p:nvPicPr>
                      <p:cNvPr id="19" name="Object 13">
                        <a:extLst>
                          <a:ext uri="{FF2B5EF4-FFF2-40B4-BE49-F238E27FC236}">
                            <a16:creationId xmlns:a16="http://schemas.microsoft.com/office/drawing/2014/main" id="{CE7284BA-F5FA-4ECD-84C5-2C44C15401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720379"/>
                        <a:ext cx="1752600" cy="4274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14">
            <a:extLst>
              <a:ext uri="{FF2B5EF4-FFF2-40B4-BE49-F238E27FC236}">
                <a16:creationId xmlns:a16="http://schemas.microsoft.com/office/drawing/2014/main" id="{793FAA43-92D0-43E7-8535-0957AE353C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9396491"/>
              </p:ext>
            </p:extLst>
          </p:nvPr>
        </p:nvGraphicFramePr>
        <p:xfrm>
          <a:off x="2895600" y="2720379"/>
          <a:ext cx="1143000" cy="397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7" imgW="495085" imgH="228501" progId="Equation.3">
                  <p:embed/>
                </p:oleObj>
              </mc:Choice>
              <mc:Fallback>
                <p:oleObj name="Equation" r:id="rId17" imgW="495085" imgH="228501" progId="Equation.3">
                  <p:embed/>
                  <p:pic>
                    <p:nvPicPr>
                      <p:cNvPr id="20" name="Object 14">
                        <a:extLst>
                          <a:ext uri="{FF2B5EF4-FFF2-40B4-BE49-F238E27FC236}">
                            <a16:creationId xmlns:a16="http://schemas.microsoft.com/office/drawing/2014/main" id="{2ED9FBF8-4608-4BA1-B5BE-0311ABE4F1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720379"/>
                        <a:ext cx="1143000" cy="397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15">
            <a:extLst>
              <a:ext uri="{FF2B5EF4-FFF2-40B4-BE49-F238E27FC236}">
                <a16:creationId xmlns:a16="http://schemas.microsoft.com/office/drawing/2014/main" id="{6C40BE5B-2302-4590-BE3B-958E33544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640" y="3971840"/>
            <a:ext cx="43434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dirty="0"/>
              <a:t>6. </a:t>
            </a:r>
            <a:r>
              <a:rPr lang="en-US" altLang="en-US" sz="2000" dirty="0" err="1"/>
              <a:t>Ketaksamaan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segitiga</a:t>
            </a:r>
            <a:r>
              <a:rPr lang="en-US" altLang="en-US" sz="2000" dirty="0"/>
              <a:t> </a:t>
            </a:r>
          </a:p>
        </p:txBody>
      </p:sp>
      <p:sp>
        <p:nvSpPr>
          <p:cNvPr id="38" name="Text Box 17">
            <a:extLst>
              <a:ext uri="{FF2B5EF4-FFF2-40B4-BE49-F238E27FC236}">
                <a16:creationId xmlns:a16="http://schemas.microsoft.com/office/drawing/2014/main" id="{8650E8DD-344D-484E-B676-C6A968533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404764"/>
            <a:ext cx="304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1</a:t>
            </a:r>
          </a:p>
        </p:txBody>
      </p:sp>
      <p:sp>
        <p:nvSpPr>
          <p:cNvPr id="39" name="Text Box 18">
            <a:extLst>
              <a:ext uri="{FF2B5EF4-FFF2-40B4-BE49-F238E27FC236}">
                <a16:creationId xmlns:a16="http://schemas.microsoft.com/office/drawing/2014/main" id="{C5C89FC9-754A-445D-9789-CA40F50EE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851670"/>
            <a:ext cx="304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2</a:t>
            </a:r>
          </a:p>
        </p:txBody>
      </p:sp>
      <p:sp>
        <p:nvSpPr>
          <p:cNvPr id="40" name="Text Box 19">
            <a:extLst>
              <a:ext uri="{FF2B5EF4-FFF2-40B4-BE49-F238E27FC236}">
                <a16:creationId xmlns:a16="http://schemas.microsoft.com/office/drawing/2014/main" id="{400CA0A5-5E48-4C91-BAF9-D643C8FA2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0"/>
            <a:ext cx="304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 dirty="0"/>
              <a:t>3</a:t>
            </a:r>
          </a:p>
        </p:txBody>
      </p:sp>
      <p:sp>
        <p:nvSpPr>
          <p:cNvPr id="41" name="Text Box 20">
            <a:extLst>
              <a:ext uri="{FF2B5EF4-FFF2-40B4-BE49-F238E27FC236}">
                <a16:creationId xmlns:a16="http://schemas.microsoft.com/office/drawing/2014/main" id="{CA16BFF6-BFC2-49E9-9FDE-9A79E6C7C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720379"/>
            <a:ext cx="304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4</a:t>
            </a:r>
          </a:p>
        </p:txBody>
      </p:sp>
      <p:sp>
        <p:nvSpPr>
          <p:cNvPr id="42" name="Text Box 21">
            <a:extLst>
              <a:ext uri="{FF2B5EF4-FFF2-40B4-BE49-F238E27FC236}">
                <a16:creationId xmlns:a16="http://schemas.microsoft.com/office/drawing/2014/main" id="{91691FED-F2F1-4EC6-958E-06654C2ED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392785"/>
            <a:ext cx="457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000"/>
              <a:t>5</a:t>
            </a:r>
          </a:p>
        </p:txBody>
      </p:sp>
      <p:graphicFrame>
        <p:nvGraphicFramePr>
          <p:cNvPr id="43" name="Object 22">
            <a:extLst>
              <a:ext uri="{FF2B5EF4-FFF2-40B4-BE49-F238E27FC236}">
                <a16:creationId xmlns:a16="http://schemas.microsoft.com/office/drawing/2014/main" id="{14361132-F15B-42B0-B1A3-D6F591FC76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090246"/>
              </p:ext>
            </p:extLst>
          </p:nvPr>
        </p:nvGraphicFramePr>
        <p:xfrm>
          <a:off x="4067944" y="4325595"/>
          <a:ext cx="2016224" cy="406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9" imgW="1028700" imgH="279400" progId="Equation.3">
                  <p:embed/>
                </p:oleObj>
              </mc:Choice>
              <mc:Fallback>
                <p:oleObj name="Equation" r:id="rId19" imgW="1028700" imgH="279400" progId="Equation.3">
                  <p:embed/>
                  <p:pic>
                    <p:nvPicPr>
                      <p:cNvPr id="27" name="Object 22">
                        <a:extLst>
                          <a:ext uri="{FF2B5EF4-FFF2-40B4-BE49-F238E27FC236}">
                            <a16:creationId xmlns:a16="http://schemas.microsoft.com/office/drawing/2014/main" id="{1CAB989C-245A-4D4B-BEA8-9E6574DC82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944" y="4325595"/>
                        <a:ext cx="2016224" cy="4063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Footer Placeholder 9">
            <a:extLst>
              <a:ext uri="{FF2B5EF4-FFF2-40B4-BE49-F238E27FC236}">
                <a16:creationId xmlns:a16="http://schemas.microsoft.com/office/drawing/2014/main" id="{D93D8F45-F7D2-45CD-A2FA-B932C9F4C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uild="p"/>
      <p:bldP spid="33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Contoh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1828" y="1083618"/>
            <a:ext cx="7394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 Cari himpunan penyelesaian dari pertidaksamaan    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01352" y="1600200"/>
            <a:ext cx="30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1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701352" y="2114550"/>
            <a:ext cx="304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2</a:t>
            </a:r>
          </a:p>
        </p:txBody>
      </p:sp>
      <p:sp>
        <p:nvSpPr>
          <p:cNvPr id="11" name="Text Box 10"/>
          <p:cNvSpPr txBox="1">
            <a:spLocks noChangeArrowheads="1"/>
          </p:cNvSpPr>
          <p:nvPr/>
        </p:nvSpPr>
        <p:spPr bwMode="auto">
          <a:xfrm>
            <a:off x="701352" y="2628900"/>
            <a:ext cx="38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3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701352" y="3086100"/>
            <a:ext cx="38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4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701352" y="3600450"/>
            <a:ext cx="38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5</a:t>
            </a:r>
          </a:p>
        </p:txBody>
      </p:sp>
      <p:sp>
        <p:nvSpPr>
          <p:cNvPr id="14" name="Text Box 16"/>
          <p:cNvSpPr txBox="1">
            <a:spLocks noChangeArrowheads="1"/>
          </p:cNvSpPr>
          <p:nvPr/>
        </p:nvSpPr>
        <p:spPr bwMode="auto">
          <a:xfrm>
            <a:off x="701352" y="4171950"/>
            <a:ext cx="381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/>
              <a:t>6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1310953" y="1608535"/>
            <a:ext cx="15151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dirty="0"/>
              <a:t>| 2x – 4 | &lt; 5 </a:t>
            </a: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1310952" y="2171700"/>
            <a:ext cx="15071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| 3x – 2 | ≥ 6 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1310953" y="2662237"/>
            <a:ext cx="15921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| 3 – 2x | &gt; -2 </a:t>
            </a: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322065" y="3151585"/>
            <a:ext cx="1476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| 5x - 1| &lt; -2 </a:t>
            </a: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1353816" y="3627835"/>
            <a:ext cx="186301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| x</a:t>
            </a:r>
            <a:r>
              <a:rPr lang="en-US" altLang="en-US" baseline="30000"/>
              <a:t>2</a:t>
            </a:r>
            <a:r>
              <a:rPr lang="en-US" altLang="en-US"/>
              <a:t> + 3x - 5| &lt; 5 </a:t>
            </a:r>
          </a:p>
        </p:txBody>
      </p:sp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1353815" y="4232673"/>
            <a:ext cx="19607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| 2x + 1| &lt; | x - 5| </a:t>
            </a:r>
          </a:p>
        </p:txBody>
      </p:sp>
      <p:sp>
        <p:nvSpPr>
          <p:cNvPr id="21" name="Footer Placeholder 9">
            <a:extLst>
              <a:ext uri="{FF2B5EF4-FFF2-40B4-BE49-F238E27FC236}">
                <a16:creationId xmlns:a16="http://schemas.microsoft.com/office/drawing/2014/main" id="{FE67FD2A-4FBF-4C7E-A660-F6A3807F9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Contoh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125316-F43A-446B-B7D4-35A7BFAC5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828" y="1083618"/>
            <a:ext cx="7394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 Cari himpunan penyelesaian dari pertidaksamaan    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017F20C5-339B-46FF-A380-A709138F7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432" y="1547313"/>
            <a:ext cx="486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1</a:t>
            </a:r>
            <a:r>
              <a:rPr lang="id-ID" altLang="en-US" sz="2400" dirty="0"/>
              <a:t>)</a:t>
            </a:r>
            <a:endParaRPr lang="en-U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2">
                <a:extLst>
                  <a:ext uri="{FF2B5EF4-FFF2-40B4-BE49-F238E27FC236}">
                    <a16:creationId xmlns:a16="http://schemas.microsoft.com/office/drawing/2014/main" id="{EE071F7C-0042-4BD6-977B-F1E30F19FD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0953" y="1608535"/>
                <a:ext cx="172572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| 2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 – 4 | &lt; 5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7" name="Rectangle 2">
                <a:extLst>
                  <a:ext uri="{FF2B5EF4-FFF2-40B4-BE49-F238E27FC236}">
                    <a16:creationId xmlns:a16="http://schemas.microsoft.com/office/drawing/2014/main" id="{EE071F7C-0042-4BD6-977B-F1E30F19FD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0953" y="1608535"/>
                <a:ext cx="1725729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4C0707F-7B42-434F-BBF1-C840E7199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0953" y="2026200"/>
                <a:ext cx="199503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−5&lt;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5 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4C0707F-7B42-434F-BBF1-C840E7199C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0953" y="2026200"/>
                <a:ext cx="199503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E85062E-29EF-4610-92A2-8ADF3104B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8566" y="2420834"/>
                <a:ext cx="239899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−5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E85062E-29EF-4610-92A2-8ADF3104BA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8566" y="2420834"/>
                <a:ext cx="239899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DF09823-67C4-47A3-BE8D-2D9B45A7E8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8171" y="2815468"/>
                <a:ext cx="153978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&lt;9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DF09823-67C4-47A3-BE8D-2D9B45A7E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8171" y="2815468"/>
                <a:ext cx="15397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83210BB-8764-451E-9680-FF39C81287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6206" y="3233133"/>
                <a:ext cx="1450012" cy="6109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altLang="en-US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83210BB-8764-451E-9680-FF39C81287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66206" y="3233133"/>
                <a:ext cx="1450012" cy="6109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477B613-BF2E-4D64-A295-336307E95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7629" y="3867894"/>
                <a:ext cx="1724703" cy="7146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477B613-BF2E-4D64-A295-336307E955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47629" y="3867894"/>
                <a:ext cx="1724703" cy="7146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ooter Placeholder 9">
            <a:extLst>
              <a:ext uri="{FF2B5EF4-FFF2-40B4-BE49-F238E27FC236}">
                <a16:creationId xmlns:a16="http://schemas.microsoft.com/office/drawing/2014/main" id="{CA99414B-A7EB-4CF5-BD15-2955AAD6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1387248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Contoh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1828" y="1083618"/>
            <a:ext cx="7394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 Cari himpunan penyelesaian dari pertidaksamaan    </a:t>
            </a:r>
          </a:p>
        </p:txBody>
      </p:sp>
      <p:sp>
        <p:nvSpPr>
          <p:cNvPr id="19" name="Text Box 9">
            <a:extLst>
              <a:ext uri="{FF2B5EF4-FFF2-40B4-BE49-F238E27FC236}">
                <a16:creationId xmlns:a16="http://schemas.microsoft.com/office/drawing/2014/main" id="{4B56F15E-F6E1-4EE9-A156-A73D045D7B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932" y="1539766"/>
            <a:ext cx="5720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2</a:t>
            </a:r>
            <a:r>
              <a:rPr lang="id-ID" altLang="en-US" sz="2400" dirty="0"/>
              <a:t>)</a:t>
            </a:r>
            <a:endParaRPr lang="en-U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D036DCDB-11AE-4924-85B0-34F0D83B3F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3608" y="1594117"/>
                <a:ext cx="164237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| 3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2|≥6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0" name="Rectangle 3">
                <a:extLst>
                  <a:ext uri="{FF2B5EF4-FFF2-40B4-BE49-F238E27FC236}">
                    <a16:creationId xmlns:a16="http://schemas.microsoft.com/office/drawing/2014/main" id="{D036DCDB-11AE-4924-85B0-34F0D83B3F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8" y="1594117"/>
                <a:ext cx="1642373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9C8C0D4D-44FC-4B5A-867F-CCCE771C0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9834" y="2023560"/>
                <a:ext cx="14436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2≥6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1" name="Rectangle 3">
                <a:extLst>
                  <a:ext uri="{FF2B5EF4-FFF2-40B4-BE49-F238E27FC236}">
                    <a16:creationId xmlns:a16="http://schemas.microsoft.com/office/drawing/2014/main" id="{9C8C0D4D-44FC-4B5A-867F-CCCE771C0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9834" y="2023560"/>
                <a:ext cx="14436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3">
                <a:extLst>
                  <a:ext uri="{FF2B5EF4-FFF2-40B4-BE49-F238E27FC236}">
                    <a16:creationId xmlns:a16="http://schemas.microsoft.com/office/drawing/2014/main" id="{7FB0541A-984A-4D92-A297-558780456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2079" y="2015619"/>
                <a:ext cx="156542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6 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2" name="Rectangle 3">
                <a:extLst>
                  <a:ext uri="{FF2B5EF4-FFF2-40B4-BE49-F238E27FC236}">
                    <a16:creationId xmlns:a16="http://schemas.microsoft.com/office/drawing/2014/main" id="{7FB0541A-984A-4D92-A297-5587804560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2079" y="2015619"/>
                <a:ext cx="15654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3">
                <a:extLst>
                  <a:ext uri="{FF2B5EF4-FFF2-40B4-BE49-F238E27FC236}">
                    <a16:creationId xmlns:a16="http://schemas.microsoft.com/office/drawing/2014/main" id="{986A2D6D-1A1A-4F17-89F3-9F64F1F488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7299" y="2022713"/>
                <a:ext cx="7531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𝐴𝑡𝑎𝑢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3" name="Rectangle 3">
                <a:extLst>
                  <a:ext uri="{FF2B5EF4-FFF2-40B4-BE49-F238E27FC236}">
                    <a16:creationId xmlns:a16="http://schemas.microsoft.com/office/drawing/2014/main" id="{986A2D6D-1A1A-4F17-89F3-9F64F1F488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7299" y="2022713"/>
                <a:ext cx="75315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3">
                <a:extLst>
                  <a:ext uri="{FF2B5EF4-FFF2-40B4-BE49-F238E27FC236}">
                    <a16:creationId xmlns:a16="http://schemas.microsoft.com/office/drawing/2014/main" id="{A3A8F530-913B-49D7-980D-4A37862105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5087" y="2409824"/>
                <a:ext cx="98834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5" name="Rectangle 3">
                <a:extLst>
                  <a:ext uri="{FF2B5EF4-FFF2-40B4-BE49-F238E27FC236}">
                    <a16:creationId xmlns:a16="http://schemas.microsoft.com/office/drawing/2014/main" id="{A3A8F530-913B-49D7-980D-4A37862105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5087" y="2409824"/>
                <a:ext cx="98834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964766E5-BAE8-4D6C-8E86-B0DA2BDD7A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0979" y="2399139"/>
                <a:ext cx="116147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≤−4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7" name="Rectangle 3">
                <a:extLst>
                  <a:ext uri="{FF2B5EF4-FFF2-40B4-BE49-F238E27FC236}">
                    <a16:creationId xmlns:a16="http://schemas.microsoft.com/office/drawing/2014/main" id="{964766E5-BAE8-4D6C-8E86-B0DA2BDD7A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0979" y="2399139"/>
                <a:ext cx="116147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48681A02-563C-4A8E-9788-086DFA02A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7299" y="2393468"/>
                <a:ext cx="7531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𝐴𝑡𝑎𝑢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9" name="Rectangle 3">
                <a:extLst>
                  <a:ext uri="{FF2B5EF4-FFF2-40B4-BE49-F238E27FC236}">
                    <a16:creationId xmlns:a16="http://schemas.microsoft.com/office/drawing/2014/main" id="{48681A02-563C-4A8E-9788-086DFA02A8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7299" y="2393468"/>
                <a:ext cx="75315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">
                <a:extLst>
                  <a:ext uri="{FF2B5EF4-FFF2-40B4-BE49-F238E27FC236}">
                    <a16:creationId xmlns:a16="http://schemas.microsoft.com/office/drawing/2014/main" id="{6E1748CC-359C-47D0-B5C5-9B0BC5496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9925" y="2801320"/>
                <a:ext cx="860107" cy="6127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1" name="Rectangle 3">
                <a:extLst>
                  <a:ext uri="{FF2B5EF4-FFF2-40B4-BE49-F238E27FC236}">
                    <a16:creationId xmlns:a16="http://schemas.microsoft.com/office/drawing/2014/main" id="{6E1748CC-359C-47D0-B5C5-9B0BC5496A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9925" y="2801320"/>
                <a:ext cx="860107" cy="6127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">
                <a:extLst>
                  <a:ext uri="{FF2B5EF4-FFF2-40B4-BE49-F238E27FC236}">
                    <a16:creationId xmlns:a16="http://schemas.microsoft.com/office/drawing/2014/main" id="{4EB03641-A4FC-4B1E-8D87-5A5F98110B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6080" y="2782659"/>
                <a:ext cx="1071704" cy="611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≤−</m:t>
                      </m:r>
                      <m:f>
                        <m:f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3" name="Rectangle 3">
                <a:extLst>
                  <a:ext uri="{FF2B5EF4-FFF2-40B4-BE49-F238E27FC236}">
                    <a16:creationId xmlns:a16="http://schemas.microsoft.com/office/drawing/2014/main" id="{4EB03641-A4FC-4B1E-8D87-5A5F98110B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6080" y="2782659"/>
                <a:ext cx="1071704" cy="61170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">
                <a:extLst>
                  <a:ext uri="{FF2B5EF4-FFF2-40B4-BE49-F238E27FC236}">
                    <a16:creationId xmlns:a16="http://schemas.microsoft.com/office/drawing/2014/main" id="{78DC4D4F-04A8-49E2-A4BF-837DD51BB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17299" y="2922498"/>
                <a:ext cx="75315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𝐴𝑡𝑎𝑢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5" name="Rectangle 3">
                <a:extLst>
                  <a:ext uri="{FF2B5EF4-FFF2-40B4-BE49-F238E27FC236}">
                    <a16:creationId xmlns:a16="http://schemas.microsoft.com/office/drawing/2014/main" id="{78DC4D4F-04A8-49E2-A4BF-837DD51BB4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17299" y="2922498"/>
                <a:ext cx="75315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F961CA3-F861-4632-B34F-51ECF797E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1889" y="3493959"/>
                <a:ext cx="2791790" cy="7146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endChr m:val="]"/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∞,−</m:t>
                          </m:r>
                          <m:f>
                            <m:fPr>
                              <m:ctrlPr>
                                <a:rPr lang="id-ID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id-ID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["/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id-ID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num>
                            <m:den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,∞</m:t>
                          </m:r>
                        </m:e>
                      </m:d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F961CA3-F861-4632-B34F-51ECF797E2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31889" y="3493959"/>
                <a:ext cx="2791790" cy="7146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ooter Placeholder 9">
            <a:extLst>
              <a:ext uri="{FF2B5EF4-FFF2-40B4-BE49-F238E27FC236}">
                <a16:creationId xmlns:a16="http://schemas.microsoft.com/office/drawing/2014/main" id="{47FE49DF-9FA0-498E-AE4D-AE7ED3927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154071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5" grpId="0"/>
      <p:bldP spid="27" grpId="0"/>
      <p:bldP spid="29" grpId="0"/>
      <p:bldP spid="31" grpId="0"/>
      <p:bldP spid="33" grpId="0"/>
      <p:bldP spid="35" grpId="0"/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Contoh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1828" y="1083618"/>
            <a:ext cx="7394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 Cari himpunan penyelesaian dari pertidaksamaan    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:a16="http://schemas.microsoft.com/office/drawing/2014/main" id="{8DD991A0-6050-4C7B-A4CE-E7DA242E9F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30" y="1612369"/>
            <a:ext cx="5889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3</a:t>
            </a:r>
            <a:r>
              <a:rPr lang="id-ID" altLang="en-US" sz="2400" dirty="0"/>
              <a:t>)</a:t>
            </a:r>
            <a:endParaRPr lang="en-US" altLang="en-US" sz="2400" dirty="0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3B4C0F34-0565-40D7-BF0B-EF48550B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4789" y="1679531"/>
            <a:ext cx="159210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| 3 – 2x | &gt; -2 </a:t>
            </a:r>
          </a:p>
        </p:txBody>
      </p:sp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7616B852-9435-42E1-8025-5005221E8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024820"/>
              </p:ext>
            </p:extLst>
          </p:nvPr>
        </p:nvGraphicFramePr>
        <p:xfrm>
          <a:off x="1066800" y="2724388"/>
          <a:ext cx="34432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1562100" imgH="254000" progId="Equation.3">
                  <p:embed/>
                </p:oleObj>
              </mc:Choice>
              <mc:Fallback>
                <p:oleObj name="Equation" r:id="rId3" imgW="1562100" imgH="254000" progId="Equation.3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799C1AD4-E112-41A1-AECD-3735858AE9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724388"/>
                        <a:ext cx="3443288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1">
            <a:extLst>
              <a:ext uri="{FF2B5EF4-FFF2-40B4-BE49-F238E27FC236}">
                <a16:creationId xmlns:a16="http://schemas.microsoft.com/office/drawing/2014/main" id="{7C32F584-D1DE-424B-A085-A97397B34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844" y="2670248"/>
            <a:ext cx="990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atau </a:t>
            </a:r>
          </a:p>
        </p:txBody>
      </p:sp>
      <p:graphicFrame>
        <p:nvGraphicFramePr>
          <p:cNvPr id="19" name="Object 12">
            <a:extLst>
              <a:ext uri="{FF2B5EF4-FFF2-40B4-BE49-F238E27FC236}">
                <a16:creationId xmlns:a16="http://schemas.microsoft.com/office/drawing/2014/main" id="{EA842CCE-5D20-4DC2-8E1E-3AADE5694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513913"/>
              </p:ext>
            </p:extLst>
          </p:nvPr>
        </p:nvGraphicFramePr>
        <p:xfrm>
          <a:off x="5364088" y="2777531"/>
          <a:ext cx="1143000" cy="303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457002" imgH="165028" progId="Equation.3">
                  <p:embed/>
                </p:oleObj>
              </mc:Choice>
              <mc:Fallback>
                <p:oleObj name="Equation" r:id="rId5" imgW="457002" imgH="165028" progId="Equation.3">
                  <p:embed/>
                  <p:pic>
                    <p:nvPicPr>
                      <p:cNvPr id="14" name="Object 12">
                        <a:extLst>
                          <a:ext uri="{FF2B5EF4-FFF2-40B4-BE49-F238E27FC236}">
                            <a16:creationId xmlns:a16="http://schemas.microsoft.com/office/drawing/2014/main" id="{4F1F23B6-C57B-4725-8EDB-E60714FA708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2777531"/>
                        <a:ext cx="1143000" cy="3036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>
            <a:extLst>
              <a:ext uri="{FF2B5EF4-FFF2-40B4-BE49-F238E27FC236}">
                <a16:creationId xmlns:a16="http://schemas.microsoft.com/office/drawing/2014/main" id="{06045716-F921-4527-9D4E-40DDB671D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098" y="2250957"/>
            <a:ext cx="17301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id-ID" altLang="en-US" sz="2000" dirty="0"/>
              <a:t>Sifat ke </a:t>
            </a:r>
            <a:r>
              <a:rPr lang="en-US" altLang="en-US" sz="2000" dirty="0"/>
              <a:t>3</a:t>
            </a:r>
            <a:r>
              <a:rPr lang="id-ID" altLang="en-US" sz="2000" dirty="0"/>
              <a:t>:</a:t>
            </a:r>
            <a:endParaRPr lang="en-US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128433D-0BB5-465F-AA01-F3FC47DDC6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688" y="3488690"/>
                <a:ext cx="389831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sz="28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d-ID" alt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id-ID" altLang="en-US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d>
                    </m:oMath>
                  </m:oMathPara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128433D-0BB5-465F-AA01-F3FC47DDC6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5688" y="3488690"/>
                <a:ext cx="389831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Footer Placeholder 9">
            <a:extLst>
              <a:ext uri="{FF2B5EF4-FFF2-40B4-BE49-F238E27FC236}">
                <a16:creationId xmlns:a16="http://schemas.microsoft.com/office/drawing/2014/main" id="{3C7532C3-30EC-4405-A1F5-BA12EED3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16346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Contoh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1828" y="1083618"/>
            <a:ext cx="7394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 Cari himpunan penyelesaian dari pertidaksamaan    </a:t>
            </a:r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BF883B28-6D3C-4B51-8C2E-94A357D21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25" y="1654385"/>
            <a:ext cx="6207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4</a:t>
            </a:r>
            <a:r>
              <a:rPr lang="id-ID" altLang="en-US" sz="2400" dirty="0"/>
              <a:t>)</a:t>
            </a:r>
            <a:endParaRPr lang="en-US" altLang="en-US" sz="2400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AE05C40-6321-4E5E-B763-664FA4719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5357" y="1720657"/>
            <a:ext cx="14766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| 5x - 1| &lt; -2 </a:t>
            </a:r>
          </a:p>
        </p:txBody>
      </p:sp>
      <p:graphicFrame>
        <p:nvGraphicFramePr>
          <p:cNvPr id="15" name="Object 8">
            <a:extLst>
              <a:ext uri="{FF2B5EF4-FFF2-40B4-BE49-F238E27FC236}">
                <a16:creationId xmlns:a16="http://schemas.microsoft.com/office/drawing/2014/main" id="{F64B13B9-2927-43F9-B2C3-EEDFC4560B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7979968"/>
              </p:ext>
            </p:extLst>
          </p:nvPr>
        </p:nvGraphicFramePr>
        <p:xfrm>
          <a:off x="1375738" y="2807569"/>
          <a:ext cx="443071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1854200" imgH="254000" progId="Equation.3">
                  <p:embed/>
                </p:oleObj>
              </mc:Choice>
              <mc:Fallback>
                <p:oleObj name="Equation" r:id="rId3" imgW="1854200" imgH="254000" progId="Equation.3">
                  <p:embed/>
                  <p:pic>
                    <p:nvPicPr>
                      <p:cNvPr id="12" name="Object 8">
                        <a:extLst>
                          <a:ext uri="{FF2B5EF4-FFF2-40B4-BE49-F238E27FC236}">
                            <a16:creationId xmlns:a16="http://schemas.microsoft.com/office/drawing/2014/main" id="{9488B211-FBB4-42EC-B4B5-560611CA1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5738" y="2807569"/>
                        <a:ext cx="443071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8">
            <a:extLst>
              <a:ext uri="{FF2B5EF4-FFF2-40B4-BE49-F238E27FC236}">
                <a16:creationId xmlns:a16="http://schemas.microsoft.com/office/drawing/2014/main" id="{B1F8D105-A2B5-4408-844A-D82CF8809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5357" y="2236802"/>
            <a:ext cx="20557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id-ID" altLang="en-US" sz="2000" dirty="0"/>
              <a:t>Sifat ke </a:t>
            </a:r>
            <a:r>
              <a:rPr lang="en-US" altLang="en-US" sz="2000" dirty="0"/>
              <a:t>2</a:t>
            </a:r>
            <a:r>
              <a:rPr lang="id-ID" altLang="en-US" sz="2000" dirty="0"/>
              <a:t>:</a:t>
            </a:r>
            <a:endParaRPr lang="en-US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61CC036-332E-41EF-8E9E-4B2B242A7B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357" y="3536662"/>
                <a:ext cx="174823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sz="28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e>
                      </m:d>
                    </m:oMath>
                  </m:oMathPara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61CC036-332E-41EF-8E9E-4B2B242A7B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05357" y="3536662"/>
                <a:ext cx="174823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ooter Placeholder 9">
            <a:extLst>
              <a:ext uri="{FF2B5EF4-FFF2-40B4-BE49-F238E27FC236}">
                <a16:creationId xmlns:a16="http://schemas.microsoft.com/office/drawing/2014/main" id="{A0D22A99-A614-48EE-8BC3-65ABAA51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50601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Contoh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1828" y="843558"/>
            <a:ext cx="7394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 Cari himpunan penyelesaian dari pertidaksamaan    </a:t>
            </a: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502183" y="1275606"/>
            <a:ext cx="5414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5</a:t>
            </a:r>
            <a:r>
              <a:rPr lang="id-ID" altLang="en-US" sz="2400" dirty="0"/>
              <a:t>)</a:t>
            </a:r>
            <a:endParaRPr lang="en-U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6"/>
              <p:cNvSpPr>
                <a:spLocks noChangeArrowheads="1"/>
              </p:cNvSpPr>
              <p:nvPr/>
            </p:nvSpPr>
            <p:spPr bwMode="auto">
              <a:xfrm>
                <a:off x="1100916" y="1373362"/>
                <a:ext cx="202247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i="1" baseline="30000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i="1" dirty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&lt;5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9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00916" y="1373362"/>
                <a:ext cx="202247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6">
                <a:extLst>
                  <a:ext uri="{FF2B5EF4-FFF2-40B4-BE49-F238E27FC236}">
                    <a16:creationId xmlns:a16="http://schemas.microsoft.com/office/drawing/2014/main" id="{DC1EA52B-0A06-4941-8134-5D626184B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8952" y="1850715"/>
                <a:ext cx="251415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−5&lt;</m:t>
                      </m:r>
                      <m:sSup>
                        <m:sSup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−5&lt;5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" name="Rectangle 6">
                <a:extLst>
                  <a:ext uri="{FF2B5EF4-FFF2-40B4-BE49-F238E27FC236}">
                    <a16:creationId xmlns:a16="http://schemas.microsoft.com/office/drawing/2014/main" id="{DC1EA52B-0A06-4941-8134-5D626184B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952" y="1850715"/>
                <a:ext cx="25141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3C1FF179-D3A8-4E61-807F-647D242D7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243" y="2328068"/>
                <a:ext cx="191142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−5&lt;5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6" name="Rectangle 6">
                <a:extLst>
                  <a:ext uri="{FF2B5EF4-FFF2-40B4-BE49-F238E27FC236}">
                    <a16:creationId xmlns:a16="http://schemas.microsoft.com/office/drawing/2014/main" id="{3C1FF179-D3A8-4E61-807F-647D242D75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43" y="2328068"/>
                <a:ext cx="191142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6">
                <a:extLst>
                  <a:ext uri="{FF2B5EF4-FFF2-40B4-BE49-F238E27FC236}">
                    <a16:creationId xmlns:a16="http://schemas.microsoft.com/office/drawing/2014/main" id="{72F5A52E-79AF-4E59-8E95-6F3AD490E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578" y="2330285"/>
                <a:ext cx="208454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−5&gt;−5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4" name="Rectangle 6">
                <a:extLst>
                  <a:ext uri="{FF2B5EF4-FFF2-40B4-BE49-F238E27FC236}">
                    <a16:creationId xmlns:a16="http://schemas.microsoft.com/office/drawing/2014/main" id="{72F5A52E-79AF-4E59-8E95-6F3AD490E5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80578" y="2330285"/>
                <a:ext cx="20845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6">
                <a:extLst>
                  <a:ext uri="{FF2B5EF4-FFF2-40B4-BE49-F238E27FC236}">
                    <a16:creationId xmlns:a16="http://schemas.microsoft.com/office/drawing/2014/main" id="{FEDA8B1A-119F-4C84-85AD-3C7C97BA7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75" y="2328068"/>
                <a:ext cx="6471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𝑑𝑎𝑛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6" name="Rectangle 6">
                <a:extLst>
                  <a:ext uri="{FF2B5EF4-FFF2-40B4-BE49-F238E27FC236}">
                    <a16:creationId xmlns:a16="http://schemas.microsoft.com/office/drawing/2014/main" id="{FEDA8B1A-119F-4C84-85AD-3C7C97BA70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0075" y="2328068"/>
                <a:ext cx="6471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6">
                <a:extLst>
                  <a:ext uri="{FF2B5EF4-FFF2-40B4-BE49-F238E27FC236}">
                    <a16:creationId xmlns:a16="http://schemas.microsoft.com/office/drawing/2014/main" id="{C354FD35-7CCD-43D6-BB88-8B36A9F9C6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243" y="2796437"/>
                <a:ext cx="203966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−10&lt;0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8" name="Rectangle 6">
                <a:extLst>
                  <a:ext uri="{FF2B5EF4-FFF2-40B4-BE49-F238E27FC236}">
                    <a16:creationId xmlns:a16="http://schemas.microsoft.com/office/drawing/2014/main" id="{C354FD35-7CCD-43D6-BB88-8B36A9F9C6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43" y="2796437"/>
                <a:ext cx="203966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7DDC7BB0-1F58-4533-8E5D-7FD7E5E60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543" y="2796437"/>
                <a:ext cx="150746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&gt;0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0" name="Rectangle 6">
                <a:extLst>
                  <a:ext uri="{FF2B5EF4-FFF2-40B4-BE49-F238E27FC236}">
                    <a16:creationId xmlns:a16="http://schemas.microsoft.com/office/drawing/2014/main" id="{7DDC7BB0-1F58-4533-8E5D-7FD7E5E608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0543" y="2796437"/>
                <a:ext cx="150746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6">
                <a:extLst>
                  <a:ext uri="{FF2B5EF4-FFF2-40B4-BE49-F238E27FC236}">
                    <a16:creationId xmlns:a16="http://schemas.microsoft.com/office/drawing/2014/main" id="{B8D32B6C-3130-4E51-8C9D-3963D0A5C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75" y="2796437"/>
                <a:ext cx="6471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𝑑𝑎𝑛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2" name="Rectangle 6">
                <a:extLst>
                  <a:ext uri="{FF2B5EF4-FFF2-40B4-BE49-F238E27FC236}">
                    <a16:creationId xmlns:a16="http://schemas.microsoft.com/office/drawing/2014/main" id="{B8D32B6C-3130-4E51-8C9D-3963D0A5CA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0075" y="2796437"/>
                <a:ext cx="6471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6">
                <a:extLst>
                  <a:ext uri="{FF2B5EF4-FFF2-40B4-BE49-F238E27FC236}">
                    <a16:creationId xmlns:a16="http://schemas.microsoft.com/office/drawing/2014/main" id="{4F51AF22-C1D1-4BEC-9402-730642BD7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9243" y="3213862"/>
                <a:ext cx="218162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&lt;0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4" name="Rectangle 6">
                <a:extLst>
                  <a:ext uri="{FF2B5EF4-FFF2-40B4-BE49-F238E27FC236}">
                    <a16:creationId xmlns:a16="http://schemas.microsoft.com/office/drawing/2014/main" id="{4F51AF22-C1D1-4BEC-9402-730642BD74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243" y="3213862"/>
                <a:ext cx="2181623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6">
                <a:extLst>
                  <a:ext uri="{FF2B5EF4-FFF2-40B4-BE49-F238E27FC236}">
                    <a16:creationId xmlns:a16="http://schemas.microsoft.com/office/drawing/2014/main" id="{3F27B98E-DD8C-43B2-A96F-D1B13FA7D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0543" y="3213862"/>
                <a:ext cx="158607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r>
                        <a:rPr lang="en-US" altLang="en-US" i="1" dirty="0">
                          <a:latin typeface="Cambria Math" panose="02040503050406030204" pitchFamily="18" charset="0"/>
                        </a:rPr>
                        <m:t>&gt;0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6" name="Rectangle 6">
                <a:extLst>
                  <a:ext uri="{FF2B5EF4-FFF2-40B4-BE49-F238E27FC236}">
                    <a16:creationId xmlns:a16="http://schemas.microsoft.com/office/drawing/2014/main" id="{3F27B98E-DD8C-43B2-A96F-D1B13FA7DE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10543" y="3213862"/>
                <a:ext cx="1586075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6">
                <a:extLst>
                  <a:ext uri="{FF2B5EF4-FFF2-40B4-BE49-F238E27FC236}">
                    <a16:creationId xmlns:a16="http://schemas.microsoft.com/office/drawing/2014/main" id="{9CCECC1C-76E9-4E10-B0C3-038379647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0075" y="3213862"/>
                <a:ext cx="6471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𝑑𝑎𝑛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8" name="Rectangle 6">
                <a:extLst>
                  <a:ext uri="{FF2B5EF4-FFF2-40B4-BE49-F238E27FC236}">
                    <a16:creationId xmlns:a16="http://schemas.microsoft.com/office/drawing/2014/main" id="{9CCECC1C-76E9-4E10-B0C3-0383796478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0075" y="3213862"/>
                <a:ext cx="6471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6">
                <a:extLst>
                  <a:ext uri="{FF2B5EF4-FFF2-40B4-BE49-F238E27FC236}">
                    <a16:creationId xmlns:a16="http://schemas.microsoft.com/office/drawing/2014/main" id="{FA6C6732-4013-4A45-840D-506A4A3A4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6044" y="3680014"/>
                <a:ext cx="185294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=−5∪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=2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40" name="Rectangle 6">
                <a:extLst>
                  <a:ext uri="{FF2B5EF4-FFF2-40B4-BE49-F238E27FC236}">
                    <a16:creationId xmlns:a16="http://schemas.microsoft.com/office/drawing/2014/main" id="{FA6C6732-4013-4A45-840D-506A4A3A4E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044" y="3680014"/>
                <a:ext cx="1852943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6">
                <a:extLst>
                  <a:ext uri="{FF2B5EF4-FFF2-40B4-BE49-F238E27FC236}">
                    <a16:creationId xmlns:a16="http://schemas.microsoft.com/office/drawing/2014/main" id="{848E655B-128E-4112-8027-0DDF42F25B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3888" y="3680014"/>
                <a:ext cx="185294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=0∪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=−3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42" name="Rectangle 6">
                <a:extLst>
                  <a:ext uri="{FF2B5EF4-FFF2-40B4-BE49-F238E27FC236}">
                    <a16:creationId xmlns:a16="http://schemas.microsoft.com/office/drawing/2014/main" id="{848E655B-128E-4112-8027-0DDF42F25B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63888" y="3680014"/>
                <a:ext cx="185294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6">
                <a:extLst>
                  <a:ext uri="{FF2B5EF4-FFF2-40B4-BE49-F238E27FC236}">
                    <a16:creationId xmlns:a16="http://schemas.microsoft.com/office/drawing/2014/main" id="{7DDBB08A-A2C8-4BB9-82DE-08525A17E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26876" y="3680014"/>
                <a:ext cx="647100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𝑑𝑎𝑛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44" name="Rectangle 6">
                <a:extLst>
                  <a:ext uri="{FF2B5EF4-FFF2-40B4-BE49-F238E27FC236}">
                    <a16:creationId xmlns:a16="http://schemas.microsoft.com/office/drawing/2014/main" id="{7DDBB08A-A2C8-4BB9-82DE-08525A17ED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6876" y="3680014"/>
                <a:ext cx="6471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D7B5346-76F2-4282-836C-BC7C600E1BCA}"/>
              </a:ext>
            </a:extLst>
          </p:cNvPr>
          <p:cNvCxnSpPr/>
          <p:nvPr/>
        </p:nvCxnSpPr>
        <p:spPr>
          <a:xfrm>
            <a:off x="464727" y="4515966"/>
            <a:ext cx="2200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6E600C7-10A4-4074-AF9F-F7932CAD9CBB}"/>
              </a:ext>
            </a:extLst>
          </p:cNvPr>
          <p:cNvCxnSpPr/>
          <p:nvPr/>
        </p:nvCxnSpPr>
        <p:spPr>
          <a:xfrm>
            <a:off x="3462646" y="4515966"/>
            <a:ext cx="22004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94E18BAB-E786-41D3-89FE-68CB90131DC6}"/>
              </a:ext>
            </a:extLst>
          </p:cNvPr>
          <p:cNvSpPr/>
          <p:nvPr/>
        </p:nvSpPr>
        <p:spPr>
          <a:xfrm>
            <a:off x="989877" y="4421187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0" name="Flowchart: Connector 49">
            <a:extLst>
              <a:ext uri="{FF2B5EF4-FFF2-40B4-BE49-F238E27FC236}">
                <a16:creationId xmlns:a16="http://schemas.microsoft.com/office/drawing/2014/main" id="{42254F75-982F-4C5E-A526-8A0A708D0153}"/>
              </a:ext>
            </a:extLst>
          </p:cNvPr>
          <p:cNvSpPr/>
          <p:nvPr/>
        </p:nvSpPr>
        <p:spPr>
          <a:xfrm>
            <a:off x="1896027" y="4409384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2" name="Flowchart: Connector 51">
            <a:extLst>
              <a:ext uri="{FF2B5EF4-FFF2-40B4-BE49-F238E27FC236}">
                <a16:creationId xmlns:a16="http://schemas.microsoft.com/office/drawing/2014/main" id="{573B5AD4-DE57-46A3-94B8-26C975201C5F}"/>
              </a:ext>
            </a:extLst>
          </p:cNvPr>
          <p:cNvSpPr/>
          <p:nvPr/>
        </p:nvSpPr>
        <p:spPr>
          <a:xfrm>
            <a:off x="3965724" y="4413633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4" name="Flowchart: Connector 53">
            <a:extLst>
              <a:ext uri="{FF2B5EF4-FFF2-40B4-BE49-F238E27FC236}">
                <a16:creationId xmlns:a16="http://schemas.microsoft.com/office/drawing/2014/main" id="{F0D5A945-9AE1-4D7F-A2F2-FA438C876DF5}"/>
              </a:ext>
            </a:extLst>
          </p:cNvPr>
          <p:cNvSpPr/>
          <p:nvPr/>
        </p:nvSpPr>
        <p:spPr>
          <a:xfrm>
            <a:off x="4871874" y="4401830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55EDA1A-FAFA-410A-BF53-AA0815ACFE9D}"/>
                  </a:ext>
                </a:extLst>
              </p:cNvPr>
              <p:cNvSpPr txBox="1"/>
              <p:nvPr/>
            </p:nvSpPr>
            <p:spPr>
              <a:xfrm>
                <a:off x="747194" y="461214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55EDA1A-FAFA-410A-BF53-AA0815ACF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94" y="4612145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r="-25806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83B781C-15A5-4E31-9BB9-2AFD766B4456}"/>
                  </a:ext>
                </a:extLst>
              </p:cNvPr>
              <p:cNvSpPr txBox="1"/>
              <p:nvPr/>
            </p:nvSpPr>
            <p:spPr>
              <a:xfrm>
                <a:off x="1800777" y="46180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83B781C-15A5-4E31-9BB9-2AFD766B4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0777" y="4618019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A8C69A4-4E84-42A5-97E9-FCB59BEE35B6}"/>
                  </a:ext>
                </a:extLst>
              </p:cNvPr>
              <p:cNvSpPr txBox="1"/>
              <p:nvPr/>
            </p:nvSpPr>
            <p:spPr>
              <a:xfrm>
                <a:off x="3779912" y="461004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A8C69A4-4E84-42A5-97E9-FCB59BEE3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9912" y="4610041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9A5F481-9435-4A48-9E56-58C7ED5F4402}"/>
                  </a:ext>
                </a:extLst>
              </p:cNvPr>
              <p:cNvSpPr txBox="1"/>
              <p:nvPr/>
            </p:nvSpPr>
            <p:spPr>
              <a:xfrm>
                <a:off x="4758681" y="461260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9A5F481-9435-4A48-9E56-58C7ED5F4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681" y="4612600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533CE21-E1BC-4BDC-BCCA-9361C9EF3528}"/>
                  </a:ext>
                </a:extLst>
              </p:cNvPr>
              <p:cNvSpPr txBox="1"/>
              <p:nvPr/>
            </p:nvSpPr>
            <p:spPr>
              <a:xfrm>
                <a:off x="609243" y="420383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533CE21-E1BC-4BDC-BCCA-9361C9EF35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243" y="4203833"/>
                <a:ext cx="226023" cy="276999"/>
              </a:xfrm>
              <a:prstGeom prst="rect">
                <a:avLst/>
              </a:prstGeom>
              <a:blipFill>
                <a:blip r:embed="rId20"/>
                <a:stretch>
                  <a:fillRect l="-24324" r="-18919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DCED5EC-EEBF-4544-97A0-84BCF65D910A}"/>
                  </a:ext>
                </a:extLst>
              </p:cNvPr>
              <p:cNvSpPr txBox="1"/>
              <p:nvPr/>
            </p:nvSpPr>
            <p:spPr>
              <a:xfrm>
                <a:off x="1423060" y="4213084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0DCED5EC-EEBF-4544-97A0-84BCF65D9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3060" y="4213084"/>
                <a:ext cx="226023" cy="276999"/>
              </a:xfrm>
              <a:prstGeom prst="rect">
                <a:avLst/>
              </a:prstGeom>
              <a:blipFill>
                <a:blip r:embed="rId21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7463F52-FB76-44D4-BAC0-BB3B174CF5ED}"/>
                  </a:ext>
                </a:extLst>
              </p:cNvPr>
              <p:cNvSpPr txBox="1"/>
              <p:nvPr/>
            </p:nvSpPr>
            <p:spPr>
              <a:xfrm>
                <a:off x="2257745" y="4221400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17463F52-FB76-44D4-BAC0-BB3B174CF5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7745" y="4221400"/>
                <a:ext cx="226023" cy="276999"/>
              </a:xfrm>
              <a:prstGeom prst="rect">
                <a:avLst/>
              </a:prstGeom>
              <a:blipFill>
                <a:blip r:embed="rId22"/>
                <a:stretch>
                  <a:fillRect l="-21622" r="-21622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47771F8-BF67-4498-9546-363DFC51CD84}"/>
                  </a:ext>
                </a:extLst>
              </p:cNvPr>
              <p:cNvSpPr txBox="1"/>
              <p:nvPr/>
            </p:nvSpPr>
            <p:spPr>
              <a:xfrm>
                <a:off x="3572320" y="4227943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47771F8-BF67-4498-9546-363DFC51C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320" y="4227943"/>
                <a:ext cx="226023" cy="276999"/>
              </a:xfrm>
              <a:prstGeom prst="rect">
                <a:avLst/>
              </a:prstGeom>
              <a:blipFill>
                <a:blip r:embed="rId23"/>
                <a:stretch>
                  <a:fillRect l="-21622" r="-21622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A17CB0D-0030-49F4-B90A-3663B81DB36D}"/>
                  </a:ext>
                </a:extLst>
              </p:cNvPr>
              <p:cNvSpPr txBox="1"/>
              <p:nvPr/>
            </p:nvSpPr>
            <p:spPr>
              <a:xfrm>
                <a:off x="4434430" y="4221700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A17CB0D-0030-49F4-B90A-3663B81DB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430" y="4221700"/>
                <a:ext cx="226023" cy="276999"/>
              </a:xfrm>
              <a:prstGeom prst="rect">
                <a:avLst/>
              </a:prstGeom>
              <a:blipFill>
                <a:blip r:embed="rId24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F9D1DFF-652A-430A-93D4-46EAAA6A0B59}"/>
                  </a:ext>
                </a:extLst>
              </p:cNvPr>
              <p:cNvSpPr txBox="1"/>
              <p:nvPr/>
            </p:nvSpPr>
            <p:spPr>
              <a:xfrm>
                <a:off x="5289285" y="4221400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EF9D1DFF-652A-430A-93D4-46EAAA6A0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285" y="4221400"/>
                <a:ext cx="226023" cy="276999"/>
              </a:xfrm>
              <a:prstGeom prst="rect">
                <a:avLst/>
              </a:prstGeom>
              <a:blipFill>
                <a:blip r:embed="rId25"/>
                <a:stretch>
                  <a:fillRect l="-24324" r="-18919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5C4DA55-1682-41CF-AFE2-41550141AE23}"/>
              </a:ext>
            </a:extLst>
          </p:cNvPr>
          <p:cNvCxnSpPr>
            <a:cxnSpLocks/>
            <a:stCxn id="48" idx="0"/>
          </p:cNvCxnSpPr>
          <p:nvPr/>
        </p:nvCxnSpPr>
        <p:spPr>
          <a:xfrm flipV="1">
            <a:off x="1085127" y="4075229"/>
            <a:ext cx="11995" cy="3459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013282AD-D0CE-4F84-BDC7-7E3FDE93EA00}"/>
              </a:ext>
            </a:extLst>
          </p:cNvPr>
          <p:cNvCxnSpPr/>
          <p:nvPr/>
        </p:nvCxnSpPr>
        <p:spPr>
          <a:xfrm>
            <a:off x="1097122" y="4075229"/>
            <a:ext cx="156805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68AA773-14CC-4CF9-B2F2-38A4FB592C5B}"/>
              </a:ext>
            </a:extLst>
          </p:cNvPr>
          <p:cNvCxnSpPr>
            <a:cxnSpLocks/>
          </p:cNvCxnSpPr>
          <p:nvPr/>
        </p:nvCxnSpPr>
        <p:spPr>
          <a:xfrm flipV="1">
            <a:off x="1982805" y="3995405"/>
            <a:ext cx="17404" cy="42954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467D701-49A0-4E6F-AB0B-BCE18517F775}"/>
              </a:ext>
            </a:extLst>
          </p:cNvPr>
          <p:cNvCxnSpPr>
            <a:cxnSpLocks/>
          </p:cNvCxnSpPr>
          <p:nvPr/>
        </p:nvCxnSpPr>
        <p:spPr>
          <a:xfrm flipH="1">
            <a:off x="609243" y="3995405"/>
            <a:ext cx="1390966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839BD7B-A0C7-4BE9-BDF8-8611BFAE9E1F}"/>
              </a:ext>
            </a:extLst>
          </p:cNvPr>
          <p:cNvCxnSpPr>
            <a:cxnSpLocks/>
          </p:cNvCxnSpPr>
          <p:nvPr/>
        </p:nvCxnSpPr>
        <p:spPr>
          <a:xfrm flipV="1">
            <a:off x="4058613" y="4093606"/>
            <a:ext cx="11995" cy="34595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392FA84E-1B8F-4E6C-A303-BDFC51FF3A00}"/>
              </a:ext>
            </a:extLst>
          </p:cNvPr>
          <p:cNvCxnSpPr>
            <a:cxnSpLocks/>
          </p:cNvCxnSpPr>
          <p:nvPr/>
        </p:nvCxnSpPr>
        <p:spPr>
          <a:xfrm flipH="1" flipV="1">
            <a:off x="3347864" y="4075229"/>
            <a:ext cx="710749" cy="559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B52E473-3816-4776-85DA-D3ED61A3B6FA}"/>
              </a:ext>
            </a:extLst>
          </p:cNvPr>
          <p:cNvCxnSpPr>
            <a:cxnSpLocks/>
          </p:cNvCxnSpPr>
          <p:nvPr/>
        </p:nvCxnSpPr>
        <p:spPr>
          <a:xfrm flipV="1">
            <a:off x="4972824" y="4055871"/>
            <a:ext cx="11995" cy="345958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8F2029C-9D56-4253-9187-F72BCFF79D01}"/>
              </a:ext>
            </a:extLst>
          </p:cNvPr>
          <p:cNvCxnSpPr>
            <a:cxnSpLocks/>
          </p:cNvCxnSpPr>
          <p:nvPr/>
        </p:nvCxnSpPr>
        <p:spPr>
          <a:xfrm>
            <a:off x="4978821" y="4075229"/>
            <a:ext cx="829012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687215E0-BC30-481B-B94E-F67C5CBDEC30}"/>
              </a:ext>
            </a:extLst>
          </p:cNvPr>
          <p:cNvCxnSpPr>
            <a:cxnSpLocks/>
          </p:cNvCxnSpPr>
          <p:nvPr/>
        </p:nvCxnSpPr>
        <p:spPr>
          <a:xfrm>
            <a:off x="5416831" y="2220047"/>
            <a:ext cx="32699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Flowchart: Connector 92">
            <a:extLst>
              <a:ext uri="{FF2B5EF4-FFF2-40B4-BE49-F238E27FC236}">
                <a16:creationId xmlns:a16="http://schemas.microsoft.com/office/drawing/2014/main" id="{FE8E9329-EF0B-431B-AF1B-3349295106E6}"/>
              </a:ext>
            </a:extLst>
          </p:cNvPr>
          <p:cNvSpPr/>
          <p:nvPr/>
        </p:nvSpPr>
        <p:spPr>
          <a:xfrm>
            <a:off x="5807833" y="2114901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D424FB6-D644-43B1-BC0B-594307FABEB7}"/>
                  </a:ext>
                </a:extLst>
              </p:cNvPr>
              <p:cNvSpPr txBox="1"/>
              <p:nvPr/>
            </p:nvSpPr>
            <p:spPr>
              <a:xfrm>
                <a:off x="5559769" y="229858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−5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D424FB6-D644-43B1-BC0B-594307FAB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769" y="2298586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Flowchart: Connector 96">
            <a:extLst>
              <a:ext uri="{FF2B5EF4-FFF2-40B4-BE49-F238E27FC236}">
                <a16:creationId xmlns:a16="http://schemas.microsoft.com/office/drawing/2014/main" id="{09DE583C-6CA0-4E2A-A3BD-7DCB73FD6EFC}"/>
              </a:ext>
            </a:extLst>
          </p:cNvPr>
          <p:cNvSpPr/>
          <p:nvPr/>
        </p:nvSpPr>
        <p:spPr>
          <a:xfrm>
            <a:off x="6585942" y="2114901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99" name="Flowchart: Connector 98">
            <a:extLst>
              <a:ext uri="{FF2B5EF4-FFF2-40B4-BE49-F238E27FC236}">
                <a16:creationId xmlns:a16="http://schemas.microsoft.com/office/drawing/2014/main" id="{B4B070BE-FAB2-4472-960E-C9BA53B918BD}"/>
              </a:ext>
            </a:extLst>
          </p:cNvPr>
          <p:cNvSpPr/>
          <p:nvPr/>
        </p:nvSpPr>
        <p:spPr>
          <a:xfrm>
            <a:off x="7452320" y="2114901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1" name="Flowchart: Connector 100">
            <a:extLst>
              <a:ext uri="{FF2B5EF4-FFF2-40B4-BE49-F238E27FC236}">
                <a16:creationId xmlns:a16="http://schemas.microsoft.com/office/drawing/2014/main" id="{3822200A-54B9-4DD8-B611-9847DF30447B}"/>
              </a:ext>
            </a:extLst>
          </p:cNvPr>
          <p:cNvSpPr/>
          <p:nvPr/>
        </p:nvSpPr>
        <p:spPr>
          <a:xfrm>
            <a:off x="8230429" y="2114901"/>
            <a:ext cx="190500" cy="186407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290C22B-AB7A-43E3-9B71-329BDB7EA9A9}"/>
                  </a:ext>
                </a:extLst>
              </p:cNvPr>
              <p:cNvSpPr txBox="1"/>
              <p:nvPr/>
            </p:nvSpPr>
            <p:spPr>
              <a:xfrm>
                <a:off x="6389335" y="22858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4290C22B-AB7A-43E3-9B71-329BDB7EA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9335" y="2285856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 r="-23810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1D7C5B4-C724-42F8-8C13-36125B766845}"/>
                  </a:ext>
                </a:extLst>
              </p:cNvPr>
              <p:cNvSpPr txBox="1"/>
              <p:nvPr/>
            </p:nvSpPr>
            <p:spPr>
              <a:xfrm>
                <a:off x="7359352" y="229336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F1D7C5B4-C724-42F8-8C13-36125B766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9352" y="2293369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19D0C25-D89E-44CE-88B9-A01675E5DD30}"/>
                  </a:ext>
                </a:extLst>
              </p:cNvPr>
              <p:cNvSpPr txBox="1"/>
              <p:nvPr/>
            </p:nvSpPr>
            <p:spPr>
              <a:xfrm>
                <a:off x="8113728" y="22858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19D0C25-D89E-44CE-88B9-A01675E5DD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728" y="2285856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E5DA28A6-A024-4BC3-AD88-75C3FBF39041}"/>
              </a:ext>
            </a:extLst>
          </p:cNvPr>
          <p:cNvCxnSpPr>
            <a:cxnSpLocks/>
          </p:cNvCxnSpPr>
          <p:nvPr/>
        </p:nvCxnSpPr>
        <p:spPr>
          <a:xfrm flipV="1">
            <a:off x="5901866" y="1788923"/>
            <a:ext cx="11995" cy="34595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508CBB6D-5639-4AF7-AB7F-AA2D5969DCB7}"/>
              </a:ext>
            </a:extLst>
          </p:cNvPr>
          <p:cNvCxnSpPr>
            <a:cxnSpLocks/>
          </p:cNvCxnSpPr>
          <p:nvPr/>
        </p:nvCxnSpPr>
        <p:spPr>
          <a:xfrm>
            <a:off x="5913861" y="1788923"/>
            <a:ext cx="305062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8F382CCE-1B05-4E0A-AC7E-9C39D19DF893}"/>
              </a:ext>
            </a:extLst>
          </p:cNvPr>
          <p:cNvCxnSpPr>
            <a:cxnSpLocks/>
          </p:cNvCxnSpPr>
          <p:nvPr/>
        </p:nvCxnSpPr>
        <p:spPr>
          <a:xfrm flipV="1">
            <a:off x="6668213" y="1676591"/>
            <a:ext cx="8880" cy="437656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786995A8-76D9-43CB-9667-DA20E7200342}"/>
              </a:ext>
            </a:extLst>
          </p:cNvPr>
          <p:cNvCxnSpPr>
            <a:cxnSpLocks/>
          </p:cNvCxnSpPr>
          <p:nvPr/>
        </p:nvCxnSpPr>
        <p:spPr>
          <a:xfrm flipH="1" flipV="1">
            <a:off x="5265123" y="1703702"/>
            <a:ext cx="1411971" cy="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20E4FDCF-404A-4D77-930B-8BC95674013A}"/>
              </a:ext>
            </a:extLst>
          </p:cNvPr>
          <p:cNvCxnSpPr>
            <a:cxnSpLocks/>
          </p:cNvCxnSpPr>
          <p:nvPr/>
        </p:nvCxnSpPr>
        <p:spPr>
          <a:xfrm flipH="1" flipV="1">
            <a:off x="7538057" y="1676591"/>
            <a:ext cx="5998" cy="438905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20F6A31-563E-4594-A8C6-A6918C76E5EE}"/>
              </a:ext>
            </a:extLst>
          </p:cNvPr>
          <p:cNvCxnSpPr>
            <a:cxnSpLocks/>
          </p:cNvCxnSpPr>
          <p:nvPr/>
        </p:nvCxnSpPr>
        <p:spPr>
          <a:xfrm>
            <a:off x="7538057" y="1703702"/>
            <a:ext cx="1426431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68E196A9-250D-4713-B116-A4F19A8EBEF6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8325679" y="1540165"/>
            <a:ext cx="12624" cy="574736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5CC8534-3F29-46E1-B3A9-69136232A7FA}"/>
              </a:ext>
            </a:extLst>
          </p:cNvPr>
          <p:cNvCxnSpPr>
            <a:cxnSpLocks/>
          </p:cNvCxnSpPr>
          <p:nvPr/>
        </p:nvCxnSpPr>
        <p:spPr>
          <a:xfrm flipH="1">
            <a:off x="5289285" y="1540165"/>
            <a:ext cx="3049018" cy="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33FF772F-0F19-4869-B798-137855746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9285" y="2647167"/>
                <a:ext cx="378283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sz="28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  <m:t>−5,−3</m:t>
                          </m:r>
                        </m:e>
                      </m:d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lang="id-ID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0,2</m:t>
                          </m:r>
                        </m:e>
                      </m:d>
                    </m:oMath>
                  </m:oMathPara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33FF772F-0F19-4869-B798-1378557467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89285" y="2647167"/>
                <a:ext cx="3782830" cy="52322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Footer Placeholder 9">
            <a:extLst>
              <a:ext uri="{FF2B5EF4-FFF2-40B4-BE49-F238E27FC236}">
                <a16:creationId xmlns:a16="http://schemas.microsoft.com/office/drawing/2014/main" id="{CB74DC47-FB29-4E70-A3E1-96611B89E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276305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24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40" grpId="0"/>
      <p:bldP spid="42" grpId="0"/>
      <p:bldP spid="44" grpId="0"/>
      <p:bldP spid="48" grpId="0" animBg="1"/>
      <p:bldP spid="50" grpId="0" animBg="1"/>
      <p:bldP spid="52" grpId="0" animBg="1"/>
      <p:bldP spid="54" grpId="0" animBg="1"/>
      <p:bldP spid="56" grpId="0"/>
      <p:bldP spid="58" grpId="0"/>
      <p:bldP spid="60" grpId="0"/>
      <p:bldP spid="62" grpId="0"/>
      <p:bldP spid="63" grpId="0"/>
      <p:bldP spid="65" grpId="0"/>
      <p:bldP spid="67" grpId="0"/>
      <p:bldP spid="69" grpId="0"/>
      <p:bldP spid="71" grpId="0"/>
      <p:bldP spid="73" grpId="0"/>
      <p:bldP spid="93" grpId="0" animBg="1"/>
      <p:bldP spid="94" grpId="0"/>
      <p:bldP spid="97" grpId="0" animBg="1"/>
      <p:bldP spid="99" grpId="0" animBg="1"/>
      <p:bldP spid="101" grpId="0" animBg="1"/>
      <p:bldP spid="103" grpId="0"/>
      <p:bldP spid="105" grpId="0"/>
      <p:bldP spid="107" grpId="0"/>
      <p:bldP spid="12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Contoh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91828" y="1083618"/>
            <a:ext cx="73949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cs typeface="Times New Roman" pitchFamily="18" charset="0"/>
              </a:rPr>
              <a:t> Cari himpunan penyelesaian dari pertidaksamaan    </a:t>
            </a:r>
          </a:p>
        </p:txBody>
      </p:sp>
      <p:sp>
        <p:nvSpPr>
          <p:cNvPr id="27" name="Text Box 16">
            <a:extLst>
              <a:ext uri="{FF2B5EF4-FFF2-40B4-BE49-F238E27FC236}">
                <a16:creationId xmlns:a16="http://schemas.microsoft.com/office/drawing/2014/main" id="{B1703AB9-601A-4069-8721-4DF593169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004" y="1589158"/>
            <a:ext cx="64527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 dirty="0"/>
              <a:t>6</a:t>
            </a:r>
            <a:r>
              <a:rPr lang="id-ID" altLang="en-US" sz="2400" dirty="0"/>
              <a:t>)</a:t>
            </a:r>
            <a:endParaRPr lang="en-US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7">
                <a:extLst>
                  <a:ext uri="{FF2B5EF4-FFF2-40B4-BE49-F238E27FC236}">
                    <a16:creationId xmlns:a16="http://schemas.microsoft.com/office/drawing/2014/main" id="{7BCC092C-6AEE-4F40-9324-75CF3DB19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3468" y="1649881"/>
                <a:ext cx="2503762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| 2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 + 1| &lt; | 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en-US" i="1" dirty="0" smtClean="0">
                          <a:latin typeface="Cambria Math" panose="02040503050406030204" pitchFamily="18" charset="0"/>
                        </a:rPr>
                        <m:t> − 5| 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29" name="Rectangle 7">
                <a:extLst>
                  <a:ext uri="{FF2B5EF4-FFF2-40B4-BE49-F238E27FC236}">
                    <a16:creationId xmlns:a16="http://schemas.microsoft.com/office/drawing/2014/main" id="{7BCC092C-6AEE-4F40-9324-75CF3DB194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3468" y="1649881"/>
                <a:ext cx="2503762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7">
                <a:extLst>
                  <a:ext uri="{FF2B5EF4-FFF2-40B4-BE49-F238E27FC236}">
                    <a16:creationId xmlns:a16="http://schemas.microsoft.com/office/drawing/2014/main" id="{C51EB6CA-B59B-49B2-BA53-F992D000A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3468" y="2123811"/>
                <a:ext cx="2345001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d-ID" alt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sSup>
                        <m:sSup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d-ID" alt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id-ID" altLang="en-US" b="0" i="1" dirty="0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</m:d>
                        </m:e>
                        <m:sup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2" name="Rectangle 7">
                <a:extLst>
                  <a:ext uri="{FF2B5EF4-FFF2-40B4-BE49-F238E27FC236}">
                    <a16:creationId xmlns:a16="http://schemas.microsoft.com/office/drawing/2014/main" id="{C51EB6CA-B59B-49B2-BA53-F992D000A8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23468" y="2123811"/>
                <a:ext cx="234500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7">
                <a:extLst>
                  <a:ext uri="{FF2B5EF4-FFF2-40B4-BE49-F238E27FC236}">
                    <a16:creationId xmlns:a16="http://schemas.microsoft.com/office/drawing/2014/main" id="{A521744A-2D6A-4F98-B7BF-89A93AE19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179" y="2524078"/>
                <a:ext cx="329833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+1&lt;</m:t>
                      </m:r>
                      <m:sSup>
                        <m:sSupPr>
                          <m:ctrlPr>
                            <a:rPr lang="en-US" altLang="en-US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+25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5" name="Rectangle 7">
                <a:extLst>
                  <a:ext uri="{FF2B5EF4-FFF2-40B4-BE49-F238E27FC236}">
                    <a16:creationId xmlns:a16="http://schemas.microsoft.com/office/drawing/2014/main" id="{A521744A-2D6A-4F98-B7BF-89A93AE19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6179" y="2524078"/>
                <a:ext cx="329833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7">
                <a:extLst>
                  <a:ext uri="{FF2B5EF4-FFF2-40B4-BE49-F238E27FC236}">
                    <a16:creationId xmlns:a16="http://schemas.microsoft.com/office/drawing/2014/main" id="{9C5A1F71-D779-44CD-A5FE-42EC6EDA2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178" y="2937427"/>
                <a:ext cx="2244845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+14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−24&lt;0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8" name="Rectangle 7">
                <a:extLst>
                  <a:ext uri="{FF2B5EF4-FFF2-40B4-BE49-F238E27FC236}">
                    <a16:creationId xmlns:a16="http://schemas.microsoft.com/office/drawing/2014/main" id="{9C5A1F71-D779-44CD-A5FE-42EC6EDA2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6178" y="2937427"/>
                <a:ext cx="224484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7">
                <a:extLst>
                  <a:ext uri="{FF2B5EF4-FFF2-40B4-BE49-F238E27FC236}">
                    <a16:creationId xmlns:a16="http://schemas.microsoft.com/office/drawing/2014/main" id="{73983B18-E347-4636-A8D9-B8FB58EE7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6177" y="3304047"/>
                <a:ext cx="2258567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d>
                        <m:d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e>
                      </m:d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40" name="Rectangle 7">
                <a:extLst>
                  <a:ext uri="{FF2B5EF4-FFF2-40B4-BE49-F238E27FC236}">
                    <a16:creationId xmlns:a16="http://schemas.microsoft.com/office/drawing/2014/main" id="{73983B18-E347-4636-A8D9-B8FB58EE7F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26177" y="3304047"/>
                <a:ext cx="225856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7">
                <a:extLst>
                  <a:ext uri="{FF2B5EF4-FFF2-40B4-BE49-F238E27FC236}">
                    <a16:creationId xmlns:a16="http://schemas.microsoft.com/office/drawing/2014/main" id="{B2707542-CB0A-401B-A95A-EB212C06E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005" y="3701933"/>
                <a:ext cx="1801647" cy="6117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id-ID" alt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id-ID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id-ID" alt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42" name="Rectangle 7">
                <a:extLst>
                  <a:ext uri="{FF2B5EF4-FFF2-40B4-BE49-F238E27FC236}">
                    <a16:creationId xmlns:a16="http://schemas.microsoft.com/office/drawing/2014/main" id="{B2707542-CB0A-401B-A95A-EB212C06E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2005" y="3701933"/>
                <a:ext cx="1801647" cy="6117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5FBD4AEC-34AB-4E63-A979-7136A62F59E2}"/>
              </a:ext>
            </a:extLst>
          </p:cNvPr>
          <p:cNvCxnSpPr/>
          <p:nvPr/>
        </p:nvCxnSpPr>
        <p:spPr>
          <a:xfrm>
            <a:off x="5220072" y="2370600"/>
            <a:ext cx="2520280" cy="220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4FBED3CF-B6DD-4D57-8D8D-F82C873CF8B4}"/>
              </a:ext>
            </a:extLst>
          </p:cNvPr>
          <p:cNvSpPr/>
          <p:nvPr/>
        </p:nvSpPr>
        <p:spPr>
          <a:xfrm>
            <a:off x="5724128" y="2294824"/>
            <a:ext cx="180000" cy="18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9" name="Flowchart: Connector 48">
            <a:extLst>
              <a:ext uri="{FF2B5EF4-FFF2-40B4-BE49-F238E27FC236}">
                <a16:creationId xmlns:a16="http://schemas.microsoft.com/office/drawing/2014/main" id="{909EEAA9-8A43-463B-91B2-E7EC104CEF11}"/>
              </a:ext>
            </a:extLst>
          </p:cNvPr>
          <p:cNvSpPr/>
          <p:nvPr/>
        </p:nvSpPr>
        <p:spPr>
          <a:xfrm>
            <a:off x="6876256" y="2299562"/>
            <a:ext cx="180000" cy="18000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766C4B7-41B0-4D8F-9162-1AE26C6DE5DE}"/>
                  </a:ext>
                </a:extLst>
              </p:cNvPr>
              <p:cNvSpPr txBox="1"/>
              <p:nvPr/>
            </p:nvSpPr>
            <p:spPr>
              <a:xfrm>
                <a:off x="5546996" y="2493143"/>
                <a:ext cx="35426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−6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766C4B7-41B0-4D8F-9162-1AE26C6DE5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6996" y="2493143"/>
                <a:ext cx="354264" cy="276999"/>
              </a:xfrm>
              <a:prstGeom prst="rect">
                <a:avLst/>
              </a:prstGeom>
              <a:blipFill>
                <a:blip r:embed="rId8"/>
                <a:stretch>
                  <a:fillRect l="-3448" r="-15517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1D3FB55-5B3F-40A4-A3EC-3BEBAA2C987F}"/>
                  </a:ext>
                </a:extLst>
              </p:cNvPr>
              <p:cNvSpPr txBox="1"/>
              <p:nvPr/>
            </p:nvSpPr>
            <p:spPr>
              <a:xfrm>
                <a:off x="6732240" y="2556433"/>
                <a:ext cx="399532" cy="3609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id-ID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1D3FB55-5B3F-40A4-A3EC-3BEBAA2C9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240" y="2556433"/>
                <a:ext cx="399532" cy="360933"/>
              </a:xfrm>
              <a:prstGeom prst="rect">
                <a:avLst/>
              </a:prstGeom>
              <a:blipFill>
                <a:blip r:embed="rId9"/>
                <a:stretch>
                  <a:fillRect l="-95455" t="-160000" r="-165152" b="-24333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706149C-FE68-4220-96BE-D7D647DD24CE}"/>
                  </a:ext>
                </a:extLst>
              </p:cNvPr>
              <p:cNvSpPr txBox="1"/>
              <p:nvPr/>
            </p:nvSpPr>
            <p:spPr>
              <a:xfrm>
                <a:off x="5295111" y="1985311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706149C-FE68-4220-96BE-D7D647DD2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111" y="1985311"/>
                <a:ext cx="226023" cy="276999"/>
              </a:xfrm>
              <a:prstGeom prst="rect">
                <a:avLst/>
              </a:prstGeom>
              <a:blipFill>
                <a:blip r:embed="rId10"/>
                <a:stretch>
                  <a:fillRect l="-24324" r="-18919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38B90F-7C7A-4C47-9E67-6190A970981E}"/>
                  </a:ext>
                </a:extLst>
              </p:cNvPr>
              <p:cNvSpPr txBox="1"/>
              <p:nvPr/>
            </p:nvSpPr>
            <p:spPr>
              <a:xfrm>
                <a:off x="7226297" y="1984205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38B90F-7C7A-4C47-9E67-6190A9709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6297" y="1984205"/>
                <a:ext cx="226023" cy="276999"/>
              </a:xfrm>
              <a:prstGeom prst="rect">
                <a:avLst/>
              </a:prstGeom>
              <a:blipFill>
                <a:blip r:embed="rId11"/>
                <a:stretch>
                  <a:fillRect l="-21622" r="-21622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569906-D001-4EE3-A1E8-5B2F4D686E61}"/>
                  </a:ext>
                </a:extLst>
              </p:cNvPr>
              <p:cNvSpPr txBox="1"/>
              <p:nvPr/>
            </p:nvSpPr>
            <p:spPr>
              <a:xfrm>
                <a:off x="6263534" y="1975760"/>
                <a:ext cx="2260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1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id-ID" b="1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2569906-D001-4EE3-A1E8-5B2F4D686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534" y="1975760"/>
                <a:ext cx="226023" cy="276999"/>
              </a:xfrm>
              <a:prstGeom prst="rect">
                <a:avLst/>
              </a:prstGeom>
              <a:blipFill>
                <a:blip r:embed="rId12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B4FA7BE-567B-43A4-B736-5CD57CA5D74A}"/>
              </a:ext>
            </a:extLst>
          </p:cNvPr>
          <p:cNvCxnSpPr>
            <a:stCxn id="48" idx="0"/>
          </p:cNvCxnSpPr>
          <p:nvPr/>
        </p:nvCxnSpPr>
        <p:spPr>
          <a:xfrm flipV="1">
            <a:off x="5814128" y="1834547"/>
            <a:ext cx="0" cy="4602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2D6379D-B659-4E30-9B57-38A8127431C1}"/>
              </a:ext>
            </a:extLst>
          </p:cNvPr>
          <p:cNvCxnSpPr/>
          <p:nvPr/>
        </p:nvCxnSpPr>
        <p:spPr>
          <a:xfrm>
            <a:off x="5814128" y="1834547"/>
            <a:ext cx="2142248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0672A6A-73E6-4C61-9CCD-A3B61F1207C6}"/>
              </a:ext>
            </a:extLst>
          </p:cNvPr>
          <p:cNvCxnSpPr>
            <a:cxnSpLocks/>
          </p:cNvCxnSpPr>
          <p:nvPr/>
        </p:nvCxnSpPr>
        <p:spPr>
          <a:xfrm flipH="1" flipV="1">
            <a:off x="6932006" y="1649881"/>
            <a:ext cx="9881" cy="67244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A8154C6-523C-4667-ACDD-F7884591A2D6}"/>
              </a:ext>
            </a:extLst>
          </p:cNvPr>
          <p:cNvCxnSpPr>
            <a:cxnSpLocks/>
          </p:cNvCxnSpPr>
          <p:nvPr/>
        </p:nvCxnSpPr>
        <p:spPr>
          <a:xfrm flipH="1">
            <a:off x="5004048" y="1662735"/>
            <a:ext cx="1930655" cy="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2D9A2F8-BD82-487C-95E8-437407DDE4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1472" y="3089231"/>
                <a:ext cx="2397836" cy="909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altLang="en-US" sz="2800" i="1" dirty="0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d-ID" alt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altLang="en-US" sz="2800" b="0" i="1" dirty="0" smtClean="0">
                              <a:latin typeface="Cambria Math" panose="02040503050406030204" pitchFamily="18" charset="0"/>
                            </a:rPr>
                            <m:t>−6,</m:t>
                          </m:r>
                          <m:f>
                            <m:fPr>
                              <m:ctrlPr>
                                <a:rPr lang="id-ID" alt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d-ID" altLang="en-US" sz="2800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id-ID" altLang="en-US" sz="2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altLang="en-US" sz="2800" dirty="0"/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D2D9A2F8-BD82-487C-95E8-437407DDE4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41472" y="3089231"/>
                <a:ext cx="2397836" cy="9093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Footer Placeholder 9">
            <a:extLst>
              <a:ext uri="{FF2B5EF4-FFF2-40B4-BE49-F238E27FC236}">
                <a16:creationId xmlns:a16="http://schemas.microsoft.com/office/drawing/2014/main" id="{B18589EA-C077-4B80-8ACB-9403A4A1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</p:spTree>
    <p:extLst>
      <p:ext uri="{BB962C8B-B14F-4D97-AF65-F5344CB8AC3E}">
        <p14:creationId xmlns:p14="http://schemas.microsoft.com/office/powerpoint/2010/main" val="313265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5" grpId="0"/>
      <p:bldP spid="38" grpId="0"/>
      <p:bldP spid="40" grpId="0"/>
      <p:bldP spid="42" grpId="0"/>
      <p:bldP spid="48" grpId="0" animBg="1"/>
      <p:bldP spid="49" grpId="0" animBg="1"/>
      <p:bldP spid="51" grpId="0"/>
      <p:bldP spid="52" grpId="0"/>
      <p:bldP spid="53" grpId="0"/>
      <p:bldP spid="54" grpId="0"/>
      <p:bldP spid="55" grpId="0"/>
      <p:bldP spid="6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763F29-384A-4D04-8087-2E1DE02F1C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7160" y="1200151"/>
                <a:ext cx="4114800" cy="3394472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id-ID" sz="2000" dirty="0"/>
                  <a:t>Sistem koordinat kartesius digunakan untuk menentukan tiap titik dalam bidang dengan menggunakan dua bilangan yang disebut koordinat </a:t>
                </a:r>
                <a14:m>
                  <m:oMath xmlns:m="http://schemas.openxmlformats.org/officeDocument/2006/math">
                    <m:r>
                      <a:rPr lang="id-ID" sz="20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id-ID" sz="2000" b="1" dirty="0"/>
                  <a:t> (absis)</a:t>
                </a:r>
                <a:r>
                  <a:rPr lang="id-ID" sz="2000" dirty="0"/>
                  <a:t> dan koordinat </a:t>
                </a:r>
                <a14:m>
                  <m:oMath xmlns:m="http://schemas.openxmlformats.org/officeDocument/2006/math">
                    <m:r>
                      <a:rPr lang="id-ID" sz="20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id-ID" sz="2000" b="1" dirty="0"/>
                  <a:t> (ordinat)</a:t>
                </a:r>
                <a:r>
                  <a:rPr lang="id-ID" sz="2000" dirty="0"/>
                  <a:t>.</a:t>
                </a:r>
              </a:p>
              <a:p>
                <a:pPr algn="just"/>
                <a:r>
                  <a:rPr lang="id-ID" sz="2000" dirty="0"/>
                  <a:t>Terdapat dua garis yang tegak lurus</a:t>
                </a:r>
              </a:p>
              <a:p>
                <a:pPr algn="just"/>
                <a:r>
                  <a:rPr lang="id-ID" sz="2000" dirty="0"/>
                  <a:t>Sumbu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id-ID" sz="2000" dirty="0"/>
                  <a:t> : garis horizontal</a:t>
                </a:r>
              </a:p>
              <a:p>
                <a:pPr algn="just"/>
                <a:r>
                  <a:rPr lang="id-ID" sz="2000" dirty="0"/>
                  <a:t>Sumbu </a:t>
                </a:r>
                <a14:m>
                  <m:oMath xmlns:m="http://schemas.openxmlformats.org/officeDocument/2006/math">
                    <m:r>
                      <a:rPr lang="id-ID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d-ID" sz="2000" dirty="0"/>
                  <a:t> : garis vertikal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763F29-384A-4D04-8087-2E1DE02F1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160" y="1200151"/>
                <a:ext cx="4114800" cy="3394472"/>
              </a:xfrm>
              <a:blipFill>
                <a:blip r:embed="rId2"/>
                <a:stretch>
                  <a:fillRect l="-1333" t="-1077" r="-1481" b="-107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Footer Placeholder 9">
            <a:extLst>
              <a:ext uri="{FF2B5EF4-FFF2-40B4-BE49-F238E27FC236}">
                <a16:creationId xmlns:a16="http://schemas.microsoft.com/office/drawing/2014/main" id="{B18589EA-C077-4B80-8ACB-9403A4A1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34C55053-A54C-48A2-A642-07C5372E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Geometri Koordinat dan Grafik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CCD0A31-1A8C-4169-92D4-C0E20B45B7BA}"/>
              </a:ext>
            </a:extLst>
          </p:cNvPr>
          <p:cNvCxnSpPr>
            <a:cxnSpLocks/>
          </p:cNvCxnSpPr>
          <p:nvPr/>
        </p:nvCxnSpPr>
        <p:spPr>
          <a:xfrm>
            <a:off x="4476538" y="2789112"/>
            <a:ext cx="36004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2FE02C7-3C0F-4433-B3BD-C1676E6C5F6D}"/>
              </a:ext>
            </a:extLst>
          </p:cNvPr>
          <p:cNvCxnSpPr>
            <a:cxnSpLocks/>
          </p:cNvCxnSpPr>
          <p:nvPr/>
        </p:nvCxnSpPr>
        <p:spPr>
          <a:xfrm flipV="1">
            <a:off x="6334828" y="1243036"/>
            <a:ext cx="13918" cy="33376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0582D91-4BA4-496C-94E3-2809578E111F}"/>
                  </a:ext>
                </a:extLst>
              </p:cNvPr>
              <p:cNvSpPr txBox="1"/>
              <p:nvPr/>
            </p:nvSpPr>
            <p:spPr>
              <a:xfrm>
                <a:off x="8103548" y="2627187"/>
                <a:ext cx="932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𝑠𝑢𝑚𝑏𝑢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0582D91-4BA4-496C-94E3-2809578E1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3548" y="2627187"/>
                <a:ext cx="932948" cy="276999"/>
              </a:xfrm>
              <a:prstGeom prst="rect">
                <a:avLst/>
              </a:prstGeom>
              <a:blipFill>
                <a:blip r:embed="rId3"/>
                <a:stretch>
                  <a:fillRect l="-5882" r="-2614" b="-888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227540-480E-4B2A-8E02-C54612BC9E18}"/>
                  </a:ext>
                </a:extLst>
              </p:cNvPr>
              <p:cNvSpPr txBox="1"/>
              <p:nvPr/>
            </p:nvSpPr>
            <p:spPr>
              <a:xfrm>
                <a:off x="5946912" y="955004"/>
                <a:ext cx="932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𝑠𝑢𝑚𝑏𝑢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84227540-480E-4B2A-8E02-C54612BC9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912" y="955004"/>
                <a:ext cx="932948" cy="276999"/>
              </a:xfrm>
              <a:prstGeom prst="rect">
                <a:avLst/>
              </a:prstGeom>
              <a:blipFill>
                <a:blip r:embed="rId4"/>
                <a:stretch>
                  <a:fillRect l="-5882" r="-5229" b="-2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5D1FEED-FFC2-49C5-9508-F74FE7D58352}"/>
                  </a:ext>
                </a:extLst>
              </p:cNvPr>
              <p:cNvSpPr txBox="1"/>
              <p:nvPr/>
            </p:nvSpPr>
            <p:spPr>
              <a:xfrm>
                <a:off x="6775056" y="1935978"/>
                <a:ext cx="11301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𝐾𝑢𝑎𝑑𝑟𝑎𝑛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5D1FEED-FFC2-49C5-9508-F74FE7D58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5056" y="1935978"/>
                <a:ext cx="1130181" cy="276999"/>
              </a:xfrm>
              <a:prstGeom prst="rect">
                <a:avLst/>
              </a:prstGeom>
              <a:blipFill>
                <a:blip r:embed="rId5"/>
                <a:stretch>
                  <a:fillRect l="-4839" r="-3763" b="-888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0997BEE-BD12-43FA-A666-D7B29AB92BBB}"/>
                  </a:ext>
                </a:extLst>
              </p:cNvPr>
              <p:cNvSpPr txBox="1"/>
              <p:nvPr/>
            </p:nvSpPr>
            <p:spPr>
              <a:xfrm>
                <a:off x="4761446" y="1923259"/>
                <a:ext cx="12183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𝐾𝑢𝑎𝑑𝑟𝑎𝑛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𝐼𝐼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30997BEE-BD12-43FA-A666-D7B29AB92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446" y="1923259"/>
                <a:ext cx="1218347" cy="276999"/>
              </a:xfrm>
              <a:prstGeom prst="rect">
                <a:avLst/>
              </a:prstGeom>
              <a:blipFill>
                <a:blip r:embed="rId6"/>
                <a:stretch>
                  <a:fillRect l="-4500" r="-3500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92558F6-E580-417B-98A0-1F8E7CE9ED27}"/>
                  </a:ext>
                </a:extLst>
              </p:cNvPr>
              <p:cNvSpPr txBox="1"/>
              <p:nvPr/>
            </p:nvSpPr>
            <p:spPr>
              <a:xfrm>
                <a:off x="4766658" y="3320226"/>
                <a:ext cx="13065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𝐾𝑢𝑎𝑑𝑟𝑎𝑛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𝐼𝐼𝐼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92558F6-E580-417B-98A0-1F8E7CE9E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658" y="3320226"/>
                <a:ext cx="1306512" cy="276999"/>
              </a:xfrm>
              <a:prstGeom prst="rect">
                <a:avLst/>
              </a:prstGeom>
              <a:blipFill>
                <a:blip r:embed="rId7"/>
                <a:stretch>
                  <a:fillRect l="-4206" r="-2804" b="-888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26107E4-925E-4B25-B795-D3FB4B302B1B}"/>
                  </a:ext>
                </a:extLst>
              </p:cNvPr>
              <p:cNvSpPr txBox="1"/>
              <p:nvPr/>
            </p:nvSpPr>
            <p:spPr>
              <a:xfrm>
                <a:off x="6810626" y="3320225"/>
                <a:ext cx="12744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𝐾𝑢𝑎𝑑𝑟𝑎𝑛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𝐼𝑉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26107E4-925E-4B25-B795-D3FB4B302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626" y="3320225"/>
                <a:ext cx="1274451" cy="276999"/>
              </a:xfrm>
              <a:prstGeom prst="rect">
                <a:avLst/>
              </a:prstGeom>
              <a:blipFill>
                <a:blip r:embed="rId8"/>
                <a:stretch>
                  <a:fillRect l="-4306" r="-3828" b="-8889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DA69443-3C0F-4DE8-B7B0-63E143687ECD}"/>
                  </a:ext>
                </a:extLst>
              </p:cNvPr>
              <p:cNvSpPr txBox="1"/>
              <p:nvPr/>
            </p:nvSpPr>
            <p:spPr>
              <a:xfrm>
                <a:off x="6167607" y="2802185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DA69443-3C0F-4DE8-B7B0-63E143687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607" y="2802185"/>
                <a:ext cx="139461" cy="215444"/>
              </a:xfrm>
              <a:prstGeom prst="rect">
                <a:avLst/>
              </a:prstGeom>
              <a:blipFill>
                <a:blip r:embed="rId9"/>
                <a:stretch>
                  <a:fillRect l="-30435" r="-26087" b="-571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090F4DB-EE6E-464D-A07A-AFAF251E31BC}"/>
                  </a:ext>
                </a:extLst>
              </p:cNvPr>
              <p:cNvSpPr txBox="1"/>
              <p:nvPr/>
            </p:nvSpPr>
            <p:spPr>
              <a:xfrm>
                <a:off x="6624322" y="2812446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090F4DB-EE6E-464D-A07A-AFAF251E3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322" y="2812446"/>
                <a:ext cx="139461" cy="215444"/>
              </a:xfrm>
              <a:prstGeom prst="rect">
                <a:avLst/>
              </a:prstGeom>
              <a:blipFill>
                <a:blip r:embed="rId10"/>
                <a:stretch>
                  <a:fillRect l="-30435" r="-26087" b="-277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0C2117E-F888-48B7-8FB7-329CA67921C9}"/>
                  </a:ext>
                </a:extLst>
              </p:cNvPr>
              <p:cNvSpPr txBox="1"/>
              <p:nvPr/>
            </p:nvSpPr>
            <p:spPr>
              <a:xfrm>
                <a:off x="7104007" y="2812446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0C2117E-F888-48B7-8FB7-329CA6792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007" y="2812446"/>
                <a:ext cx="139461" cy="215444"/>
              </a:xfrm>
              <a:prstGeom prst="rect">
                <a:avLst/>
              </a:prstGeom>
              <a:blipFill>
                <a:blip r:embed="rId11"/>
                <a:stretch>
                  <a:fillRect l="-30435" r="-26087" b="-277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FC58F0-D22D-451C-AA50-54F47DEA03A8}"/>
                  </a:ext>
                </a:extLst>
              </p:cNvPr>
              <p:cNvSpPr txBox="1"/>
              <p:nvPr/>
            </p:nvSpPr>
            <p:spPr>
              <a:xfrm>
                <a:off x="7583692" y="2812446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FC58F0-D22D-451C-AA50-54F47DEA0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3692" y="2812446"/>
                <a:ext cx="139461" cy="215444"/>
              </a:xfrm>
              <a:prstGeom prst="rect">
                <a:avLst/>
              </a:prstGeom>
              <a:blipFill>
                <a:blip r:embed="rId12"/>
                <a:stretch>
                  <a:fillRect l="-30435" r="-26087" b="-277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D6A9CF9-9A54-4729-9A5B-65E43EC86AA0}"/>
                  </a:ext>
                </a:extLst>
              </p:cNvPr>
              <p:cNvSpPr txBox="1"/>
              <p:nvPr/>
            </p:nvSpPr>
            <p:spPr>
              <a:xfrm>
                <a:off x="4746358" y="2802185"/>
                <a:ext cx="27411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D6A9CF9-9A54-4729-9A5B-65E43EC86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358" y="2802185"/>
                <a:ext cx="274113" cy="215444"/>
              </a:xfrm>
              <a:prstGeom prst="rect">
                <a:avLst/>
              </a:prstGeom>
              <a:blipFill>
                <a:blip r:embed="rId13"/>
                <a:stretch>
                  <a:fillRect l="-4444" r="-13333" b="-571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1DCADC-F6F8-4F31-A926-1A3B7A5CE64E}"/>
                  </a:ext>
                </a:extLst>
              </p:cNvPr>
              <p:cNvSpPr txBox="1"/>
              <p:nvPr/>
            </p:nvSpPr>
            <p:spPr>
              <a:xfrm>
                <a:off x="5226043" y="2802185"/>
                <a:ext cx="27411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811DCADC-F6F8-4F31-A926-1A3B7A5CE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043" y="2802185"/>
                <a:ext cx="274113" cy="215444"/>
              </a:xfrm>
              <a:prstGeom prst="rect">
                <a:avLst/>
              </a:prstGeom>
              <a:blipFill>
                <a:blip r:embed="rId14"/>
                <a:stretch>
                  <a:fillRect l="-4444" r="-13333" b="-571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739084F-AF39-4B74-891E-E6A324729BA0}"/>
                  </a:ext>
                </a:extLst>
              </p:cNvPr>
              <p:cNvSpPr txBox="1"/>
              <p:nvPr/>
            </p:nvSpPr>
            <p:spPr>
              <a:xfrm>
                <a:off x="5705728" y="2802185"/>
                <a:ext cx="27411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6739084F-AF39-4B74-891E-E6A324729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728" y="2802185"/>
                <a:ext cx="274113" cy="215444"/>
              </a:xfrm>
              <a:prstGeom prst="rect">
                <a:avLst/>
              </a:prstGeom>
              <a:blipFill>
                <a:blip r:embed="rId15"/>
                <a:stretch>
                  <a:fillRect l="-4444" r="-13333" b="-571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AECC971-32F1-4599-AE23-80EE5E0ABE8E}"/>
                  </a:ext>
                </a:extLst>
              </p:cNvPr>
              <p:cNvSpPr txBox="1"/>
              <p:nvPr/>
            </p:nvSpPr>
            <p:spPr>
              <a:xfrm>
                <a:off x="6171835" y="2300548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EAECC971-32F1-4599-AE23-80EE5E0AB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835" y="2300548"/>
                <a:ext cx="139461" cy="215444"/>
              </a:xfrm>
              <a:prstGeom prst="rect">
                <a:avLst/>
              </a:prstGeom>
              <a:blipFill>
                <a:blip r:embed="rId10"/>
                <a:stretch>
                  <a:fillRect l="-30435" r="-26087" b="-277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4F3FC5-32D8-4007-8DAF-2A4E6C7C39EE}"/>
                  </a:ext>
                </a:extLst>
              </p:cNvPr>
              <p:cNvSpPr txBox="1"/>
              <p:nvPr/>
            </p:nvSpPr>
            <p:spPr>
              <a:xfrm>
                <a:off x="6171835" y="1838753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4F3FC5-32D8-4007-8DAF-2A4E6C7C3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835" y="1838753"/>
                <a:ext cx="139461" cy="215444"/>
              </a:xfrm>
              <a:prstGeom prst="rect">
                <a:avLst/>
              </a:prstGeom>
              <a:blipFill>
                <a:blip r:embed="rId11"/>
                <a:stretch>
                  <a:fillRect l="-30435" r="-26087" b="-571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165CD6-828C-43BD-93C0-75787C307D7C}"/>
                  </a:ext>
                </a:extLst>
              </p:cNvPr>
              <p:cNvSpPr txBox="1"/>
              <p:nvPr/>
            </p:nvSpPr>
            <p:spPr>
              <a:xfrm>
                <a:off x="6171835" y="1409127"/>
                <a:ext cx="13946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D165CD6-828C-43BD-93C0-75787C307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1835" y="1409127"/>
                <a:ext cx="139461" cy="215444"/>
              </a:xfrm>
              <a:prstGeom prst="rect">
                <a:avLst/>
              </a:prstGeom>
              <a:blipFill>
                <a:blip r:embed="rId12"/>
                <a:stretch>
                  <a:fillRect l="-30435" r="-26087" b="-571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29CC48B-F12F-4462-A9DF-6FA6806F3113}"/>
                  </a:ext>
                </a:extLst>
              </p:cNvPr>
              <p:cNvSpPr txBox="1"/>
              <p:nvPr/>
            </p:nvSpPr>
            <p:spPr>
              <a:xfrm>
                <a:off x="6060714" y="4128083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A29CC48B-F12F-4462-A9DF-6FA6806F3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714" y="4128083"/>
                <a:ext cx="274114" cy="215444"/>
              </a:xfrm>
              <a:prstGeom prst="rect">
                <a:avLst/>
              </a:prstGeom>
              <a:blipFill>
                <a:blip r:embed="rId13"/>
                <a:stretch>
                  <a:fillRect l="-4444" r="-13333" b="-277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40DE1BB-5993-4587-ABC1-6C1676925952}"/>
                  </a:ext>
                </a:extLst>
              </p:cNvPr>
              <p:cNvSpPr txBox="1"/>
              <p:nvPr/>
            </p:nvSpPr>
            <p:spPr>
              <a:xfrm>
                <a:off x="6060714" y="3666288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40DE1BB-5993-4587-ABC1-6C1676925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714" y="3666288"/>
                <a:ext cx="274114" cy="215444"/>
              </a:xfrm>
              <a:prstGeom prst="rect">
                <a:avLst/>
              </a:prstGeom>
              <a:blipFill>
                <a:blip r:embed="rId14"/>
                <a:stretch>
                  <a:fillRect l="-4444" r="-13333" b="-2778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9A5A92C-4C56-428A-B840-C0E5A9BFCBA2}"/>
                  </a:ext>
                </a:extLst>
              </p:cNvPr>
              <p:cNvSpPr txBox="1"/>
              <p:nvPr/>
            </p:nvSpPr>
            <p:spPr>
              <a:xfrm>
                <a:off x="6060714" y="3236662"/>
                <a:ext cx="27411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sz="1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id-ID" sz="14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9A5A92C-4C56-428A-B840-C0E5A9BFC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0714" y="3236662"/>
                <a:ext cx="274114" cy="215444"/>
              </a:xfrm>
              <a:prstGeom prst="rect">
                <a:avLst/>
              </a:prstGeom>
              <a:blipFill>
                <a:blip r:embed="rId15"/>
                <a:stretch>
                  <a:fillRect l="-4444" r="-13333" b="-5714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061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1" name="Footer Placeholder 9">
            <a:extLst>
              <a:ext uri="{FF2B5EF4-FFF2-40B4-BE49-F238E27FC236}">
                <a16:creationId xmlns:a16="http://schemas.microsoft.com/office/drawing/2014/main" id="{B18589EA-C077-4B80-8ACB-9403A4A1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  <p:sp>
        <p:nvSpPr>
          <p:cNvPr id="57" name="Title 1">
            <a:extLst>
              <a:ext uri="{FF2B5EF4-FFF2-40B4-BE49-F238E27FC236}">
                <a16:creationId xmlns:a16="http://schemas.microsoft.com/office/drawing/2014/main" id="{B98BE1D4-4E76-4F3E-82AA-8EBE56D7A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Geometri Koordinat dan Grafik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4EC236F-D879-4413-8F58-90F05CF8F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8425" y="1755464"/>
            <a:ext cx="1841927" cy="1676094"/>
          </a:xfrm>
          <a:prstGeom prst="rect">
            <a:avLst/>
          </a:prstGeom>
        </p:spPr>
      </p:pic>
      <p:graphicFrame>
        <p:nvGraphicFramePr>
          <p:cNvPr id="77" name="Table 10">
            <a:extLst>
              <a:ext uri="{FF2B5EF4-FFF2-40B4-BE49-F238E27FC236}">
                <a16:creationId xmlns:a16="http://schemas.microsoft.com/office/drawing/2014/main" id="{EA4207DE-4EAA-4531-A9FE-A6A9A8FD0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400505"/>
              </p:ext>
            </p:extLst>
          </p:nvPr>
        </p:nvGraphicFramePr>
        <p:xfrm>
          <a:off x="224355" y="1849112"/>
          <a:ext cx="3600000" cy="29260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4818179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522332671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9732881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650780154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65476374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2754514217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466699430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801950933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7968705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170899425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96037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469049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422918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58987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64559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32984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010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>
                    <a:lnL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097863"/>
                  </a:ext>
                </a:extLst>
              </a:tr>
            </a:tbl>
          </a:graphicData>
        </a:graphic>
      </p:graphicFrame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124934BD-7049-4947-A334-6ACC44387BB3}"/>
              </a:ext>
            </a:extLst>
          </p:cNvPr>
          <p:cNvCxnSpPr>
            <a:cxnSpLocks/>
          </p:cNvCxnSpPr>
          <p:nvPr/>
        </p:nvCxnSpPr>
        <p:spPr>
          <a:xfrm>
            <a:off x="224355" y="3312152"/>
            <a:ext cx="3600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1B8AEC9-8966-4CC1-A448-EC371E8B21E1}"/>
              </a:ext>
            </a:extLst>
          </p:cNvPr>
          <p:cNvCxnSpPr>
            <a:cxnSpLocks/>
            <a:endCxn id="77" idx="0"/>
          </p:cNvCxnSpPr>
          <p:nvPr/>
        </p:nvCxnSpPr>
        <p:spPr>
          <a:xfrm flipV="1">
            <a:off x="2024355" y="1849112"/>
            <a:ext cx="0" cy="29260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56EF4CD-2CCE-4E83-992A-771EAFF01BF7}"/>
                  </a:ext>
                </a:extLst>
              </p:cNvPr>
              <p:cNvSpPr txBox="1"/>
              <p:nvPr/>
            </p:nvSpPr>
            <p:spPr>
              <a:xfrm>
                <a:off x="3947355" y="3173652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256EF4CD-2CCE-4E83-992A-771EAFF01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355" y="3173652"/>
                <a:ext cx="183320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679B792-82F3-4824-8FC1-82522713D831}"/>
                  </a:ext>
                </a:extLst>
              </p:cNvPr>
              <p:cNvSpPr txBox="1"/>
              <p:nvPr/>
            </p:nvSpPr>
            <p:spPr>
              <a:xfrm>
                <a:off x="1932695" y="1572113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A679B792-82F3-4824-8FC1-82522713D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695" y="1572113"/>
                <a:ext cx="186718" cy="276999"/>
              </a:xfrm>
              <a:prstGeom prst="rect">
                <a:avLst/>
              </a:prstGeom>
              <a:blipFill>
                <a:blip r:embed="rId4"/>
                <a:stretch>
                  <a:fillRect l="-32258" r="-25806" b="-2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877E5FC-9DC8-4E46-BFCA-43EE73929FC1}"/>
                  </a:ext>
                </a:extLst>
              </p:cNvPr>
              <p:cNvSpPr txBox="1"/>
              <p:nvPr/>
            </p:nvSpPr>
            <p:spPr>
              <a:xfrm>
                <a:off x="1841035" y="3320703"/>
                <a:ext cx="183320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877E5FC-9DC8-4E46-BFCA-43EE73929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1035" y="3320703"/>
                <a:ext cx="183320" cy="276999"/>
              </a:xfrm>
              <a:prstGeom prst="rect">
                <a:avLst/>
              </a:prstGeom>
              <a:blipFill>
                <a:blip r:embed="rId5"/>
                <a:stretch>
                  <a:fillRect l="-26667" r="-33333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4E42B3F-169C-4BBF-A0F6-8BF76AAD14D5}"/>
                  </a:ext>
                </a:extLst>
              </p:cNvPr>
              <p:cNvSpPr txBox="1"/>
              <p:nvPr/>
            </p:nvSpPr>
            <p:spPr>
              <a:xfrm>
                <a:off x="2673038" y="4531124"/>
                <a:ext cx="1366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64E42B3F-169C-4BBF-A0F6-8BF76AAD1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3038" y="4531124"/>
                <a:ext cx="136634" cy="276999"/>
              </a:xfrm>
              <a:prstGeom prst="rect">
                <a:avLst/>
              </a:prstGeom>
              <a:blipFill>
                <a:blip r:embed="rId6"/>
                <a:stretch>
                  <a:fillRect l="-56522" r="-73913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5DE9F5C4-0D89-4F2B-A94F-5835690BBE85}"/>
              </a:ext>
            </a:extLst>
          </p:cNvPr>
          <p:cNvSpPr/>
          <p:nvPr/>
        </p:nvSpPr>
        <p:spPr>
          <a:xfrm>
            <a:off x="2687355" y="4358112"/>
            <a:ext cx="108000" cy="108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BB88C09-95BE-4D79-B72B-42CA132FFE8C}"/>
                  </a:ext>
                </a:extLst>
              </p:cNvPr>
              <p:cNvSpPr txBox="1"/>
              <p:nvPr/>
            </p:nvSpPr>
            <p:spPr>
              <a:xfrm>
                <a:off x="3362681" y="2649805"/>
                <a:ext cx="1366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EBB88C09-95BE-4D79-B72B-42CA132FF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81" y="2649805"/>
                <a:ext cx="136634" cy="276999"/>
              </a:xfrm>
              <a:prstGeom prst="rect">
                <a:avLst/>
              </a:prstGeom>
              <a:blipFill>
                <a:blip r:embed="rId7"/>
                <a:stretch>
                  <a:fillRect l="-63636" r="-68182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Flowchart: Connector 85">
            <a:extLst>
              <a:ext uri="{FF2B5EF4-FFF2-40B4-BE49-F238E27FC236}">
                <a16:creationId xmlns:a16="http://schemas.microsoft.com/office/drawing/2014/main" id="{1A968CE2-A408-4E0F-A5CE-B517699331AA}"/>
              </a:ext>
            </a:extLst>
          </p:cNvPr>
          <p:cNvSpPr/>
          <p:nvPr/>
        </p:nvSpPr>
        <p:spPr>
          <a:xfrm>
            <a:off x="3389355" y="2529152"/>
            <a:ext cx="108000" cy="108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B23DE63-D29F-4B92-9127-995EE2350C93}"/>
                  </a:ext>
                </a:extLst>
              </p:cNvPr>
              <p:cNvSpPr txBox="1"/>
              <p:nvPr/>
            </p:nvSpPr>
            <p:spPr>
              <a:xfrm>
                <a:off x="862056" y="3027150"/>
                <a:ext cx="1366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CB23DE63-D29F-4B92-9127-995EE2350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056" y="3027150"/>
                <a:ext cx="136634" cy="276999"/>
              </a:xfrm>
              <a:prstGeom prst="rect">
                <a:avLst/>
              </a:prstGeom>
              <a:blipFill>
                <a:blip r:embed="rId8"/>
                <a:stretch>
                  <a:fillRect l="-56522" r="-69565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Flowchart: Connector 87">
            <a:extLst>
              <a:ext uri="{FF2B5EF4-FFF2-40B4-BE49-F238E27FC236}">
                <a16:creationId xmlns:a16="http://schemas.microsoft.com/office/drawing/2014/main" id="{D2632585-ACDE-4F8F-B82D-C29C28DC8F3D}"/>
              </a:ext>
            </a:extLst>
          </p:cNvPr>
          <p:cNvSpPr/>
          <p:nvPr/>
        </p:nvSpPr>
        <p:spPr>
          <a:xfrm>
            <a:off x="885073" y="2887064"/>
            <a:ext cx="108000" cy="108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16B7DB9-F91B-448D-9F46-62F6720D7D9E}"/>
                  </a:ext>
                </a:extLst>
              </p:cNvPr>
              <p:cNvSpPr txBox="1"/>
              <p:nvPr/>
            </p:nvSpPr>
            <p:spPr>
              <a:xfrm>
                <a:off x="1597257" y="4135113"/>
                <a:ext cx="1366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16B7DB9-F91B-448D-9F46-62F6720D7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257" y="4135113"/>
                <a:ext cx="136634" cy="276999"/>
              </a:xfrm>
              <a:prstGeom prst="rect">
                <a:avLst/>
              </a:prstGeom>
              <a:blipFill>
                <a:blip r:embed="rId9"/>
                <a:stretch>
                  <a:fillRect l="-59091" r="-68182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Flowchart: Connector 89">
            <a:extLst>
              <a:ext uri="{FF2B5EF4-FFF2-40B4-BE49-F238E27FC236}">
                <a16:creationId xmlns:a16="http://schemas.microsoft.com/office/drawing/2014/main" id="{7D1C55CD-0252-4B4B-AA13-4D6D882FBD04}"/>
              </a:ext>
            </a:extLst>
          </p:cNvPr>
          <p:cNvSpPr/>
          <p:nvPr/>
        </p:nvSpPr>
        <p:spPr>
          <a:xfrm>
            <a:off x="1611574" y="3989153"/>
            <a:ext cx="108000" cy="1080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DEB8FBD-DA74-4CED-A794-44BF54CA2AFB}"/>
                  </a:ext>
                </a:extLst>
              </p:cNvPr>
              <p:cNvSpPr txBox="1"/>
              <p:nvPr/>
            </p:nvSpPr>
            <p:spPr>
              <a:xfrm>
                <a:off x="2699248" y="3344434"/>
                <a:ext cx="1366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5DEB8FBD-DA74-4CED-A794-44BF54CA2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248" y="3344434"/>
                <a:ext cx="136634" cy="276999"/>
              </a:xfrm>
              <a:prstGeom prst="rect">
                <a:avLst/>
              </a:prstGeom>
              <a:blipFill>
                <a:blip r:embed="rId10"/>
                <a:stretch>
                  <a:fillRect l="-59091" r="-59091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8DA61B5-E48B-4507-B1DE-6C27168FE0E5}"/>
                  </a:ext>
                </a:extLst>
              </p:cNvPr>
              <p:cNvSpPr txBox="1"/>
              <p:nvPr/>
            </p:nvSpPr>
            <p:spPr>
              <a:xfrm>
                <a:off x="1838258" y="2441797"/>
                <a:ext cx="13663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d-ID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98DA61B5-E48B-4507-B1DE-6C27168FE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258" y="2441797"/>
                <a:ext cx="136634" cy="276999"/>
              </a:xfrm>
              <a:prstGeom prst="rect">
                <a:avLst/>
              </a:prstGeom>
              <a:blipFill>
                <a:blip r:embed="rId11"/>
                <a:stretch>
                  <a:fillRect l="-59091" r="-59091"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8C0506A-57ED-4B0D-A34D-21E1983DBB81}"/>
                  </a:ext>
                </a:extLst>
              </p:cNvPr>
              <p:cNvSpPr txBox="1"/>
              <p:nvPr/>
            </p:nvSpPr>
            <p:spPr>
              <a:xfrm>
                <a:off x="3169810" y="2216697"/>
                <a:ext cx="5947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4,2</m:t>
                          </m:r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B8C0506A-57ED-4B0D-A34D-21E1983DB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10" y="2216697"/>
                <a:ext cx="594799" cy="276999"/>
              </a:xfrm>
              <a:prstGeom prst="rect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4703A52-A605-4637-A909-4BB589B7D52C}"/>
                  </a:ext>
                </a:extLst>
              </p:cNvPr>
              <p:cNvSpPr txBox="1"/>
              <p:nvPr/>
            </p:nvSpPr>
            <p:spPr>
              <a:xfrm>
                <a:off x="654983" y="2530579"/>
                <a:ext cx="5947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−3,1</m:t>
                          </m:r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A4703A52-A605-4637-A909-4BB589B7D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83" y="2530579"/>
                <a:ext cx="594799" cy="276999"/>
              </a:xfrm>
              <a:prstGeom prst="rect">
                <a:avLst/>
              </a:prstGeom>
              <a:blipFill>
                <a:blip r:embed="rId13"/>
                <a:stretch>
                  <a:fillRect r="-10204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8DF95B2-38A4-4C0C-AD8A-0687B11CFC22}"/>
                  </a:ext>
                </a:extLst>
              </p:cNvPr>
              <p:cNvSpPr txBox="1"/>
              <p:nvPr/>
            </p:nvSpPr>
            <p:spPr>
              <a:xfrm>
                <a:off x="1172996" y="3654551"/>
                <a:ext cx="5947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−1,−2</m:t>
                          </m:r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68DF95B2-38A4-4C0C-AD8A-0687B11CF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996" y="3654551"/>
                <a:ext cx="594799" cy="276999"/>
              </a:xfrm>
              <a:prstGeom prst="rect">
                <a:avLst/>
              </a:prstGeom>
              <a:blipFill>
                <a:blip r:embed="rId14"/>
                <a:stretch>
                  <a:fillRect r="-44898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8F381F-B9C1-4E34-AB4F-62508BE2A061}"/>
                  </a:ext>
                </a:extLst>
              </p:cNvPr>
              <p:cNvSpPr txBox="1"/>
              <p:nvPr/>
            </p:nvSpPr>
            <p:spPr>
              <a:xfrm>
                <a:off x="2375638" y="4017699"/>
                <a:ext cx="59479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id-ID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d-ID" b="0" i="1" smtClean="0">
                              <a:latin typeface="Cambria Math" panose="02040503050406030204" pitchFamily="18" charset="0"/>
                            </a:rPr>
                            <m:t>2,−3</m:t>
                          </m:r>
                        </m:e>
                      </m:d>
                    </m:oMath>
                  </m:oMathPara>
                </a14:m>
                <a:endParaRPr lang="id-ID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598F381F-B9C1-4E34-AB4F-62508BE2A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5638" y="4017699"/>
                <a:ext cx="594799" cy="276999"/>
              </a:xfrm>
              <a:prstGeom prst="rect">
                <a:avLst/>
              </a:prstGeom>
              <a:blipFill>
                <a:blip r:embed="rId15"/>
                <a:stretch>
                  <a:fillRect r="-16495" b="-6522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0" name="Picture 99">
            <a:extLst>
              <a:ext uri="{FF2B5EF4-FFF2-40B4-BE49-F238E27FC236}">
                <a16:creationId xmlns:a16="http://schemas.microsoft.com/office/drawing/2014/main" id="{A70D07B6-48A9-48F1-BA4A-F2617F2573A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67000" y="1772299"/>
            <a:ext cx="2171700" cy="1828800"/>
          </a:xfrm>
          <a:prstGeom prst="rect">
            <a:avLst/>
          </a:prstGeom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DAEAC9EA-0B94-4814-BA1C-2ED4C507F4A7}"/>
              </a:ext>
            </a:extLst>
          </p:cNvPr>
          <p:cNvSpPr txBox="1"/>
          <p:nvPr/>
        </p:nvSpPr>
        <p:spPr>
          <a:xfrm>
            <a:off x="2219895" y="815827"/>
            <a:ext cx="3888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800" b="1" dirty="0"/>
              <a:t>Contoh Penggunaan Diagram Kartesius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90561F62-4061-4FE0-B4EF-FBF573BA78FB}"/>
              </a:ext>
            </a:extLst>
          </p:cNvPr>
          <p:cNvSpPr txBox="1"/>
          <p:nvPr/>
        </p:nvSpPr>
        <p:spPr>
          <a:xfrm>
            <a:off x="147821" y="1330968"/>
            <a:ext cx="1564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800" u="sng" dirty="0"/>
              <a:t>Koordinat titik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E0F8263-5CCA-4547-B290-5E56574411B3}"/>
              </a:ext>
            </a:extLst>
          </p:cNvPr>
          <p:cNvSpPr txBox="1"/>
          <p:nvPr/>
        </p:nvSpPr>
        <p:spPr>
          <a:xfrm>
            <a:off x="4357699" y="1412995"/>
            <a:ext cx="167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800" u="sng" dirty="0"/>
              <a:t>Kurva 2 dimensi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2B1AD06E-F2FA-4D70-9BD6-A91C5D4882B7}"/>
              </a:ext>
            </a:extLst>
          </p:cNvPr>
          <p:cNvSpPr txBox="1"/>
          <p:nvPr/>
        </p:nvSpPr>
        <p:spPr>
          <a:xfrm>
            <a:off x="6978594" y="1412995"/>
            <a:ext cx="1678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1800" u="sng" dirty="0"/>
              <a:t>Kurva 3 dimensi</a:t>
            </a:r>
          </a:p>
        </p:txBody>
      </p:sp>
    </p:spTree>
    <p:extLst>
      <p:ext uri="{BB962C8B-B14F-4D97-AF65-F5344CB8AC3E}">
        <p14:creationId xmlns:p14="http://schemas.microsoft.com/office/powerpoint/2010/main" val="30947921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DC4D95-029A-48D8-85A3-71A491318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569800" cy="3394472"/>
          </a:xfrm>
        </p:spPr>
        <p:txBody>
          <a:bodyPr>
            <a:no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</a:t>
            </a:r>
            <a:r>
              <a:rPr lang="id-ID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awaban ditulis tangan dengan pulpen hitam pada kertas HVS kemudian di-scan/difoto kemudian disubmit di elearning.</a:t>
            </a:r>
          </a:p>
          <a:p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Jenis format file	: Pdf</a:t>
            </a:r>
          </a:p>
          <a:p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Nama file		: Tugas 1 – Nama</a:t>
            </a:r>
          </a:p>
          <a:p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Waktu pengerjaan 50 menit.</a:t>
            </a:r>
          </a:p>
          <a:p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Mahasiswa yang tidak submit dinyatakan tidak mengerjakan latihan soal (nilai tugas nol).</a:t>
            </a:r>
          </a:p>
          <a:p>
            <a:r>
              <a:rPr lang="id-ID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Pengumpulan tugas hanya melalui elearning, tidak menerima melalui email atau media lainnya.</a:t>
            </a:r>
            <a:endParaRPr lang="id-ID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1" name="Footer Placeholder 9">
            <a:extLst>
              <a:ext uri="{FF2B5EF4-FFF2-40B4-BE49-F238E27FC236}">
                <a16:creationId xmlns:a16="http://schemas.microsoft.com/office/drawing/2014/main" id="{B18589EA-C077-4B80-8ACB-9403A4A1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60548A07-14FD-46EF-BFF0-6860ED67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Ketentuan Latihan Soal</a:t>
            </a:r>
          </a:p>
        </p:txBody>
      </p:sp>
    </p:spTree>
    <p:extLst>
      <p:ext uri="{BB962C8B-B14F-4D97-AF65-F5344CB8AC3E}">
        <p14:creationId xmlns:p14="http://schemas.microsoft.com/office/powerpoint/2010/main" val="1809021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0DC4D95-029A-48D8-85A3-71A4913188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569800" cy="3394472"/>
              </a:xfrm>
            </p:spPr>
            <p:txBody>
              <a:bodyPr>
                <a:no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Nilai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yang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memenuhi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persamaan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id-ID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+5</m:t>
                        </m:r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adalah</a:t>
                </a:r>
                <a:r>
                  <a:rPr lang="id-ID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....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Himpunan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nilai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yang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memenuhi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pertidaksamaan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d-ID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−3</m:t>
                        </m:r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≥0,2</m:t>
                    </m:r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adalah</a:t>
                </a:r>
                <a:r>
                  <a:rPr lang="id-ID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....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Himpunan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:r>
                  <a:rPr lang="id-ID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penyelesaian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yang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memenuhi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pertidaksamaan</a:t>
                </a:r>
                <a:r>
                  <a:rPr lang="en-US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d-ID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d-ID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&lt;3</m:t>
                    </m:r>
                    <m:d>
                      <m:dPr>
                        <m:ctrlPr>
                          <a:rPr lang="id-ID" sz="2000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d-ID" sz="2000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num>
                          <m:den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adalah</a:t>
                </a:r>
                <a:r>
                  <a:rPr lang="id-ID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....</a:t>
                </a:r>
              </a:p>
              <a:p>
                <a:pPr>
                  <a:buFont typeface="+mj-lt"/>
                  <a:buAutoNum type="arabicPeriod"/>
                </a:pPr>
                <a:r>
                  <a:rPr lang="id-ID" sz="20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Gambarkan dalam bidang kartesius titik berikut:</a:t>
                </a:r>
              </a:p>
              <a:p>
                <a:pPr marL="0" indent="0">
                  <a:buNone/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a. titik P : (-3,5)	 	c. titik R : (2,1)</a:t>
                </a:r>
              </a:p>
              <a:p>
                <a:pPr marL="0" indent="0">
                  <a:buNone/>
                </a:pPr>
                <a:r>
                  <a:rPr lang="id-ID" sz="20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	b. titik Q : (-1,-4)		d. titik S : (4,-3)</a:t>
                </a:r>
              </a:p>
              <a:p>
                <a:pPr marL="357188" indent="-357188">
                  <a:buFont typeface="+mj-lt"/>
                  <a:buAutoNum type="arabicPeriod" startAt="5"/>
                </a:pPr>
                <a:r>
                  <a:rPr lang="id-ID" sz="20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Tentukan letak kuadran masing-masing titik pada soal no. 4.</a:t>
                </a:r>
                <a:endParaRPr lang="id-ID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10DC4D95-029A-48D8-85A3-71A4913188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569800" cy="3394472"/>
              </a:xfrm>
              <a:blipFill>
                <a:blip r:embed="rId2"/>
                <a:stretch>
                  <a:fillRect l="-569" t="-1077"/>
                </a:stretch>
              </a:blipFill>
            </p:spPr>
            <p:txBody>
              <a:bodyPr/>
              <a:lstStyle/>
              <a:p>
                <a:r>
                  <a:rPr lang="id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Footer Placeholder 9">
            <a:extLst>
              <a:ext uri="{FF2B5EF4-FFF2-40B4-BE49-F238E27FC236}">
                <a16:creationId xmlns:a16="http://schemas.microsoft.com/office/drawing/2014/main" id="{B18589EA-C077-4B80-8ACB-9403A4A1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  <p:sp>
        <p:nvSpPr>
          <p:cNvPr id="37" name="Title 1">
            <a:extLst>
              <a:ext uri="{FF2B5EF4-FFF2-40B4-BE49-F238E27FC236}">
                <a16:creationId xmlns:a16="http://schemas.microsoft.com/office/drawing/2014/main" id="{60548A07-14FD-46EF-BFF0-6860ED67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92546"/>
            <a:ext cx="8229600" cy="857250"/>
          </a:xfrm>
        </p:spPr>
        <p:txBody>
          <a:bodyPr>
            <a:noAutofit/>
          </a:bodyPr>
          <a:lstStyle/>
          <a:p>
            <a:r>
              <a:rPr lang="id-ID" sz="4000" b="1" dirty="0">
                <a:solidFill>
                  <a:schemeClr val="bg1"/>
                </a:solidFill>
              </a:rPr>
              <a:t>Latihan Soal</a:t>
            </a:r>
          </a:p>
        </p:txBody>
      </p:sp>
    </p:spTree>
    <p:extLst>
      <p:ext uri="{BB962C8B-B14F-4D97-AF65-F5344CB8AC3E}">
        <p14:creationId xmlns:p14="http://schemas.microsoft.com/office/powerpoint/2010/main" val="3126233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131590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545281" y="238050"/>
                  <a:pt x="3037608" y="238050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" name="Rectangle 3"/>
          <p:cNvSpPr/>
          <p:nvPr/>
        </p:nvSpPr>
        <p:spPr>
          <a:xfrm flipV="1">
            <a:off x="-9128" y="4515966"/>
            <a:ext cx="9144000" cy="648072"/>
          </a:xfrm>
          <a:custGeom>
            <a:avLst/>
            <a:gdLst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  <a:gd name="connsiteX0" fmla="*/ 0 w 9144000"/>
              <a:gd name="connsiteY0" fmla="*/ 0 h 421779"/>
              <a:gd name="connsiteX1" fmla="*/ 9144000 w 9144000"/>
              <a:gd name="connsiteY1" fmla="*/ 0 h 421779"/>
              <a:gd name="connsiteX2" fmla="*/ 9144000 w 9144000"/>
              <a:gd name="connsiteY2" fmla="*/ 421779 h 421779"/>
              <a:gd name="connsiteX3" fmla="*/ 0 w 9144000"/>
              <a:gd name="connsiteY3" fmla="*/ 421779 h 421779"/>
              <a:gd name="connsiteX4" fmla="*/ 0 w 9144000"/>
              <a:gd name="connsiteY4" fmla="*/ 0 h 42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0" h="421779">
                <a:moveTo>
                  <a:pt x="0" y="0"/>
                </a:moveTo>
                <a:lnTo>
                  <a:pt x="9144000" y="0"/>
                </a:lnTo>
                <a:lnTo>
                  <a:pt x="9144000" y="421779"/>
                </a:lnTo>
                <a:cubicBezTo>
                  <a:pt x="5482936" y="203570"/>
                  <a:pt x="3016827" y="245134"/>
                  <a:pt x="0" y="42177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0" y="4876006"/>
            <a:ext cx="9134872" cy="273844"/>
          </a:xfrm>
        </p:spPr>
        <p:txBody>
          <a:bodyPr/>
          <a:lstStyle/>
          <a:p>
            <a:r>
              <a:rPr lang="id-ID" dirty="0">
                <a:solidFill>
                  <a:schemeClr val="tx1"/>
                </a:solidFill>
              </a:rPr>
              <a:t>EP M101 – Kalkulus – 2021/2022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0857" y="987574"/>
            <a:ext cx="6764032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id-ID" sz="4800" b="1" dirty="0">
                <a:ln w="11430"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Terima Kasih</a:t>
            </a:r>
          </a:p>
          <a:p>
            <a:pPr algn="ctr"/>
            <a:endParaRPr lang="id-ID" sz="4800" b="1" dirty="0">
              <a:ln w="11430">
                <a:solidFill>
                  <a:srgbClr val="00B0F0"/>
                </a:solidFill>
              </a:ln>
              <a:solidFill>
                <a:srgbClr val="00B0F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r>
              <a:rPr lang="id-ID" sz="4800" b="1" dirty="0">
                <a:ln w="11430"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Sampai Jumpa</a:t>
            </a:r>
          </a:p>
          <a:p>
            <a:pPr algn="ctr"/>
            <a:r>
              <a:rPr lang="id-ID" sz="4800" b="1" dirty="0">
                <a:ln w="11430">
                  <a:solidFill>
                    <a:srgbClr val="00B0F0"/>
                  </a:solidFill>
                </a:ln>
                <a:solidFill>
                  <a:srgbClr val="00B0F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di Pertemuan Selanjutnya</a:t>
            </a:r>
            <a:endParaRPr lang="en-US" sz="4800" b="1" dirty="0">
              <a:ln w="11430">
                <a:solidFill>
                  <a:srgbClr val="00B0F0"/>
                </a:solidFill>
              </a:ln>
              <a:solidFill>
                <a:srgbClr val="00B0F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05107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1493</Words>
  <Application>Microsoft Office PowerPoint</Application>
  <PresentationFormat>On-screen Show (16:9)</PresentationFormat>
  <Paragraphs>416</Paragraphs>
  <Slides>29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Cambria Math</vt:lpstr>
      <vt:lpstr>Symbol</vt:lpstr>
      <vt:lpstr>Times New Roman</vt:lpstr>
      <vt:lpstr>Wingdings</vt:lpstr>
      <vt:lpstr>Wingdings 2</vt:lpstr>
      <vt:lpstr>Office Theme</vt:lpstr>
      <vt:lpstr>Equation</vt:lpstr>
      <vt:lpstr>PowerPoint Presentation</vt:lpstr>
      <vt:lpstr>Capaian Pembelajaran Mingguan Mata Kuliah (Sub-CPMK)</vt:lpstr>
      <vt:lpstr>Sub-Pokok Bahasan</vt:lpstr>
      <vt:lpstr>Sistem Bilangan</vt:lpstr>
      <vt:lpstr>Sifat-sifat Bilangan Riil</vt:lpstr>
      <vt:lpstr>Garis Bilangan</vt:lpstr>
      <vt:lpstr>Selang</vt:lpstr>
      <vt:lpstr>Pertidaksamaan</vt:lpstr>
      <vt:lpstr>Pertidaksamaan</vt:lpstr>
      <vt:lpstr>Contoh: Tentukan Himpunan Penyelesaian</vt:lpstr>
      <vt:lpstr>Contoh: Tentukan Himpunan Penyelesaian</vt:lpstr>
      <vt:lpstr>Contoh: Tentukan Himpunan Penyelesaian</vt:lpstr>
      <vt:lpstr>Contoh: Tentukan Himpunan Penyelesaian</vt:lpstr>
      <vt:lpstr>PowerPoint Presentation</vt:lpstr>
      <vt:lpstr>Contoh: Tentukan Himpunan Penyelesaian</vt:lpstr>
      <vt:lpstr>Pertidaksamaan Nilai Mutlak</vt:lpstr>
      <vt:lpstr>Pertidaksamaan Nilai Mutlak</vt:lpstr>
      <vt:lpstr>Contoh</vt:lpstr>
      <vt:lpstr>Contoh</vt:lpstr>
      <vt:lpstr>Contoh</vt:lpstr>
      <vt:lpstr>Contoh</vt:lpstr>
      <vt:lpstr>Contoh</vt:lpstr>
      <vt:lpstr>Contoh</vt:lpstr>
      <vt:lpstr>Contoh</vt:lpstr>
      <vt:lpstr>Geometri Koordinat dan Grafik</vt:lpstr>
      <vt:lpstr>Geometri Koordinat dan Grafik</vt:lpstr>
      <vt:lpstr>Ketentuan Latihan Soal</vt:lpstr>
      <vt:lpstr>Latihan Soal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</dc:creator>
  <cp:lastModifiedBy>agie</cp:lastModifiedBy>
  <cp:revision>29</cp:revision>
  <dcterms:created xsi:type="dcterms:W3CDTF">2020-08-14T07:16:02Z</dcterms:created>
  <dcterms:modified xsi:type="dcterms:W3CDTF">2022-01-24T01:45:37Z</dcterms:modified>
</cp:coreProperties>
</file>