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2" r:id="rId24"/>
    <p:sldId id="281" r:id="rId25"/>
    <p:sldId id="283" r:id="rId26"/>
    <p:sldId id="284" r:id="rId27"/>
    <p:sldId id="285" r:id="rId28"/>
    <p:sldId id="286" r:id="rId29"/>
    <p:sldId id="287" r:id="rId30"/>
    <p:sldId id="262" r:id="rId31"/>
    <p:sldId id="25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6AC71-34D5-DED3-067A-ADB3B35A113D}" v="1842" dt="2025-08-22T04:49:04.873"/>
    <p1510:client id="{6772D94C-6190-C808-CF42-8A793F36B884}" v="112" dt="2025-08-22T05:01:35.117"/>
    <p1510:client id="{90B54941-EE01-EAA7-1A53-5587BEFFF45C}" v="11" dt="2025-08-22T05:11:52.363"/>
    <p1510:client id="{A3E33DAE-ED06-D9CE-1A94-0200B1CB8A57}" v="212" dt="2025-08-21T08:25:06.243"/>
    <p1510:client id="{F485A915-762D-3251-751F-2D770E3E913E}" v="307" dt="2025-08-21T09:53:03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NIKE ENDARIAHNA SURBAKTI (066628)" userId="S::eunike.endariahna@umn.ac.id::c73e3c50-5c31-409f-a774-347cff811649" providerId="AD" clId="Web-{6772D94C-6190-C808-CF42-8A793F36B884}"/>
    <pc:docChg chg="addSld delSld modSld">
      <pc:chgData name="EUNIKE ENDARIAHNA SURBAKTI (066628)" userId="S::eunike.endariahna@umn.ac.id::c73e3c50-5c31-409f-a774-347cff811649" providerId="AD" clId="Web-{6772D94C-6190-C808-CF42-8A793F36B884}" dt="2025-08-22T05:01:35.117" v="64" actId="20577"/>
      <pc:docMkLst>
        <pc:docMk/>
      </pc:docMkLst>
      <pc:sldChg chg="modSp">
        <pc:chgData name="EUNIKE ENDARIAHNA SURBAKTI (066628)" userId="S::eunike.endariahna@umn.ac.id::c73e3c50-5c31-409f-a774-347cff811649" providerId="AD" clId="Web-{6772D94C-6190-C808-CF42-8A793F36B884}" dt="2025-08-22T05:01:35.117" v="64" actId="20577"/>
        <pc:sldMkLst>
          <pc:docMk/>
          <pc:sldMk cId="3705244923" sldId="261"/>
        </pc:sldMkLst>
        <pc:spChg chg="mod">
          <ac:chgData name="EUNIKE ENDARIAHNA SURBAKTI (066628)" userId="S::eunike.endariahna@umn.ac.id::c73e3c50-5c31-409f-a774-347cff811649" providerId="AD" clId="Web-{6772D94C-6190-C808-CF42-8A793F36B884}" dt="2025-08-22T05:01:35.117" v="64" actId="20577"/>
          <ac:spMkLst>
            <pc:docMk/>
            <pc:sldMk cId="3705244923" sldId="261"/>
            <ac:spMk id="7" creationId="{AC998DDF-E2CB-3986-0698-47B014CC16D7}"/>
          </ac:spMkLst>
        </pc:spChg>
      </pc:sldChg>
      <pc:sldChg chg="addSp delSp modSp add replId">
        <pc:chgData name="EUNIKE ENDARIAHNA SURBAKTI (066628)" userId="S::eunike.endariahna@umn.ac.id::c73e3c50-5c31-409f-a774-347cff811649" providerId="AD" clId="Web-{6772D94C-6190-C808-CF42-8A793F36B884}" dt="2025-08-22T04:55:04.517" v="31" actId="1076"/>
        <pc:sldMkLst>
          <pc:docMk/>
          <pc:sldMk cId="2829041240" sldId="286"/>
        </pc:sldMkLst>
        <pc:spChg chg="del mod">
          <ac:chgData name="EUNIKE ENDARIAHNA SURBAKTI (066628)" userId="S::eunike.endariahna@umn.ac.id::c73e3c50-5c31-409f-a774-347cff811649" providerId="AD" clId="Web-{6772D94C-6190-C808-CF42-8A793F36B884}" dt="2025-08-22T04:55:01.220" v="29"/>
          <ac:spMkLst>
            <pc:docMk/>
            <pc:sldMk cId="2829041240" sldId="286"/>
            <ac:spMk id="3" creationId="{1E2724E1-579A-513D-2444-6C2D4BE942A1}"/>
          </ac:spMkLst>
        </pc:spChg>
        <pc:spChg chg="mod">
          <ac:chgData name="EUNIKE ENDARIAHNA SURBAKTI (066628)" userId="S::eunike.endariahna@umn.ac.id::c73e3c50-5c31-409f-a774-347cff811649" providerId="AD" clId="Web-{6772D94C-6190-C808-CF42-8A793F36B884}" dt="2025-08-22T04:54:42.532" v="26" actId="20577"/>
          <ac:spMkLst>
            <pc:docMk/>
            <pc:sldMk cId="2829041240" sldId="286"/>
            <ac:spMk id="6" creationId="{A1D50506-7374-164E-17C2-04F39EF3BBF8}"/>
          </ac:spMkLst>
        </pc:spChg>
        <pc:picChg chg="add mod">
          <ac:chgData name="EUNIKE ENDARIAHNA SURBAKTI (066628)" userId="S::eunike.endariahna@umn.ac.id::c73e3c50-5c31-409f-a774-347cff811649" providerId="AD" clId="Web-{6772D94C-6190-C808-CF42-8A793F36B884}" dt="2025-08-22T04:55:04.517" v="31" actId="1076"/>
          <ac:picMkLst>
            <pc:docMk/>
            <pc:sldMk cId="2829041240" sldId="286"/>
            <ac:picMk id="2" creationId="{49307466-1A14-42AB-F597-96F3974AAA22}"/>
          </ac:picMkLst>
        </pc:picChg>
      </pc:sldChg>
      <pc:sldChg chg="del">
        <pc:chgData name="EUNIKE ENDARIAHNA SURBAKTI (066628)" userId="S::eunike.endariahna@umn.ac.id::c73e3c50-5c31-409f-a774-347cff811649" providerId="AD" clId="Web-{6772D94C-6190-C808-CF42-8A793F36B884}" dt="2025-08-22T04:54:10.562" v="0"/>
        <pc:sldMkLst>
          <pc:docMk/>
          <pc:sldMk cId="4014468191" sldId="286"/>
        </pc:sldMkLst>
      </pc:sldChg>
      <pc:sldChg chg="addSp delSp modSp add replId">
        <pc:chgData name="EUNIKE ENDARIAHNA SURBAKTI (066628)" userId="S::eunike.endariahna@umn.ac.id::c73e3c50-5c31-409f-a774-347cff811649" providerId="AD" clId="Web-{6772D94C-6190-C808-CF42-8A793F36B884}" dt="2025-08-22T05:00:47.757" v="58" actId="20577"/>
        <pc:sldMkLst>
          <pc:docMk/>
          <pc:sldMk cId="1726753853" sldId="287"/>
        </pc:sldMkLst>
        <pc:spChg chg="add mod">
          <ac:chgData name="EUNIKE ENDARIAHNA SURBAKTI (066628)" userId="S::eunike.endariahna@umn.ac.id::c73e3c50-5c31-409f-a774-347cff811649" providerId="AD" clId="Web-{6772D94C-6190-C808-CF42-8A793F36B884}" dt="2025-08-22T05:00:47.757" v="58" actId="20577"/>
          <ac:spMkLst>
            <pc:docMk/>
            <pc:sldMk cId="1726753853" sldId="287"/>
            <ac:spMk id="3" creationId="{A443FA37-A5D5-68D2-2F5B-F4C9BF08287F}"/>
          </ac:spMkLst>
        </pc:spChg>
        <pc:spChg chg="mod">
          <ac:chgData name="EUNIKE ENDARIAHNA SURBAKTI (066628)" userId="S::eunike.endariahna@umn.ac.id::c73e3c50-5c31-409f-a774-347cff811649" providerId="AD" clId="Web-{6772D94C-6190-C808-CF42-8A793F36B884}" dt="2025-08-22T04:55:33.377" v="34" actId="20577"/>
          <ac:spMkLst>
            <pc:docMk/>
            <pc:sldMk cId="1726753853" sldId="287"/>
            <ac:spMk id="6" creationId="{3E88BD58-BC23-523D-FEB1-262B44E57C8F}"/>
          </ac:spMkLst>
        </pc:spChg>
        <pc:picChg chg="del">
          <ac:chgData name="EUNIKE ENDARIAHNA SURBAKTI (066628)" userId="S::eunike.endariahna@umn.ac.id::c73e3c50-5c31-409f-a774-347cff811649" providerId="AD" clId="Web-{6772D94C-6190-C808-CF42-8A793F36B884}" dt="2025-08-22T04:55:50.892" v="35"/>
          <ac:picMkLst>
            <pc:docMk/>
            <pc:sldMk cId="1726753853" sldId="287"/>
            <ac:picMk id="2" creationId="{913F48D3-359D-BEA0-B36D-21E5F566AA28}"/>
          </ac:picMkLst>
        </pc:picChg>
      </pc:sldChg>
    </pc:docChg>
  </pc:docChgLst>
  <pc:docChgLst>
    <pc:chgData clId="Web-{F485A915-762D-3251-751F-2D770E3E913E}"/>
    <pc:docChg chg="modSld">
      <pc:chgData name="" userId="" providerId="" clId="Web-{F485A915-762D-3251-751F-2D770E3E913E}" dt="2025-08-21T09:33:23.924" v="14" actId="20577"/>
      <pc:docMkLst>
        <pc:docMk/>
      </pc:docMkLst>
      <pc:sldChg chg="modSp">
        <pc:chgData name="" userId="" providerId="" clId="Web-{F485A915-762D-3251-751F-2D770E3E913E}" dt="2025-08-21T09:33:23.924" v="14" actId="20577"/>
        <pc:sldMkLst>
          <pc:docMk/>
          <pc:sldMk cId="25481984" sldId="256"/>
        </pc:sldMkLst>
        <pc:spChg chg="mod">
          <ac:chgData name="" userId="" providerId="" clId="Web-{F485A915-762D-3251-751F-2D770E3E913E}" dt="2025-08-21T09:33:23.924" v="14" actId="20577"/>
          <ac:spMkLst>
            <pc:docMk/>
            <pc:sldMk cId="25481984" sldId="256"/>
            <ac:spMk id="6" creationId="{00000000-0000-0000-0000-000000000000}"/>
          </ac:spMkLst>
        </pc:spChg>
      </pc:sldChg>
    </pc:docChg>
  </pc:docChgLst>
  <pc:docChgLst>
    <pc:chgData name="EUNIKE ENDARIAHNA SURBAKTI (066628)" userId="S::eunike.endariahna@umn.ac.id::c73e3c50-5c31-409f-a774-347cff811649" providerId="AD" clId="Web-{16A6AC71-34D5-DED3-067A-ADB3B35A113D}"/>
    <pc:docChg chg="addSld delSld modSld sldOrd">
      <pc:chgData name="EUNIKE ENDARIAHNA SURBAKTI (066628)" userId="S::eunike.endariahna@umn.ac.id::c73e3c50-5c31-409f-a774-347cff811649" providerId="AD" clId="Web-{16A6AC71-34D5-DED3-067A-ADB3B35A113D}" dt="2025-08-22T04:49:04.873" v="1223"/>
      <pc:docMkLst>
        <pc:docMk/>
      </pc:docMkLst>
      <pc:sldChg chg="modSp">
        <pc:chgData name="EUNIKE ENDARIAHNA SURBAKTI (066628)" userId="S::eunike.endariahna@umn.ac.id::c73e3c50-5c31-409f-a774-347cff811649" providerId="AD" clId="Web-{16A6AC71-34D5-DED3-067A-ADB3B35A113D}" dt="2025-08-21T09:59:47.736" v="145" actId="14100"/>
        <pc:sldMkLst>
          <pc:docMk/>
          <pc:sldMk cId="3705244923" sldId="261"/>
        </pc:sldMkLst>
        <pc:spChg chg="mod">
          <ac:chgData name="EUNIKE ENDARIAHNA SURBAKTI (066628)" userId="S::eunike.endariahna@umn.ac.id::c73e3c50-5c31-409f-a774-347cff811649" providerId="AD" clId="Web-{16A6AC71-34D5-DED3-067A-ADB3B35A113D}" dt="2025-08-21T09:59:47.736" v="145" actId="14100"/>
          <ac:spMkLst>
            <pc:docMk/>
            <pc:sldMk cId="3705244923" sldId="261"/>
            <ac:spMk id="7" creationId="{AC998DDF-E2CB-3986-0698-47B014CC16D7}"/>
          </ac:spMkLst>
        </pc:spChg>
      </pc:sldChg>
      <pc:sldChg chg="modSp">
        <pc:chgData name="EUNIKE ENDARIAHNA SURBAKTI (066628)" userId="S::eunike.endariahna@umn.ac.id::c73e3c50-5c31-409f-a774-347cff811649" providerId="AD" clId="Web-{16A6AC71-34D5-DED3-067A-ADB3B35A113D}" dt="2025-08-22T03:54:02.049" v="996" actId="20577"/>
        <pc:sldMkLst>
          <pc:docMk/>
          <pc:sldMk cId="986624644" sldId="262"/>
        </pc:sldMkLst>
        <pc:spChg chg="mod">
          <ac:chgData name="EUNIKE ENDARIAHNA SURBAKTI (066628)" userId="S::eunike.endariahna@umn.ac.id::c73e3c50-5c31-409f-a774-347cff811649" providerId="AD" clId="Web-{16A6AC71-34D5-DED3-067A-ADB3B35A113D}" dt="2025-08-22T03:54:02.049" v="996" actId="20577"/>
          <ac:spMkLst>
            <pc:docMk/>
            <pc:sldMk cId="986624644" sldId="262"/>
            <ac:spMk id="2" creationId="{31A55954-3D72-1CE4-7839-51217E3CD319}"/>
          </ac:spMkLst>
        </pc:spChg>
      </pc:sldChg>
      <pc:sldChg chg="modSp add replId">
        <pc:chgData name="EUNIKE ENDARIAHNA SURBAKTI (066628)" userId="S::eunike.endariahna@umn.ac.id::c73e3c50-5c31-409f-a774-347cff811649" providerId="AD" clId="Web-{16A6AC71-34D5-DED3-067A-ADB3B35A113D}" dt="2025-08-21T10:00:40.783" v="165" actId="20577"/>
        <pc:sldMkLst>
          <pc:docMk/>
          <pc:sldMk cId="2531363386" sldId="263"/>
        </pc:sldMkLst>
        <pc:spChg chg="mod">
          <ac:chgData name="EUNIKE ENDARIAHNA SURBAKTI (066628)" userId="S::eunike.endariahna@umn.ac.id::c73e3c50-5c31-409f-a774-347cff811649" providerId="AD" clId="Web-{16A6AC71-34D5-DED3-067A-ADB3B35A113D}" dt="2025-08-21T09:58:59.094" v="121" actId="20577"/>
          <ac:spMkLst>
            <pc:docMk/>
            <pc:sldMk cId="2531363386" sldId="263"/>
            <ac:spMk id="6" creationId="{DFD3F57A-18EE-FB6C-44B9-2B681D5C3BCC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1T10:00:40.783" v="165" actId="20577"/>
          <ac:spMkLst>
            <pc:docMk/>
            <pc:sldMk cId="2531363386" sldId="263"/>
            <ac:spMk id="7" creationId="{F04919AE-27F8-E806-67F7-A0188BDF4972}"/>
          </ac:spMkLst>
        </pc:spChg>
      </pc:sldChg>
      <pc:sldChg chg="modSp add replId">
        <pc:chgData name="EUNIKE ENDARIAHNA SURBAKTI (066628)" userId="S::eunike.endariahna@umn.ac.id::c73e3c50-5c31-409f-a774-347cff811649" providerId="AD" clId="Web-{16A6AC71-34D5-DED3-067A-ADB3B35A113D}" dt="2025-08-21T10:01:32.237" v="197" actId="20577"/>
        <pc:sldMkLst>
          <pc:docMk/>
          <pc:sldMk cId="839167780" sldId="264"/>
        </pc:sldMkLst>
        <pc:spChg chg="mod">
          <ac:chgData name="EUNIKE ENDARIAHNA SURBAKTI (066628)" userId="S::eunike.endariahna@umn.ac.id::c73e3c50-5c31-409f-a774-347cff811649" providerId="AD" clId="Web-{16A6AC71-34D5-DED3-067A-ADB3B35A113D}" dt="2025-08-21T10:01:18.315" v="185" actId="20577"/>
          <ac:spMkLst>
            <pc:docMk/>
            <pc:sldMk cId="839167780" sldId="264"/>
            <ac:spMk id="6" creationId="{BDA61F55-B0D7-4F4E-F0E2-F70CE117F307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1T10:01:32.237" v="197" actId="20577"/>
          <ac:spMkLst>
            <pc:docMk/>
            <pc:sldMk cId="839167780" sldId="264"/>
            <ac:spMk id="7" creationId="{85D97A90-D4EC-00BF-E2D9-39F16815BCE6}"/>
          </ac:spMkLst>
        </pc:spChg>
      </pc:sldChg>
      <pc:sldChg chg="modSp add replId">
        <pc:chgData name="EUNIKE ENDARIAHNA SURBAKTI (066628)" userId="S::eunike.endariahna@umn.ac.id::c73e3c50-5c31-409f-a774-347cff811649" providerId="AD" clId="Web-{16A6AC71-34D5-DED3-067A-ADB3B35A113D}" dt="2025-08-21T10:02:54.161" v="245" actId="20577"/>
        <pc:sldMkLst>
          <pc:docMk/>
          <pc:sldMk cId="940135427" sldId="265"/>
        </pc:sldMkLst>
        <pc:spChg chg="mod">
          <ac:chgData name="EUNIKE ENDARIAHNA SURBAKTI (066628)" userId="S::eunike.endariahna@umn.ac.id::c73e3c50-5c31-409f-a774-347cff811649" providerId="AD" clId="Web-{16A6AC71-34D5-DED3-067A-ADB3B35A113D}" dt="2025-08-21T10:02:25.848" v="226" actId="20577"/>
          <ac:spMkLst>
            <pc:docMk/>
            <pc:sldMk cId="940135427" sldId="265"/>
            <ac:spMk id="6" creationId="{A38B495B-DD35-0F4E-EE04-EDFE23892D94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1T10:02:54.161" v="245" actId="20577"/>
          <ac:spMkLst>
            <pc:docMk/>
            <pc:sldMk cId="940135427" sldId="265"/>
            <ac:spMk id="7" creationId="{4BC508C6-5DFF-C269-C0BA-10BC22C38A93}"/>
          </ac:spMkLst>
        </pc:spChg>
      </pc:sldChg>
      <pc:sldChg chg="modSp add replId">
        <pc:chgData name="EUNIKE ENDARIAHNA SURBAKTI (066628)" userId="S::eunike.endariahna@umn.ac.id::c73e3c50-5c31-409f-a774-347cff811649" providerId="AD" clId="Web-{16A6AC71-34D5-DED3-067A-ADB3B35A113D}" dt="2025-08-21T10:06:39.243" v="281" actId="20577"/>
        <pc:sldMkLst>
          <pc:docMk/>
          <pc:sldMk cId="3382915260" sldId="266"/>
        </pc:sldMkLst>
        <pc:spChg chg="mod">
          <ac:chgData name="EUNIKE ENDARIAHNA SURBAKTI (066628)" userId="S::eunike.endariahna@umn.ac.id::c73e3c50-5c31-409f-a774-347cff811649" providerId="AD" clId="Web-{16A6AC71-34D5-DED3-067A-ADB3B35A113D}" dt="2025-08-21T10:03:42.787" v="265" actId="20577"/>
          <ac:spMkLst>
            <pc:docMk/>
            <pc:sldMk cId="3382915260" sldId="266"/>
            <ac:spMk id="6" creationId="{2027881C-3F2A-8CB1-3F2A-B405B43A7E37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1T10:06:39.243" v="281" actId="20577"/>
          <ac:spMkLst>
            <pc:docMk/>
            <pc:sldMk cId="3382915260" sldId="266"/>
            <ac:spMk id="7" creationId="{BEC6EED4-80DF-C014-ECE6-676FEDEE4D07}"/>
          </ac:spMkLst>
        </pc:spChg>
      </pc:sldChg>
      <pc:sldChg chg="modSp add replId">
        <pc:chgData name="EUNIKE ENDARIAHNA SURBAKTI (066628)" userId="S::eunike.endariahna@umn.ac.id::c73e3c50-5c31-409f-a774-347cff811649" providerId="AD" clId="Web-{16A6AC71-34D5-DED3-067A-ADB3B35A113D}" dt="2025-08-21T10:07:52.416" v="321" actId="20577"/>
        <pc:sldMkLst>
          <pc:docMk/>
          <pc:sldMk cId="3784666074" sldId="267"/>
        </pc:sldMkLst>
        <pc:spChg chg="mod">
          <ac:chgData name="EUNIKE ENDARIAHNA SURBAKTI (066628)" userId="S::eunike.endariahna@umn.ac.id::c73e3c50-5c31-409f-a774-347cff811649" providerId="AD" clId="Web-{16A6AC71-34D5-DED3-067A-ADB3B35A113D}" dt="2025-08-21T10:07:52.416" v="321" actId="20577"/>
          <ac:spMkLst>
            <pc:docMk/>
            <pc:sldMk cId="3784666074" sldId="267"/>
            <ac:spMk id="6" creationId="{E7A32130-E3FC-5541-6C0D-B5F5FAF6305D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1T10:07:44.385" v="313" actId="20577"/>
          <ac:spMkLst>
            <pc:docMk/>
            <pc:sldMk cId="3784666074" sldId="267"/>
            <ac:spMk id="7" creationId="{77AA008B-9845-1077-3DD5-6C8CD123CC34}"/>
          </ac:spMkLst>
        </pc:spChg>
      </pc:sldChg>
      <pc:sldChg chg="modSp add replId">
        <pc:chgData name="EUNIKE ENDARIAHNA SURBAKTI (066628)" userId="S::eunike.endariahna@umn.ac.id::c73e3c50-5c31-409f-a774-347cff811649" providerId="AD" clId="Web-{16A6AC71-34D5-DED3-067A-ADB3B35A113D}" dt="2025-08-21T10:12:23.171" v="343" actId="20577"/>
        <pc:sldMkLst>
          <pc:docMk/>
          <pc:sldMk cId="2758065675" sldId="268"/>
        </pc:sldMkLst>
        <pc:spChg chg="mod">
          <ac:chgData name="EUNIKE ENDARIAHNA SURBAKTI (066628)" userId="S::eunike.endariahna@umn.ac.id::c73e3c50-5c31-409f-a774-347cff811649" providerId="AD" clId="Web-{16A6AC71-34D5-DED3-067A-ADB3B35A113D}" dt="2025-08-21T10:08:33.229" v="329" actId="20577"/>
          <ac:spMkLst>
            <pc:docMk/>
            <pc:sldMk cId="2758065675" sldId="268"/>
            <ac:spMk id="6" creationId="{9E651106-9536-7D9F-D562-A9EEBA40905C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1T10:12:23.171" v="343" actId="20577"/>
          <ac:spMkLst>
            <pc:docMk/>
            <pc:sldMk cId="2758065675" sldId="268"/>
            <ac:spMk id="7" creationId="{D61169F7-900A-0B97-315C-8FDD6A602FA1}"/>
          </ac:spMkLst>
        </pc:sp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1T10:20:45.149" v="396" actId="1076"/>
        <pc:sldMkLst>
          <pc:docMk/>
          <pc:sldMk cId="2121045965" sldId="269"/>
        </pc:sldMkLst>
        <pc:spChg chg="mod">
          <ac:chgData name="EUNIKE ENDARIAHNA SURBAKTI (066628)" userId="S::eunike.endariahna@umn.ac.id::c73e3c50-5c31-409f-a774-347cff811649" providerId="AD" clId="Web-{16A6AC71-34D5-DED3-067A-ADB3B35A113D}" dt="2025-08-21T10:20:12.351" v="387" actId="20577"/>
          <ac:spMkLst>
            <pc:docMk/>
            <pc:sldMk cId="2121045965" sldId="269"/>
            <ac:spMk id="6" creationId="{0AC4D6B2-5DC6-D6F0-3547-57734F50C41D}"/>
          </ac:spMkLst>
        </pc:spChg>
        <pc:spChg chg="del mod">
          <ac:chgData name="EUNIKE ENDARIAHNA SURBAKTI (066628)" userId="S::eunike.endariahna@umn.ac.id::c73e3c50-5c31-409f-a774-347cff811649" providerId="AD" clId="Web-{16A6AC71-34D5-DED3-067A-ADB3B35A113D}" dt="2025-08-21T10:20:26.492" v="391"/>
          <ac:spMkLst>
            <pc:docMk/>
            <pc:sldMk cId="2121045965" sldId="269"/>
            <ac:spMk id="7" creationId="{6B07A353-470B-8789-E332-8B8AE4E043FB}"/>
          </ac:spMkLst>
        </pc:spChg>
        <pc:picChg chg="add mod modCrop">
          <ac:chgData name="EUNIKE ENDARIAHNA SURBAKTI (066628)" userId="S::eunike.endariahna@umn.ac.id::c73e3c50-5c31-409f-a774-347cff811649" providerId="AD" clId="Web-{16A6AC71-34D5-DED3-067A-ADB3B35A113D}" dt="2025-08-21T10:20:45.149" v="396" actId="1076"/>
          <ac:picMkLst>
            <pc:docMk/>
            <pc:sldMk cId="2121045965" sldId="269"/>
            <ac:picMk id="2" creationId="{914D5FFD-B8F6-0E76-0742-E02CF358D321}"/>
          </ac:picMkLst>
        </pc:pic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1T10:22:30.932" v="446" actId="20577"/>
        <pc:sldMkLst>
          <pc:docMk/>
          <pc:sldMk cId="2835147934" sldId="270"/>
        </pc:sldMkLst>
        <pc:spChg chg="add mod">
          <ac:chgData name="EUNIKE ENDARIAHNA SURBAKTI (066628)" userId="S::eunike.endariahna@umn.ac.id::c73e3c50-5c31-409f-a774-347cff811649" providerId="AD" clId="Web-{16A6AC71-34D5-DED3-067A-ADB3B35A113D}" dt="2025-08-21T10:22:30.932" v="446" actId="20577"/>
          <ac:spMkLst>
            <pc:docMk/>
            <pc:sldMk cId="2835147934" sldId="270"/>
            <ac:spMk id="3" creationId="{B91B7C5D-D821-11FB-A59A-10952799B8FB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1T10:21:31.868" v="419" actId="20577"/>
          <ac:spMkLst>
            <pc:docMk/>
            <pc:sldMk cId="2835147934" sldId="270"/>
            <ac:spMk id="6" creationId="{5DA399EA-A17D-ADD2-B07B-73280057E186}"/>
          </ac:spMkLst>
        </pc:spChg>
        <pc:picChg chg="del">
          <ac:chgData name="EUNIKE ENDARIAHNA SURBAKTI (066628)" userId="S::eunike.endariahna@umn.ac.id::c73e3c50-5c31-409f-a774-347cff811649" providerId="AD" clId="Web-{16A6AC71-34D5-DED3-067A-ADB3B35A113D}" dt="2025-08-21T10:21:35.853" v="420"/>
          <ac:picMkLst>
            <pc:docMk/>
            <pc:sldMk cId="2835147934" sldId="270"/>
            <ac:picMk id="2" creationId="{F96F31C5-AC67-251E-69DE-222A7FBFD523}"/>
          </ac:picMkLst>
        </pc:picChg>
      </pc:sldChg>
      <pc:sldChg chg="addSp delSp modSp add ord replId">
        <pc:chgData name="EUNIKE ENDARIAHNA SURBAKTI (066628)" userId="S::eunike.endariahna@umn.ac.id::c73e3c50-5c31-409f-a774-347cff811649" providerId="AD" clId="Web-{16A6AC71-34D5-DED3-067A-ADB3B35A113D}" dt="2025-08-21T10:24:38.325" v="536" actId="1076"/>
        <pc:sldMkLst>
          <pc:docMk/>
          <pc:sldMk cId="277765869" sldId="271"/>
        </pc:sldMkLst>
        <pc:spChg chg="mod">
          <ac:chgData name="EUNIKE ENDARIAHNA SURBAKTI (066628)" userId="S::eunike.endariahna@umn.ac.id::c73e3c50-5c31-409f-a774-347cff811649" providerId="AD" clId="Web-{16A6AC71-34D5-DED3-067A-ADB3B35A113D}" dt="2025-08-21T10:23:27.511" v="523" actId="20577"/>
          <ac:spMkLst>
            <pc:docMk/>
            <pc:sldMk cId="277765869" sldId="271"/>
            <ac:spMk id="6" creationId="{1C6C634B-229C-5052-19F0-D6289886CD4C}"/>
          </ac:spMkLst>
        </pc:spChg>
        <pc:picChg chg="del">
          <ac:chgData name="EUNIKE ENDARIAHNA SURBAKTI (066628)" userId="S::eunike.endariahna@umn.ac.id::c73e3c50-5c31-409f-a774-347cff811649" providerId="AD" clId="Web-{16A6AC71-34D5-DED3-067A-ADB3B35A113D}" dt="2025-08-21T10:23:28.980" v="524"/>
          <ac:picMkLst>
            <pc:docMk/>
            <pc:sldMk cId="277765869" sldId="271"/>
            <ac:picMk id="2" creationId="{AD4114F0-1E04-3599-8B57-F6FE740352E4}"/>
          </ac:picMkLst>
        </pc:picChg>
        <pc:picChg chg="add mod modCrop">
          <ac:chgData name="EUNIKE ENDARIAHNA SURBAKTI (066628)" userId="S::eunike.endariahna@umn.ac.id::c73e3c50-5c31-409f-a774-347cff811649" providerId="AD" clId="Web-{16A6AC71-34D5-DED3-067A-ADB3B35A113D}" dt="2025-08-21T10:24:38.325" v="536" actId="1076"/>
          <ac:picMkLst>
            <pc:docMk/>
            <pc:sldMk cId="277765869" sldId="271"/>
            <ac:picMk id="3" creationId="{926B6434-37A5-92D6-05B1-1363D1872EC8}"/>
          </ac:picMkLst>
        </pc:pic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1T10:26:43.999" v="579" actId="20577"/>
        <pc:sldMkLst>
          <pc:docMk/>
          <pc:sldMk cId="1588409718" sldId="272"/>
        </pc:sldMkLst>
        <pc:spChg chg="add mod">
          <ac:chgData name="EUNIKE ENDARIAHNA SURBAKTI (066628)" userId="S::eunike.endariahna@umn.ac.id::c73e3c50-5c31-409f-a774-347cff811649" providerId="AD" clId="Web-{16A6AC71-34D5-DED3-067A-ADB3B35A113D}" dt="2025-08-21T10:26:43.999" v="579" actId="20577"/>
          <ac:spMkLst>
            <pc:docMk/>
            <pc:sldMk cId="1588409718" sldId="272"/>
            <ac:spMk id="2" creationId="{36E2F1AE-B78B-676A-3CF5-54FA0FE28B3C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1T10:25:27.404" v="541" actId="20577"/>
          <ac:spMkLst>
            <pc:docMk/>
            <pc:sldMk cId="1588409718" sldId="272"/>
            <ac:spMk id="6" creationId="{BA560387-10BD-86F5-A4AB-AEB3976A3472}"/>
          </ac:spMkLst>
        </pc:spChg>
        <pc:picChg chg="del">
          <ac:chgData name="EUNIKE ENDARIAHNA SURBAKTI (066628)" userId="S::eunike.endariahna@umn.ac.id::c73e3c50-5c31-409f-a774-347cff811649" providerId="AD" clId="Web-{16A6AC71-34D5-DED3-067A-ADB3B35A113D}" dt="2025-08-21T10:25:40.138" v="542"/>
          <ac:picMkLst>
            <pc:docMk/>
            <pc:sldMk cId="1588409718" sldId="272"/>
            <ac:picMk id="3" creationId="{63F17092-3A7C-5DA8-972D-4B57B2CDD854}"/>
          </ac:picMkLst>
        </pc:pic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2T03:33:28.766" v="785" actId="14100"/>
        <pc:sldMkLst>
          <pc:docMk/>
          <pc:sldMk cId="4173230720" sldId="273"/>
        </pc:sldMkLst>
        <pc:spChg chg="del mod">
          <ac:chgData name="EUNIKE ENDARIAHNA SURBAKTI (066628)" userId="S::eunike.endariahna@umn.ac.id::c73e3c50-5c31-409f-a774-347cff811649" providerId="AD" clId="Web-{16A6AC71-34D5-DED3-067A-ADB3B35A113D}" dt="2025-08-22T03:10:50.522" v="624"/>
          <ac:spMkLst>
            <pc:docMk/>
            <pc:sldMk cId="4173230720" sldId="273"/>
            <ac:spMk id="2" creationId="{35509ECE-D185-8AB1-D756-4A9283CFFB78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2T03:33:28.766" v="785" actId="14100"/>
          <ac:spMkLst>
            <pc:docMk/>
            <pc:sldMk cId="4173230720" sldId="273"/>
            <ac:spMk id="6" creationId="{439E5E73-9DDD-0310-3AA2-DAE29F7D3D9E}"/>
          </ac:spMkLst>
        </pc:spChg>
        <pc:picChg chg="add mod">
          <ac:chgData name="EUNIKE ENDARIAHNA SURBAKTI (066628)" userId="S::eunike.endariahna@umn.ac.id::c73e3c50-5c31-409f-a774-347cff811649" providerId="AD" clId="Web-{16A6AC71-34D5-DED3-067A-ADB3B35A113D}" dt="2025-08-22T03:13:28.994" v="656" actId="1076"/>
          <ac:picMkLst>
            <pc:docMk/>
            <pc:sldMk cId="4173230720" sldId="273"/>
            <ac:picMk id="3" creationId="{83F64AA5-616C-A51E-2182-DEBCEDFD2831}"/>
          </ac:picMkLst>
        </pc:picChg>
        <pc:picChg chg="add mod">
          <ac:chgData name="EUNIKE ENDARIAHNA SURBAKTI (066628)" userId="S::eunike.endariahna@umn.ac.id::c73e3c50-5c31-409f-a774-347cff811649" providerId="AD" clId="Web-{16A6AC71-34D5-DED3-067A-ADB3B35A113D}" dt="2025-08-22T03:13:33.088" v="657" actId="1076"/>
          <ac:picMkLst>
            <pc:docMk/>
            <pc:sldMk cId="4173230720" sldId="273"/>
            <ac:picMk id="7" creationId="{3CA4BB9C-BEF1-8F69-2ED4-3F264D56D202}"/>
          </ac:picMkLst>
        </pc:pic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2T03:33:38.907" v="787" actId="20577"/>
        <pc:sldMkLst>
          <pc:docMk/>
          <pc:sldMk cId="557453639" sldId="274"/>
        </pc:sldMkLst>
        <pc:spChg chg="mod">
          <ac:chgData name="EUNIKE ENDARIAHNA SURBAKTI (066628)" userId="S::eunike.endariahna@umn.ac.id::c73e3c50-5c31-409f-a774-347cff811649" providerId="AD" clId="Web-{16A6AC71-34D5-DED3-067A-ADB3B35A113D}" dt="2025-08-22T03:33:38.907" v="787" actId="20577"/>
          <ac:spMkLst>
            <pc:docMk/>
            <pc:sldMk cId="557453639" sldId="274"/>
            <ac:spMk id="6" creationId="{D9C61566-30FF-3365-B8D2-D8656DFF5DB4}"/>
          </ac:spMkLst>
        </pc:spChg>
        <pc:picChg chg="add mod">
          <ac:chgData name="EUNIKE ENDARIAHNA SURBAKTI (066628)" userId="S::eunike.endariahna@umn.ac.id::c73e3c50-5c31-409f-a774-347cff811649" providerId="AD" clId="Web-{16A6AC71-34D5-DED3-067A-ADB3B35A113D}" dt="2025-08-22T03:24:05.255" v="681" actId="1076"/>
          <ac:picMkLst>
            <pc:docMk/>
            <pc:sldMk cId="557453639" sldId="274"/>
            <ac:picMk id="2" creationId="{7C702386-ECA0-A841-5758-9599D685C3DB}"/>
          </ac:picMkLst>
        </pc:picChg>
        <pc:picChg chg="del">
          <ac:chgData name="EUNIKE ENDARIAHNA SURBAKTI (066628)" userId="S::eunike.endariahna@umn.ac.id::c73e3c50-5c31-409f-a774-347cff811649" providerId="AD" clId="Web-{16A6AC71-34D5-DED3-067A-ADB3B35A113D}" dt="2025-08-22T03:23:49.160" v="676"/>
          <ac:picMkLst>
            <pc:docMk/>
            <pc:sldMk cId="557453639" sldId="274"/>
            <ac:picMk id="3" creationId="{6F9B123D-56E6-4F4F-5000-EBF4BBFA196B}"/>
          </ac:picMkLst>
        </pc:picChg>
        <pc:picChg chg="del">
          <ac:chgData name="EUNIKE ENDARIAHNA SURBAKTI (066628)" userId="S::eunike.endariahna@umn.ac.id::c73e3c50-5c31-409f-a774-347cff811649" providerId="AD" clId="Web-{16A6AC71-34D5-DED3-067A-ADB3B35A113D}" dt="2025-08-22T03:23:50.801" v="677"/>
          <ac:picMkLst>
            <pc:docMk/>
            <pc:sldMk cId="557453639" sldId="274"/>
            <ac:picMk id="7" creationId="{EC1A0BCB-477A-455D-B5B4-A74B6A933668}"/>
          </ac:picMkLst>
        </pc:pic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2T03:33:43.938" v="789" actId="20577"/>
        <pc:sldMkLst>
          <pc:docMk/>
          <pc:sldMk cId="2306423007" sldId="275"/>
        </pc:sldMkLst>
        <pc:spChg chg="add mod">
          <ac:chgData name="EUNIKE ENDARIAHNA SURBAKTI (066628)" userId="S::eunike.endariahna@umn.ac.id::c73e3c50-5c31-409f-a774-347cff811649" providerId="AD" clId="Web-{16A6AC71-34D5-DED3-067A-ADB3B35A113D}" dt="2025-08-22T03:33:07.140" v="782" actId="20577"/>
          <ac:spMkLst>
            <pc:docMk/>
            <pc:sldMk cId="2306423007" sldId="275"/>
            <ac:spMk id="3" creationId="{8CC0437C-19F9-6F20-871C-1D683662F3E2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2T03:33:43.938" v="789" actId="20577"/>
          <ac:spMkLst>
            <pc:docMk/>
            <pc:sldMk cId="2306423007" sldId="275"/>
            <ac:spMk id="6" creationId="{24E55318-D019-BFA8-02C0-78C6D1769AB5}"/>
          </ac:spMkLst>
        </pc:spChg>
        <pc:picChg chg="del">
          <ac:chgData name="EUNIKE ENDARIAHNA SURBAKTI (066628)" userId="S::eunike.endariahna@umn.ac.id::c73e3c50-5c31-409f-a774-347cff811649" providerId="AD" clId="Web-{16A6AC71-34D5-DED3-067A-ADB3B35A113D}" dt="2025-08-22T03:24:59.057" v="698"/>
          <ac:picMkLst>
            <pc:docMk/>
            <pc:sldMk cId="2306423007" sldId="275"/>
            <ac:picMk id="2" creationId="{98ADD54E-04E4-3EA7-A2B8-1A76165FCADA}"/>
          </ac:picMkLst>
        </pc:picChg>
      </pc:sldChg>
      <pc:sldChg chg="modSp add replId">
        <pc:chgData name="EUNIKE ENDARIAHNA SURBAKTI (066628)" userId="S::eunike.endariahna@umn.ac.id::c73e3c50-5c31-409f-a774-347cff811649" providerId="AD" clId="Web-{16A6AC71-34D5-DED3-067A-ADB3B35A113D}" dt="2025-08-22T03:49:33.889" v="828" actId="20577"/>
        <pc:sldMkLst>
          <pc:docMk/>
          <pc:sldMk cId="4033990221" sldId="276"/>
        </pc:sldMkLst>
        <pc:spChg chg="mod">
          <ac:chgData name="EUNIKE ENDARIAHNA SURBAKTI (066628)" userId="S::eunike.endariahna@umn.ac.id::c73e3c50-5c31-409f-a774-347cff811649" providerId="AD" clId="Web-{16A6AC71-34D5-DED3-067A-ADB3B35A113D}" dt="2025-08-22T03:47:55.449" v="821" actId="20577"/>
          <ac:spMkLst>
            <pc:docMk/>
            <pc:sldMk cId="4033990221" sldId="276"/>
            <ac:spMk id="3" creationId="{DEDB50D8-A64F-390F-00C1-1806A4690C8A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2T03:49:33.889" v="828" actId="20577"/>
          <ac:spMkLst>
            <pc:docMk/>
            <pc:sldMk cId="4033990221" sldId="276"/>
            <ac:spMk id="6" creationId="{605F5587-3FDB-8EBE-CFAA-765C5F75B6CC}"/>
          </ac:spMkLst>
        </pc:spChg>
      </pc:sldChg>
      <pc:sldChg chg="add del replId">
        <pc:chgData name="EUNIKE ENDARIAHNA SURBAKTI (066628)" userId="S::eunike.endariahna@umn.ac.id::c73e3c50-5c31-409f-a774-347cff811649" providerId="AD" clId="Web-{16A6AC71-34D5-DED3-067A-ADB3B35A113D}" dt="2025-08-22T03:49:32.295" v="827"/>
        <pc:sldMkLst>
          <pc:docMk/>
          <pc:sldMk cId="1901310199" sldId="277"/>
        </pc:sldMkLst>
      </pc:sldChg>
      <pc:sldChg chg="modSp add replId">
        <pc:chgData name="EUNIKE ENDARIAHNA SURBAKTI (066628)" userId="S::eunike.endariahna@umn.ac.id::c73e3c50-5c31-409f-a774-347cff811649" providerId="AD" clId="Web-{16A6AC71-34D5-DED3-067A-ADB3B35A113D}" dt="2025-08-22T03:51:54" v="963" actId="20577"/>
        <pc:sldMkLst>
          <pc:docMk/>
          <pc:sldMk cId="2265356084" sldId="277"/>
        </pc:sldMkLst>
        <pc:spChg chg="mod">
          <ac:chgData name="EUNIKE ENDARIAHNA SURBAKTI (066628)" userId="S::eunike.endariahna@umn.ac.id::c73e3c50-5c31-409f-a774-347cff811649" providerId="AD" clId="Web-{16A6AC71-34D5-DED3-067A-ADB3B35A113D}" dt="2025-08-22T03:51:54" v="963" actId="20577"/>
          <ac:spMkLst>
            <pc:docMk/>
            <pc:sldMk cId="2265356084" sldId="277"/>
            <ac:spMk id="3" creationId="{6725AAB7-CD4B-FAA6-7845-89B2883487A1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2T03:49:40.467" v="832" actId="20577"/>
          <ac:spMkLst>
            <pc:docMk/>
            <pc:sldMk cId="2265356084" sldId="277"/>
            <ac:spMk id="6" creationId="{7C634BBF-2B02-FBAC-DB81-3738FB0C710E}"/>
          </ac:spMkLst>
        </pc:sp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2T03:53:38.955" v="989" actId="14100"/>
        <pc:sldMkLst>
          <pc:docMk/>
          <pc:sldMk cId="2931301240" sldId="278"/>
        </pc:sldMkLst>
        <pc:spChg chg="add del mod">
          <ac:chgData name="EUNIKE ENDARIAHNA SURBAKTI (066628)" userId="S::eunike.endariahna@umn.ac.id::c73e3c50-5c31-409f-a774-347cff811649" providerId="AD" clId="Web-{16A6AC71-34D5-DED3-067A-ADB3B35A113D}" dt="2025-08-22T03:53:07.485" v="986"/>
          <ac:spMkLst>
            <pc:docMk/>
            <pc:sldMk cId="2931301240" sldId="278"/>
            <ac:spMk id="2" creationId="{487288CB-CAFA-A370-9B27-F56DE37787F8}"/>
          </ac:spMkLst>
        </pc:spChg>
        <pc:spChg chg="del">
          <ac:chgData name="EUNIKE ENDARIAHNA SURBAKTI (066628)" userId="S::eunike.endariahna@umn.ac.id::c73e3c50-5c31-409f-a774-347cff811649" providerId="AD" clId="Web-{16A6AC71-34D5-DED3-067A-ADB3B35A113D}" dt="2025-08-22T03:52:59.282" v="981"/>
          <ac:spMkLst>
            <pc:docMk/>
            <pc:sldMk cId="2931301240" sldId="278"/>
            <ac:spMk id="3" creationId="{350F4A59-E8A2-75DE-86E2-B3B0C7328070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2T03:52:48.376" v="980" actId="20577"/>
          <ac:spMkLst>
            <pc:docMk/>
            <pc:sldMk cId="2931301240" sldId="278"/>
            <ac:spMk id="6" creationId="{91A4FBE1-49D6-F2FC-EF87-3EF1C86C9D4B}"/>
          </ac:spMkLst>
        </pc:spChg>
        <pc:picChg chg="add mod">
          <ac:chgData name="EUNIKE ENDARIAHNA SURBAKTI (066628)" userId="S::eunike.endariahna@umn.ac.id::c73e3c50-5c31-409f-a774-347cff811649" providerId="AD" clId="Web-{16A6AC71-34D5-DED3-067A-ADB3B35A113D}" dt="2025-08-22T03:53:38.955" v="989" actId="14100"/>
          <ac:picMkLst>
            <pc:docMk/>
            <pc:sldMk cId="2931301240" sldId="278"/>
            <ac:picMk id="7" creationId="{08540FA8-26E5-2A76-660D-465573FC410E}"/>
          </ac:picMkLst>
        </pc:pic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2T03:55:44.364" v="1034" actId="20577"/>
        <pc:sldMkLst>
          <pc:docMk/>
          <pc:sldMk cId="4229890965" sldId="279"/>
        </pc:sldMkLst>
        <pc:spChg chg="add mod">
          <ac:chgData name="EUNIKE ENDARIAHNA SURBAKTI (066628)" userId="S::eunike.endariahna@umn.ac.id::c73e3c50-5c31-409f-a774-347cff811649" providerId="AD" clId="Web-{16A6AC71-34D5-DED3-067A-ADB3B35A113D}" dt="2025-08-22T03:55:44.364" v="1034" actId="20577"/>
          <ac:spMkLst>
            <pc:docMk/>
            <pc:sldMk cId="4229890965" sldId="279"/>
            <ac:spMk id="2" creationId="{33A87C74-B064-1F64-61A1-BBD5396B0725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2T03:54:26.675" v="1000" actId="20577"/>
          <ac:spMkLst>
            <pc:docMk/>
            <pc:sldMk cId="4229890965" sldId="279"/>
            <ac:spMk id="6" creationId="{12C08B90-360B-8601-11A2-93BD2ABFE274}"/>
          </ac:spMkLst>
        </pc:spChg>
        <pc:picChg chg="del">
          <ac:chgData name="EUNIKE ENDARIAHNA SURBAKTI (066628)" userId="S::eunike.endariahna@umn.ac.id::c73e3c50-5c31-409f-a774-347cff811649" providerId="AD" clId="Web-{16A6AC71-34D5-DED3-067A-ADB3B35A113D}" dt="2025-08-22T03:54:37.112" v="1001"/>
          <ac:picMkLst>
            <pc:docMk/>
            <pc:sldMk cId="4229890965" sldId="279"/>
            <ac:picMk id="7" creationId="{97460B6C-8B3F-F552-1B7C-0C72D7C8127B}"/>
          </ac:picMkLst>
        </pc:pic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2T04:21:40.038" v="1058" actId="1076"/>
        <pc:sldMkLst>
          <pc:docMk/>
          <pc:sldMk cId="2186809309" sldId="280"/>
        </pc:sldMkLst>
        <pc:spChg chg="del mod">
          <ac:chgData name="EUNIKE ENDARIAHNA SURBAKTI (066628)" userId="S::eunike.endariahna@umn.ac.id::c73e3c50-5c31-409f-a774-347cff811649" providerId="AD" clId="Web-{16A6AC71-34D5-DED3-067A-ADB3B35A113D}" dt="2025-08-22T04:21:24.241" v="1052"/>
          <ac:spMkLst>
            <pc:docMk/>
            <pc:sldMk cId="2186809309" sldId="280"/>
            <ac:spMk id="2" creationId="{5611CA3D-5A0E-6B37-10B2-27EB7B9CA918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2T03:56:03.426" v="1049" actId="20577"/>
          <ac:spMkLst>
            <pc:docMk/>
            <pc:sldMk cId="2186809309" sldId="280"/>
            <ac:spMk id="6" creationId="{9C21B3BA-2C7C-0FB7-F18F-D892FB8DC301}"/>
          </ac:spMkLst>
        </pc:spChg>
        <pc:picChg chg="add mod">
          <ac:chgData name="EUNIKE ENDARIAHNA SURBAKTI (066628)" userId="S::eunike.endariahna@umn.ac.id::c73e3c50-5c31-409f-a774-347cff811649" providerId="AD" clId="Web-{16A6AC71-34D5-DED3-067A-ADB3B35A113D}" dt="2025-08-22T04:21:40.038" v="1058" actId="1076"/>
          <ac:picMkLst>
            <pc:docMk/>
            <pc:sldMk cId="2186809309" sldId="280"/>
            <ac:picMk id="3" creationId="{CBD63A0D-9E34-890F-22F5-D724BBF2FCD2}"/>
          </ac:picMkLst>
        </pc:pic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2T04:43:36.540" v="1103" actId="1076"/>
        <pc:sldMkLst>
          <pc:docMk/>
          <pc:sldMk cId="358889810" sldId="281"/>
        </pc:sldMkLst>
        <pc:spChg chg="mod">
          <ac:chgData name="EUNIKE ENDARIAHNA SURBAKTI (066628)" userId="S::eunike.endariahna@umn.ac.id::c73e3c50-5c31-409f-a774-347cff811649" providerId="AD" clId="Web-{16A6AC71-34D5-DED3-067A-ADB3B35A113D}" dt="2025-08-22T04:29:09.263" v="1061" actId="20577"/>
          <ac:spMkLst>
            <pc:docMk/>
            <pc:sldMk cId="358889810" sldId="281"/>
            <ac:spMk id="6" creationId="{268D1FF2-5CD6-7204-9C44-3593137C02AB}"/>
          </ac:spMkLst>
        </pc:spChg>
        <pc:picChg chg="add mod">
          <ac:chgData name="EUNIKE ENDARIAHNA SURBAKTI (066628)" userId="S::eunike.endariahna@umn.ac.id::c73e3c50-5c31-409f-a774-347cff811649" providerId="AD" clId="Web-{16A6AC71-34D5-DED3-067A-ADB3B35A113D}" dt="2025-08-22T04:43:36.540" v="1103" actId="1076"/>
          <ac:picMkLst>
            <pc:docMk/>
            <pc:sldMk cId="358889810" sldId="281"/>
            <ac:picMk id="2" creationId="{47A26A54-741C-0E18-F49C-4CBBDCE5EBA2}"/>
          </ac:picMkLst>
        </pc:picChg>
        <pc:picChg chg="del">
          <ac:chgData name="EUNIKE ENDARIAHNA SURBAKTI (066628)" userId="S::eunike.endariahna@umn.ac.id::c73e3c50-5c31-409f-a774-347cff811649" providerId="AD" clId="Web-{16A6AC71-34D5-DED3-067A-ADB3B35A113D}" dt="2025-08-22T04:42:54.227" v="1100"/>
          <ac:picMkLst>
            <pc:docMk/>
            <pc:sldMk cId="358889810" sldId="281"/>
            <ac:picMk id="3" creationId="{ABA6EE9E-DEEB-B815-A7FD-10FBBDEF64AB}"/>
          </ac:picMkLst>
        </pc:picChg>
      </pc:sldChg>
      <pc:sldChg chg="addSp delSp modSp add ord replId">
        <pc:chgData name="EUNIKE ENDARIAHNA SURBAKTI (066628)" userId="S::eunike.endariahna@umn.ac.id::c73e3c50-5c31-409f-a774-347cff811649" providerId="AD" clId="Web-{16A6AC71-34D5-DED3-067A-ADB3B35A113D}" dt="2025-08-22T04:42:51.555" v="1099"/>
        <pc:sldMkLst>
          <pc:docMk/>
          <pc:sldMk cId="2425908524" sldId="282"/>
        </pc:sldMkLst>
        <pc:spChg chg="add mod">
          <ac:chgData name="EUNIKE ENDARIAHNA SURBAKTI (066628)" userId="S::eunike.endariahna@umn.ac.id::c73e3c50-5c31-409f-a774-347cff811649" providerId="AD" clId="Web-{16A6AC71-34D5-DED3-067A-ADB3B35A113D}" dt="2025-08-22T04:42:27.664" v="1098" actId="20577"/>
          <ac:spMkLst>
            <pc:docMk/>
            <pc:sldMk cId="2425908524" sldId="282"/>
            <ac:spMk id="2" creationId="{41C7E4CD-40E8-A53B-8CE3-1320BDA1D5BA}"/>
          </ac:spMkLst>
        </pc:spChg>
        <pc:picChg chg="del">
          <ac:chgData name="EUNIKE ENDARIAHNA SURBAKTI (066628)" userId="S::eunike.endariahna@umn.ac.id::c73e3c50-5c31-409f-a774-347cff811649" providerId="AD" clId="Web-{16A6AC71-34D5-DED3-067A-ADB3B35A113D}" dt="2025-08-22T04:41:12.397" v="1063"/>
          <ac:picMkLst>
            <pc:docMk/>
            <pc:sldMk cId="2425908524" sldId="282"/>
            <ac:picMk id="3" creationId="{AE6DC416-E78D-61D2-E639-DC6FDD7E23A7}"/>
          </ac:picMkLst>
        </pc:pic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2T04:45:12.573" v="1152" actId="20577"/>
        <pc:sldMkLst>
          <pc:docMk/>
          <pc:sldMk cId="3365888095" sldId="283"/>
        </pc:sldMkLst>
        <pc:spChg chg="add mod">
          <ac:chgData name="EUNIKE ENDARIAHNA SURBAKTI (066628)" userId="S::eunike.endariahna@umn.ac.id::c73e3c50-5c31-409f-a774-347cff811649" providerId="AD" clId="Web-{16A6AC71-34D5-DED3-067A-ADB3B35A113D}" dt="2025-08-22T04:45:12.573" v="1152" actId="20577"/>
          <ac:spMkLst>
            <pc:docMk/>
            <pc:sldMk cId="3365888095" sldId="283"/>
            <ac:spMk id="3" creationId="{E6558A13-DACF-EA1C-E65A-2923B9EEE87D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2T04:44:23.869" v="1134" actId="20577"/>
          <ac:spMkLst>
            <pc:docMk/>
            <pc:sldMk cId="3365888095" sldId="283"/>
            <ac:spMk id="6" creationId="{64F07173-0057-4848-2376-E7A3EE28357E}"/>
          </ac:spMkLst>
        </pc:spChg>
        <pc:picChg chg="del">
          <ac:chgData name="EUNIKE ENDARIAHNA SURBAKTI (066628)" userId="S::eunike.endariahna@umn.ac.id::c73e3c50-5c31-409f-a774-347cff811649" providerId="AD" clId="Web-{16A6AC71-34D5-DED3-067A-ADB3B35A113D}" dt="2025-08-22T04:44:14.072" v="1132"/>
          <ac:picMkLst>
            <pc:docMk/>
            <pc:sldMk cId="3365888095" sldId="283"/>
            <ac:picMk id="2" creationId="{55D795E4-C16C-09B5-0DF1-E072AEBE8EB1}"/>
          </ac:picMkLst>
        </pc:pic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2T04:45:59.026" v="1159" actId="1076"/>
        <pc:sldMkLst>
          <pc:docMk/>
          <pc:sldMk cId="852558190" sldId="284"/>
        </pc:sldMkLst>
        <pc:spChg chg="del mod">
          <ac:chgData name="EUNIKE ENDARIAHNA SURBAKTI (066628)" userId="S::eunike.endariahna@umn.ac.id::c73e3c50-5c31-409f-a774-347cff811649" providerId="AD" clId="Web-{16A6AC71-34D5-DED3-067A-ADB3B35A113D}" dt="2025-08-22T04:45:49.776" v="1156"/>
          <ac:spMkLst>
            <pc:docMk/>
            <pc:sldMk cId="852558190" sldId="284"/>
            <ac:spMk id="3" creationId="{A37CF92F-D276-3520-AD88-B945039B78B4}"/>
          </ac:spMkLst>
        </pc:spChg>
        <pc:picChg chg="add mod">
          <ac:chgData name="EUNIKE ENDARIAHNA SURBAKTI (066628)" userId="S::eunike.endariahna@umn.ac.id::c73e3c50-5c31-409f-a774-347cff811649" providerId="AD" clId="Web-{16A6AC71-34D5-DED3-067A-ADB3B35A113D}" dt="2025-08-22T04:45:59.026" v="1159" actId="1076"/>
          <ac:picMkLst>
            <pc:docMk/>
            <pc:sldMk cId="852558190" sldId="284"/>
            <ac:picMk id="2" creationId="{A1CE3A7E-F1B7-5C78-04CD-3681156379E8}"/>
          </ac:picMkLst>
        </pc:picChg>
      </pc:sldChg>
      <pc:sldChg chg="addSp delSp modSp add replId">
        <pc:chgData name="EUNIKE ENDARIAHNA SURBAKTI (066628)" userId="S::eunike.endariahna@umn.ac.id::c73e3c50-5c31-409f-a774-347cff811649" providerId="AD" clId="Web-{16A6AC71-34D5-DED3-067A-ADB3B35A113D}" dt="2025-08-22T04:48:39.372" v="1222" actId="20577"/>
        <pc:sldMkLst>
          <pc:docMk/>
          <pc:sldMk cId="2872324881" sldId="285"/>
        </pc:sldMkLst>
        <pc:spChg chg="add mod">
          <ac:chgData name="EUNIKE ENDARIAHNA SURBAKTI (066628)" userId="S::eunike.endariahna@umn.ac.id::c73e3c50-5c31-409f-a774-347cff811649" providerId="AD" clId="Web-{16A6AC71-34D5-DED3-067A-ADB3B35A113D}" dt="2025-08-22T04:48:39.372" v="1222" actId="20577"/>
          <ac:spMkLst>
            <pc:docMk/>
            <pc:sldMk cId="2872324881" sldId="285"/>
            <ac:spMk id="3" creationId="{6C5D600E-9786-9D53-3589-0EFEFA794FD2}"/>
          </ac:spMkLst>
        </pc:spChg>
        <pc:spChg chg="mod">
          <ac:chgData name="EUNIKE ENDARIAHNA SURBAKTI (066628)" userId="S::eunike.endariahna@umn.ac.id::c73e3c50-5c31-409f-a774-347cff811649" providerId="AD" clId="Web-{16A6AC71-34D5-DED3-067A-ADB3B35A113D}" dt="2025-08-22T04:46:42.464" v="1163" actId="20577"/>
          <ac:spMkLst>
            <pc:docMk/>
            <pc:sldMk cId="2872324881" sldId="285"/>
            <ac:spMk id="6" creationId="{D235DC94-FD67-E8A6-B8BC-9660B35524EF}"/>
          </ac:spMkLst>
        </pc:spChg>
        <pc:picChg chg="del">
          <ac:chgData name="EUNIKE ENDARIAHNA SURBAKTI (066628)" userId="S::eunike.endariahna@umn.ac.id::c73e3c50-5c31-409f-a774-347cff811649" providerId="AD" clId="Web-{16A6AC71-34D5-DED3-067A-ADB3B35A113D}" dt="2025-08-22T04:46:54.386" v="1164"/>
          <ac:picMkLst>
            <pc:docMk/>
            <pc:sldMk cId="2872324881" sldId="285"/>
            <ac:picMk id="2" creationId="{9DC78D92-1AB3-2C3D-58A9-9C173CDB0909}"/>
          </ac:picMkLst>
        </pc:picChg>
      </pc:sldChg>
      <pc:sldChg chg="add replId">
        <pc:chgData name="EUNIKE ENDARIAHNA SURBAKTI (066628)" userId="S::eunike.endariahna@umn.ac.id::c73e3c50-5c31-409f-a774-347cff811649" providerId="AD" clId="Web-{16A6AC71-34D5-DED3-067A-ADB3B35A113D}" dt="2025-08-22T04:49:04.873" v="1223"/>
        <pc:sldMkLst>
          <pc:docMk/>
          <pc:sldMk cId="4014468191" sldId="286"/>
        </pc:sldMkLst>
      </pc:sldChg>
    </pc:docChg>
  </pc:docChgLst>
  <pc:docChgLst>
    <pc:chgData clId="Web-{90B54941-EE01-EAA7-1A53-5587BEFFF45C}"/>
    <pc:docChg chg="modSld">
      <pc:chgData name="" userId="" providerId="" clId="Web-{90B54941-EE01-EAA7-1A53-5587BEFFF45C}" dt="2025-08-22T05:11:39.065" v="3" actId="20577"/>
      <pc:docMkLst>
        <pc:docMk/>
      </pc:docMkLst>
      <pc:sldChg chg="modSp">
        <pc:chgData name="" userId="" providerId="" clId="Web-{90B54941-EE01-EAA7-1A53-5587BEFFF45C}" dt="2025-08-22T05:11:39.065" v="3" actId="20577"/>
        <pc:sldMkLst>
          <pc:docMk/>
          <pc:sldMk cId="25481984" sldId="256"/>
        </pc:sldMkLst>
        <pc:spChg chg="mod">
          <ac:chgData name="" userId="" providerId="" clId="Web-{90B54941-EE01-EAA7-1A53-5587BEFFF45C}" dt="2025-08-22T05:11:39.065" v="3" actId="20577"/>
          <ac:spMkLst>
            <pc:docMk/>
            <pc:sldMk cId="25481984" sldId="256"/>
            <ac:spMk id="9" creationId="{00000000-0000-0000-0000-000000000000}"/>
          </ac:spMkLst>
        </pc:spChg>
      </pc:sldChg>
    </pc:docChg>
  </pc:docChgLst>
  <pc:docChgLst>
    <pc:chgData name="EUNIKE ENDARIAHNA SURBAKTI (066628)" userId="S::eunike.endariahna@umn.ac.id::c73e3c50-5c31-409f-a774-347cff811649" providerId="AD" clId="Web-{F485A915-762D-3251-751F-2D770E3E913E}"/>
    <pc:docChg chg="addSld delSld modSld sldOrd">
      <pc:chgData name="EUNIKE ENDARIAHNA SURBAKTI (066628)" userId="S::eunike.endariahna@umn.ac.id::c73e3c50-5c31-409f-a774-347cff811649" providerId="AD" clId="Web-{F485A915-762D-3251-751F-2D770E3E913E}" dt="2025-08-21T09:53:00.747" v="222" actId="14100"/>
      <pc:docMkLst>
        <pc:docMk/>
      </pc:docMkLst>
      <pc:sldChg chg="modSp">
        <pc:chgData name="EUNIKE ENDARIAHNA SURBAKTI (066628)" userId="S::eunike.endariahna@umn.ac.id::c73e3c50-5c31-409f-a774-347cff811649" providerId="AD" clId="Web-{F485A915-762D-3251-751F-2D770E3E913E}" dt="2025-08-21T09:33:34.331" v="21" actId="20577"/>
        <pc:sldMkLst>
          <pc:docMk/>
          <pc:sldMk cId="25481984" sldId="256"/>
        </pc:sldMkLst>
        <pc:spChg chg="mod">
          <ac:chgData name="EUNIKE ENDARIAHNA SURBAKTI (066628)" userId="S::eunike.endariahna@umn.ac.id::c73e3c50-5c31-409f-a774-347cff811649" providerId="AD" clId="Web-{F485A915-762D-3251-751F-2D770E3E913E}" dt="2025-08-21T09:33:34.331" v="21" actId="20577"/>
          <ac:spMkLst>
            <pc:docMk/>
            <pc:sldMk cId="25481984" sldId="256"/>
            <ac:spMk id="6" creationId="{00000000-0000-0000-0000-000000000000}"/>
          </ac:spMkLst>
        </pc:spChg>
      </pc:sldChg>
      <pc:sldChg chg="addSp delSp modSp">
        <pc:chgData name="EUNIKE ENDARIAHNA SURBAKTI (066628)" userId="S::eunike.endariahna@umn.ac.id::c73e3c50-5c31-409f-a774-347cff811649" providerId="AD" clId="Web-{F485A915-762D-3251-751F-2D770E3E913E}" dt="2025-08-21T09:48:12.495" v="135"/>
        <pc:sldMkLst>
          <pc:docMk/>
          <pc:sldMk cId="1359789305" sldId="257"/>
        </pc:sldMkLst>
        <pc:spChg chg="add del mod">
          <ac:chgData name="EUNIKE ENDARIAHNA SURBAKTI (066628)" userId="S::eunike.endariahna@umn.ac.id::c73e3c50-5c31-409f-a774-347cff811649" providerId="AD" clId="Web-{F485A915-762D-3251-751F-2D770E3E913E}" dt="2025-08-21T09:48:12.495" v="135"/>
          <ac:spMkLst>
            <pc:docMk/>
            <pc:sldMk cId="1359789305" sldId="257"/>
            <ac:spMk id="2" creationId="{8E3E8B45-7DAC-7211-5C36-6F76B853061F}"/>
          </ac:spMkLst>
        </pc:spChg>
        <pc:spChg chg="mod">
          <ac:chgData name="EUNIKE ENDARIAHNA SURBAKTI (066628)" userId="S::eunike.endariahna@umn.ac.id::c73e3c50-5c31-409f-a774-347cff811649" providerId="AD" clId="Web-{F485A915-762D-3251-751F-2D770E3E913E}" dt="2025-08-21T09:37:06.020" v="79" actId="20577"/>
          <ac:spMkLst>
            <pc:docMk/>
            <pc:sldMk cId="1359789305" sldId="257"/>
            <ac:spMk id="5" creationId="{00000000-0000-0000-0000-000000000000}"/>
          </ac:spMkLst>
        </pc:spChg>
        <pc:spChg chg="mod">
          <ac:chgData name="EUNIKE ENDARIAHNA SURBAKTI (066628)" userId="S::eunike.endariahna@umn.ac.id::c73e3c50-5c31-409f-a774-347cff811649" providerId="AD" clId="Web-{F485A915-762D-3251-751F-2D770E3E913E}" dt="2025-08-21T09:36:07.316" v="48" actId="20577"/>
          <ac:spMkLst>
            <pc:docMk/>
            <pc:sldMk cId="1359789305" sldId="257"/>
            <ac:spMk id="6" creationId="{00000000-0000-0000-0000-000000000000}"/>
          </ac:spMkLst>
        </pc:spChg>
        <pc:spChg chg="mod">
          <ac:chgData name="EUNIKE ENDARIAHNA SURBAKTI (066628)" userId="S::eunike.endariahna@umn.ac.id::c73e3c50-5c31-409f-a774-347cff811649" providerId="AD" clId="Web-{F485A915-762D-3251-751F-2D770E3E913E}" dt="2025-08-21T09:35:42.722" v="39" actId="20577"/>
          <ac:spMkLst>
            <pc:docMk/>
            <pc:sldMk cId="1359789305" sldId="257"/>
            <ac:spMk id="7" creationId="{00000000-0000-0000-0000-000000000000}"/>
          </ac:spMkLst>
        </pc:spChg>
      </pc:sldChg>
      <pc:sldChg chg="del">
        <pc:chgData name="EUNIKE ENDARIAHNA SURBAKTI (066628)" userId="S::eunike.endariahna@umn.ac.id::c73e3c50-5c31-409f-a774-347cff811649" providerId="AD" clId="Web-{F485A915-762D-3251-751F-2D770E3E913E}" dt="2025-08-21T09:37:13.708" v="82"/>
        <pc:sldMkLst>
          <pc:docMk/>
          <pc:sldMk cId="1182353145" sldId="258"/>
        </pc:sldMkLst>
      </pc:sldChg>
      <pc:sldChg chg="add del replId">
        <pc:chgData name="EUNIKE ENDARIAHNA SURBAKTI (066628)" userId="S::eunike.endariahna@umn.ac.id::c73e3c50-5c31-409f-a774-347cff811649" providerId="AD" clId="Web-{F485A915-762D-3251-751F-2D770E3E913E}" dt="2025-08-21T09:37:12.708" v="81"/>
        <pc:sldMkLst>
          <pc:docMk/>
          <pc:sldMk cId="3033383817" sldId="260"/>
        </pc:sldMkLst>
      </pc:sldChg>
      <pc:sldChg chg="modSp add del replId">
        <pc:chgData name="EUNIKE ENDARIAHNA SURBAKTI (066628)" userId="S::eunike.endariahna@umn.ac.id::c73e3c50-5c31-409f-a774-347cff811649" providerId="AD" clId="Web-{F485A915-762D-3251-751F-2D770E3E913E}" dt="2025-08-21T09:53:00.747" v="222" actId="14100"/>
        <pc:sldMkLst>
          <pc:docMk/>
          <pc:sldMk cId="3705244923" sldId="261"/>
        </pc:sldMkLst>
        <pc:spChg chg="mod">
          <ac:chgData name="EUNIKE ENDARIAHNA SURBAKTI (066628)" userId="S::eunike.endariahna@umn.ac.id::c73e3c50-5c31-409f-a774-347cff811649" providerId="AD" clId="Web-{F485A915-762D-3251-751F-2D770E3E913E}" dt="2025-08-21T09:52:37.888" v="214" actId="20577"/>
          <ac:spMkLst>
            <pc:docMk/>
            <pc:sldMk cId="3705244923" sldId="261"/>
            <ac:spMk id="6" creationId="{54F773FD-F42B-77FA-7C7B-E361E5E66EF9}"/>
          </ac:spMkLst>
        </pc:spChg>
        <pc:spChg chg="mod">
          <ac:chgData name="EUNIKE ENDARIAHNA SURBAKTI (066628)" userId="S::eunike.endariahna@umn.ac.id::c73e3c50-5c31-409f-a774-347cff811649" providerId="AD" clId="Web-{F485A915-762D-3251-751F-2D770E3E913E}" dt="2025-08-21T09:53:00.747" v="222" actId="14100"/>
          <ac:spMkLst>
            <pc:docMk/>
            <pc:sldMk cId="3705244923" sldId="261"/>
            <ac:spMk id="7" creationId="{AC998DDF-E2CB-3986-0698-47B014CC16D7}"/>
          </ac:spMkLst>
        </pc:spChg>
      </pc:sldChg>
      <pc:sldChg chg="delSp modSp add ord replId">
        <pc:chgData name="EUNIKE ENDARIAHNA SURBAKTI (066628)" userId="S::eunike.endariahna@umn.ac.id::c73e3c50-5c31-409f-a774-347cff811649" providerId="AD" clId="Web-{F485A915-762D-3251-751F-2D770E3E913E}" dt="2025-08-21T09:51:45.403" v="196" actId="20577"/>
        <pc:sldMkLst>
          <pc:docMk/>
          <pc:sldMk cId="986624644" sldId="262"/>
        </pc:sldMkLst>
        <pc:spChg chg="mod">
          <ac:chgData name="EUNIKE ENDARIAHNA SURBAKTI (066628)" userId="S::eunike.endariahna@umn.ac.id::c73e3c50-5c31-409f-a774-347cff811649" providerId="AD" clId="Web-{F485A915-762D-3251-751F-2D770E3E913E}" dt="2025-08-21T09:51:45.403" v="196" actId="20577"/>
          <ac:spMkLst>
            <pc:docMk/>
            <pc:sldMk cId="986624644" sldId="262"/>
            <ac:spMk id="2" creationId="{31A55954-3D72-1CE4-7839-51217E3CD319}"/>
          </ac:spMkLst>
        </pc:spChg>
        <pc:spChg chg="mod">
          <ac:chgData name="EUNIKE ENDARIAHNA SURBAKTI (066628)" userId="S::eunike.endariahna@umn.ac.id::c73e3c50-5c31-409f-a774-347cff811649" providerId="AD" clId="Web-{F485A915-762D-3251-751F-2D770E3E913E}" dt="2025-08-21T09:48:25.104" v="148" actId="20577"/>
          <ac:spMkLst>
            <pc:docMk/>
            <pc:sldMk cId="986624644" sldId="262"/>
            <ac:spMk id="6" creationId="{1954CE40-265F-DFE6-8391-026860B363D8}"/>
          </ac:spMkLst>
        </pc:spChg>
        <pc:spChg chg="del">
          <ac:chgData name="EUNIKE ENDARIAHNA SURBAKTI (066628)" userId="S::eunike.endariahna@umn.ac.id::c73e3c50-5c31-409f-a774-347cff811649" providerId="AD" clId="Web-{F485A915-762D-3251-751F-2D770E3E913E}" dt="2025-08-21T09:49:30.261" v="174"/>
          <ac:spMkLst>
            <pc:docMk/>
            <pc:sldMk cId="986624644" sldId="262"/>
            <ac:spMk id="7" creationId="{F9C53A78-D0FC-A661-2C99-96DABE03E976}"/>
          </ac:spMkLst>
        </pc:spChg>
      </pc:sldChg>
      <pc:sldChg chg="add del replId">
        <pc:chgData name="EUNIKE ENDARIAHNA SURBAKTI (066628)" userId="S::eunike.endariahna@umn.ac.id::c73e3c50-5c31-409f-a774-347cff811649" providerId="AD" clId="Web-{F485A915-762D-3251-751F-2D770E3E913E}" dt="2025-08-21T09:51:35.824" v="191"/>
        <pc:sldMkLst>
          <pc:docMk/>
          <pc:sldMk cId="1644973438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359E-E96C-46DD-A6D0-CFD395E44347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F82E-60D8-4B46-A559-25DCF86DA3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8991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359E-E96C-46DD-A6D0-CFD395E44347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F82E-60D8-4B46-A559-25DCF86DA3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72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359E-E96C-46DD-A6D0-CFD395E44347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F82E-60D8-4B46-A559-25DCF86DA3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9179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359E-E96C-46DD-A6D0-CFD395E44347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F82E-60D8-4B46-A559-25DCF86DA3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399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359E-E96C-46DD-A6D0-CFD395E44347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F82E-60D8-4B46-A559-25DCF86DA3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863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359E-E96C-46DD-A6D0-CFD395E44347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F82E-60D8-4B46-A559-25DCF86DA3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1791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359E-E96C-46DD-A6D0-CFD395E44347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F82E-60D8-4B46-A559-25DCF86DA3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2412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359E-E96C-46DD-A6D0-CFD395E44347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F82E-60D8-4B46-A559-25DCF86DA3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78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359E-E96C-46DD-A6D0-CFD395E44347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F82E-60D8-4B46-A559-25DCF86DA3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0699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359E-E96C-46DD-A6D0-CFD395E44347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F82E-60D8-4B46-A559-25DCF86DA3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7501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359E-E96C-46DD-A6D0-CFD395E44347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F82E-60D8-4B46-A559-25DCF86DA3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4473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8325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2971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9212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4826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8538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7225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28268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7091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62316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31490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49055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989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B359E-E96C-46DD-A6D0-CFD395E44347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4F82E-60D8-4B46-A559-25DCF86DA3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1538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9D0E1-4835-4858-93FB-7122A9AB3690}" type="datetimeFigureOut">
              <a:rPr lang="en-ID" smtClean="0"/>
              <a:t>21/08/2025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3786F-E11D-4BE8-98E9-EEE5C4028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6103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7618" y="2729132"/>
            <a:ext cx="9669891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800" b="1"/>
              <a:t>IF350 – SOFTWARE ENGINEERING AND PROJECT MANAGEMENT</a:t>
            </a:r>
            <a:endParaRPr lang="en-ID" sz="2800" b="1"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7617" y="3375463"/>
            <a:ext cx="9433993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400" b="1" err="1"/>
              <a:t>Minggu</a:t>
            </a:r>
            <a:r>
              <a:rPr lang="en-ID" sz="2400" b="1"/>
              <a:t>/</a:t>
            </a:r>
            <a:r>
              <a:rPr lang="en-ID" sz="2400" b="1" err="1"/>
              <a:t>Pertemuan</a:t>
            </a:r>
            <a:r>
              <a:rPr lang="en-ID" sz="2400" b="1"/>
              <a:t> </a:t>
            </a:r>
            <a:r>
              <a:rPr lang="en-ID" sz="2400" b="1" err="1"/>
              <a:t>ke</a:t>
            </a:r>
            <a:r>
              <a:rPr lang="en-ID" sz="2400" b="1"/>
              <a:t> 1 – Software </a:t>
            </a:r>
            <a:r>
              <a:rPr lang="en-ID" sz="2400" b="1" err="1"/>
              <a:t>Engineering&amp;Project</a:t>
            </a:r>
            <a:r>
              <a:rPr lang="en-ID" sz="2400" b="1"/>
              <a:t> Methodologies</a:t>
            </a:r>
            <a:endParaRPr lang="en-ID" sz="2400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7616" y="4020228"/>
            <a:ext cx="4487703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000"/>
              <a:t>Eunike </a:t>
            </a:r>
            <a:r>
              <a:rPr lang="en-ID" sz="2000" err="1"/>
              <a:t>Endariahna</a:t>
            </a:r>
            <a:r>
              <a:rPr lang="en-ID" sz="2000"/>
              <a:t> </a:t>
            </a:r>
            <a:r>
              <a:rPr lang="en-ID" sz="2000" err="1"/>
              <a:t>Surbakti</a:t>
            </a:r>
            <a:r>
              <a:rPr lang="en-ID" sz="2000"/>
              <a:t>, </a:t>
            </a:r>
            <a:r>
              <a:rPr lang="en-ID" sz="2000" err="1"/>
              <a:t>S.Kom</a:t>
            </a:r>
            <a:r>
              <a:rPr lang="en-ID" sz="2000"/>
              <a:t>., M.T.I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166" y="220525"/>
            <a:ext cx="1042416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D" sz="2000" b="1" dirty="0"/>
              <a:t>PROGRAM STUDI INFORMATIKA</a:t>
            </a:r>
          </a:p>
          <a:p>
            <a:pPr algn="ctr"/>
            <a:r>
              <a:rPr lang="en-ID" sz="2000" b="1" dirty="0"/>
              <a:t>FAKULTAS TEKNIK DAN INFORMATIKA</a:t>
            </a:r>
            <a:br>
              <a:rPr lang="en-ID" sz="2000" b="1" dirty="0"/>
            </a:br>
            <a:r>
              <a:rPr lang="en-ID" sz="2000" b="1" dirty="0"/>
              <a:t>UNIVERSITAS MULTIMEDIA NUSANTARA</a:t>
            </a:r>
            <a:endParaRPr lang="en-ID" sz="2000" b="1" dirty="0">
              <a:ea typeface="Calibri"/>
              <a:cs typeface="Calibri"/>
            </a:endParaRPr>
          </a:p>
          <a:p>
            <a:pPr algn="ctr"/>
            <a:r>
              <a:rPr lang="en-ID" sz="2000" b="1" dirty="0"/>
              <a:t>SEMESTER III TAHUN AJARAN GANJIL 2025/2026</a:t>
            </a:r>
            <a:endParaRPr lang="en-ID" sz="2000" b="1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481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3217" y="220525"/>
            <a:ext cx="6769802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Weekly Learning Outcomes of the Course (Sub-CLO)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3217" y="1543640"/>
            <a:ext cx="10375661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000"/>
              <a:t>Sub-CPMK </a:t>
            </a:r>
            <a:r>
              <a:rPr lang="en-ID" sz="2000">
                <a:latin typeface="Calibri"/>
                <a:ea typeface="Calibri"/>
                <a:cs typeface="Calibri"/>
              </a:rPr>
              <a:t>0311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ID" sz="2000">
                <a:ea typeface="+mn-lt"/>
                <a:cs typeface="+mn-lt"/>
              </a:rPr>
              <a:t>Explain the definition and scope of software engineering and the role of project management (C2)</a:t>
            </a:r>
            <a:endParaRPr lang="en-ID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59789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B17E8-8CD8-79B2-3E81-268D0E064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D9C8BD-AD70-5883-C517-27A513C00E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753B1B-A0BE-E8E2-2890-DBCD37941C99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773FD-F42B-77FA-7C7B-E361E5E66EF9}"/>
              </a:ext>
            </a:extLst>
          </p:cNvPr>
          <p:cNvSpPr txBox="1"/>
          <p:nvPr/>
        </p:nvSpPr>
        <p:spPr>
          <a:xfrm>
            <a:off x="253217" y="220525"/>
            <a:ext cx="2692084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Learning Objectives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998DDF-E2CB-3986-0698-47B014CC16D7}"/>
              </a:ext>
            </a:extLst>
          </p:cNvPr>
          <p:cNvSpPr txBox="1"/>
          <p:nvPr/>
        </p:nvSpPr>
        <p:spPr>
          <a:xfrm>
            <a:off x="253217" y="881575"/>
            <a:ext cx="10832433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ID" sz="2000">
                <a:ea typeface="+mn-lt"/>
                <a:cs typeface="+mn-lt"/>
              </a:rPr>
              <a:t>Describe the software crisis and how the often dismal track record for information technology (IT) projects provides a motivation for changing how we view and manage IT projects. </a:t>
            </a: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ID" sz="2000">
                <a:ea typeface="+mn-lt"/>
                <a:cs typeface="+mn-lt"/>
              </a:rPr>
              <a:t>Explain the socio-technical, project management and knowledge management approaches that support ITPM. </a:t>
            </a: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ID" sz="2000">
                <a:ea typeface="+mn-lt"/>
                <a:cs typeface="+mn-lt"/>
              </a:rPr>
              <a:t>Define what an IT project is and describe its attributes. </a:t>
            </a: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ID" sz="2000">
                <a:ea typeface="+mn-lt"/>
                <a:cs typeface="+mn-lt"/>
              </a:rPr>
              <a:t>Define the discipline called project management. </a:t>
            </a: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ID" sz="2000">
                <a:ea typeface="+mn-lt"/>
                <a:cs typeface="+mn-lt"/>
              </a:rPr>
              <a:t>Describe the role and impact IT projects have on an organization. </a:t>
            </a: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ID" sz="2000">
                <a:ea typeface="+mn-lt"/>
                <a:cs typeface="+mn-lt"/>
              </a:rPr>
              <a:t>Identify the different roles and interests of project stakeholders. </a:t>
            </a: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ID" sz="2000">
                <a:ea typeface="+mn-lt"/>
                <a:cs typeface="+mn-lt"/>
              </a:rPr>
              <a:t>Describe the Software Engineering and project life cycle (PLC). </a:t>
            </a: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ID" sz="2000">
                <a:ea typeface="+mn-lt"/>
                <a:cs typeface="+mn-lt"/>
              </a:rPr>
              <a:t>Describe the Systems Development Life Cycle ( SDLC). </a:t>
            </a: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ID" sz="2000">
                <a:ea typeface="+mn-lt"/>
                <a:cs typeface="+mn-lt"/>
              </a:rPr>
              <a:t>Describe the Waterfall method for developing the project’s product or system. </a:t>
            </a: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ID" sz="2000">
                <a:ea typeface="+mn-lt"/>
                <a:cs typeface="+mn-lt"/>
              </a:rPr>
              <a:t>Describe the Agile approach for developing the project’s product or system as well as two commonly used approaches called </a:t>
            </a:r>
            <a:r>
              <a:rPr lang="en-ID" sz="2000" err="1">
                <a:ea typeface="+mn-lt"/>
                <a:cs typeface="+mn-lt"/>
              </a:rPr>
              <a:t>eXtreme</a:t>
            </a:r>
            <a:r>
              <a:rPr lang="en-ID" sz="2000">
                <a:ea typeface="+mn-lt"/>
                <a:cs typeface="+mn-lt"/>
              </a:rPr>
              <a:t> Programming (XP) and Scrum.</a:t>
            </a: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ID" sz="2000">
                <a:ea typeface="+mn-lt"/>
                <a:cs typeface="+mn-lt"/>
              </a:rPr>
              <a:t>Describe and apply the concept of Leaning Cycles and lessons learned.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05244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27A02-13F7-9620-D325-0EB62165A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D3459A-D1A5-861A-261C-CAAE897173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3D22ED-A900-BB84-B663-876C0AF267D3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3F57A-18EE-FB6C-44B9-2B681D5C3BCC}"/>
              </a:ext>
            </a:extLst>
          </p:cNvPr>
          <p:cNvSpPr txBox="1"/>
          <p:nvPr/>
        </p:nvSpPr>
        <p:spPr>
          <a:xfrm>
            <a:off x="253217" y="220525"/>
            <a:ext cx="1777794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Introduction</a:t>
            </a:r>
            <a:endParaRPr lang="en-US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919AE-27F8-E806-67F7-A0188BDF4972}"/>
              </a:ext>
            </a:extLst>
          </p:cNvPr>
          <p:cNvSpPr txBox="1"/>
          <p:nvPr/>
        </p:nvSpPr>
        <p:spPr>
          <a:xfrm>
            <a:off x="253217" y="881575"/>
            <a:ext cx="10832433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Information Technology (IT) projects are organizational investments that require:</a:t>
            </a:r>
            <a:br>
              <a:rPr lang="en-ID" sz="2800">
                <a:ea typeface="+mn-lt"/>
                <a:cs typeface="+mn-lt"/>
              </a:rPr>
            </a:br>
            <a:r>
              <a:rPr lang="en-ID" sz="2800">
                <a:ea typeface="+mn-lt"/>
                <a:cs typeface="+mn-lt"/>
              </a:rPr>
              <a:t>Time</a:t>
            </a:r>
            <a:br>
              <a:rPr lang="en-ID" sz="2800">
                <a:ea typeface="+mn-lt"/>
                <a:cs typeface="+mn-lt"/>
              </a:rPr>
            </a:br>
            <a:r>
              <a:rPr lang="en-ID" sz="2800">
                <a:ea typeface="+mn-lt"/>
                <a:cs typeface="+mn-lt"/>
              </a:rPr>
              <a:t>Money</a:t>
            </a:r>
            <a:br>
              <a:rPr lang="en-ID" sz="2800">
                <a:ea typeface="+mn-lt"/>
                <a:cs typeface="+mn-lt"/>
              </a:rPr>
            </a:br>
            <a:r>
              <a:rPr lang="en-ID" sz="2800">
                <a:ea typeface="+mn-lt"/>
                <a:cs typeface="+mn-lt"/>
              </a:rPr>
              <a:t>Other resources such as people, technology, facilities, etc. </a:t>
            </a:r>
            <a:endParaRPr lang="en-US" sz="280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Organizations expect some type of value in return of this investment </a:t>
            </a:r>
            <a:endParaRPr lang="en-US" sz="280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IT Project Management is a relatively new discipline that combines traditional Project Management with Software Engineering/Management Information Systems to make IT projects more successful.</a:t>
            </a:r>
            <a:endParaRPr lang="en-US" sz="2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1363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25A3A-C3F7-3D7C-2145-E1A0D90D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B3A5B4-352A-CCBA-03AB-01354497CE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D22C68-6A6F-DBA7-CC76-D07AF15A1279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61F55-B0D7-4F4E-F0E2-F70CE117F307}"/>
              </a:ext>
            </a:extLst>
          </p:cNvPr>
          <p:cNvSpPr txBox="1"/>
          <p:nvPr/>
        </p:nvSpPr>
        <p:spPr>
          <a:xfrm>
            <a:off x="253217" y="220525"/>
            <a:ext cx="2572564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An ITPM Approach</a:t>
            </a:r>
            <a:endParaRPr lang="en-US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D97A90-D4EC-00BF-E2D9-39F16815BCE6}"/>
              </a:ext>
            </a:extLst>
          </p:cNvPr>
          <p:cNvSpPr txBox="1"/>
          <p:nvPr/>
        </p:nvSpPr>
        <p:spPr>
          <a:xfrm>
            <a:off x="253217" y="881575"/>
            <a:ext cx="10832433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Organizational resources are limited, so organizations must choose among competing interests to fund specific projects. </a:t>
            </a:r>
            <a:endParaRPr lang="en-US" sz="280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This decision should be based on the value a competing project will provide to an organization.</a:t>
            </a:r>
            <a:endParaRPr lang="en-US" sz="2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9167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778F-2C91-5D6D-39E9-597695155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5D2060-2D13-B0E8-97A1-646E590ABC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CE97A0-35F8-BBE0-B35A-8F369F3FAA0C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B495B-DD35-0F4E-EE04-EDFE23892D94}"/>
              </a:ext>
            </a:extLst>
          </p:cNvPr>
          <p:cNvSpPr txBox="1"/>
          <p:nvPr/>
        </p:nvSpPr>
        <p:spPr>
          <a:xfrm>
            <a:off x="253217" y="220525"/>
            <a:ext cx="3517822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Which Situation is Worse?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C508C6-5DFF-C269-C0BA-10BC22C38A93}"/>
              </a:ext>
            </a:extLst>
          </p:cNvPr>
          <p:cNvSpPr txBox="1"/>
          <p:nvPr/>
        </p:nvSpPr>
        <p:spPr>
          <a:xfrm>
            <a:off x="253217" y="881575"/>
            <a:ext cx="10832433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Successfully building and implementing a system that provides little or no value to the organization. </a:t>
            </a:r>
            <a:endParaRPr lang="en-US" sz="2800">
              <a:ea typeface="+mn-lt"/>
              <a:cs typeface="+mn-lt"/>
            </a:endParaRPr>
          </a:p>
          <a:p>
            <a:endParaRPr lang="en-ID" sz="2800">
              <a:ea typeface="+mn-lt"/>
              <a:cs typeface="+mn-lt"/>
            </a:endParaRPr>
          </a:p>
          <a:p>
            <a:r>
              <a:rPr lang="en-ID" sz="2800">
                <a:ea typeface="+mn-lt"/>
                <a:cs typeface="+mn-lt"/>
              </a:rPr>
              <a:t>OR</a:t>
            </a:r>
            <a:endParaRPr lang="en-US" sz="280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endParaRPr lang="en-ID" sz="280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Failing to implement an information system that could have provided value to the organization, but was poorly developed or poorly managed.</a:t>
            </a:r>
            <a:endParaRPr lang="en-US" sz="2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0135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0001-C8D3-84C7-1291-45D2E169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E7F510-B181-5A9B-C17D-6648C696E6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2C547F-734F-D573-E4E2-E813FC6D9F07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7881C-3F2A-8CB1-3F2A-B405B43A7E37}"/>
              </a:ext>
            </a:extLst>
          </p:cNvPr>
          <p:cNvSpPr txBox="1"/>
          <p:nvPr/>
        </p:nvSpPr>
        <p:spPr>
          <a:xfrm>
            <a:off x="253217" y="220525"/>
            <a:ext cx="262084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The Software Crisis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6EED4-80DF-C014-ECE6-676FEDEE4D07}"/>
              </a:ext>
            </a:extLst>
          </p:cNvPr>
          <p:cNvSpPr txBox="1"/>
          <p:nvPr/>
        </p:nvSpPr>
        <p:spPr>
          <a:xfrm>
            <a:off x="253217" y="881575"/>
            <a:ext cx="10832433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2800">
                <a:ea typeface="+mn-lt"/>
                <a:cs typeface="+mn-lt"/>
              </a:rPr>
              <a:t>The CHAOS study published in 1995 by The Standish Group found that although the U.S spent over $250 billion on IT projects, approximately</a:t>
            </a:r>
            <a:endParaRPr lang="en-US" sz="280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 31% were cancelled before completion</a:t>
            </a:r>
            <a:endParaRPr lang="en-US" sz="280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53% were completed but over budget, over schedule, and did not meet original specifications. </a:t>
            </a:r>
            <a:endParaRPr lang="en-US" sz="280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For mid-size companies, average cost overruns were 182%, while average schedule overruns were 202%!</a:t>
            </a:r>
            <a:endParaRPr lang="en-US" sz="2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2915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DAA3-A930-14F2-AB2B-BD047328B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3BB5EC-33F7-1F3B-34F9-6FB1F78FFA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3E7D82-819A-25BA-D718-AA6FE981B38A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32130-E3FC-5541-6C0D-B5F5FAF6305D}"/>
              </a:ext>
            </a:extLst>
          </p:cNvPr>
          <p:cNvSpPr txBox="1"/>
          <p:nvPr/>
        </p:nvSpPr>
        <p:spPr>
          <a:xfrm>
            <a:off x="253217" y="220525"/>
            <a:ext cx="3655424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The Newest Software Crisis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A008B-9845-1077-3DD5-6C8CD123CC34}"/>
              </a:ext>
            </a:extLst>
          </p:cNvPr>
          <p:cNvSpPr txBox="1"/>
          <p:nvPr/>
        </p:nvSpPr>
        <p:spPr>
          <a:xfrm>
            <a:off x="253217" y="881575"/>
            <a:ext cx="10832433" cy="61247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2800">
                <a:ea typeface="+mn-lt"/>
                <a:cs typeface="+mn-lt"/>
              </a:rPr>
              <a:t>According to a recent article titled </a:t>
            </a:r>
            <a:r>
              <a:rPr lang="en-ID" sz="2800" i="1">
                <a:ea typeface="+mn-lt"/>
                <a:cs typeface="+mn-lt"/>
              </a:rPr>
              <a:t>“The AI Speed Trap: Why Software Quality Is Falling Behind in the Race to Release,”</a:t>
            </a:r>
            <a:r>
              <a:rPr lang="en-ID" sz="2800">
                <a:ea typeface="+mn-lt"/>
                <a:cs typeface="+mn-lt"/>
              </a:rPr>
              <a:t> the following alarming trends characterize the current software delivery environment:</a:t>
            </a:r>
            <a:endParaRPr lang="en-ID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Two-thirds of businesses face a high risk of software outages in the coming year.</a:t>
            </a:r>
            <a:endParaRPr lang="en-ID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Nearly 50% of organizations report losses of over $1 million annually due to poor software quality.</a:t>
            </a:r>
            <a:endParaRPr lang="en-ID" sz="2800">
              <a:ea typeface="Calibri"/>
              <a:cs typeface="Calibri"/>
            </a:endParaRPr>
          </a:p>
          <a:p>
            <a:endParaRPr lang="en-ID" sz="2800">
              <a:ea typeface="+mn-lt"/>
              <a:cs typeface="+mn-lt"/>
            </a:endParaRPr>
          </a:p>
          <a:p>
            <a:r>
              <a:rPr lang="en-ID" sz="2800">
                <a:ea typeface="+mn-lt"/>
                <a:cs typeface="+mn-lt"/>
              </a:rPr>
              <a:t>This highlights a troubling trade-off: </a:t>
            </a:r>
            <a:endParaRPr lang="en-US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the push for speed</a:t>
            </a:r>
            <a:endParaRPr lang="en-US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especially through generative AI</a:t>
            </a:r>
            <a:endParaRPr lang="en-US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has outpaced safeguards like proper testing, resulting in outages, security risks, and mounting technical debt</a:t>
            </a:r>
            <a:endParaRPr lang="en-US">
              <a:ea typeface="Calibri"/>
              <a:cs typeface="Calibri"/>
            </a:endParaRPr>
          </a:p>
          <a:p>
            <a:endParaRPr lang="en-ID" sz="2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4666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D289-5557-9D84-927D-E2556CC17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4CCC92-F79F-FB09-A584-C69F254771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3CFA02-800D-0FEE-1E6D-2055F81FD420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51106-9536-7D9F-D562-A9EEBA40905C}"/>
              </a:ext>
            </a:extLst>
          </p:cNvPr>
          <p:cNvSpPr txBox="1"/>
          <p:nvPr/>
        </p:nvSpPr>
        <p:spPr>
          <a:xfrm>
            <a:off x="253217" y="220525"/>
            <a:ext cx="5139227" cy="89255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800" b="1">
                <a:ea typeface="+mn-lt"/>
                <a:cs typeface="+mn-lt"/>
              </a:rPr>
              <a:t>Software Failures &amp; Inefficiencies</a:t>
            </a:r>
          </a:p>
          <a:p>
            <a:endParaRPr lang="en-ID" sz="2400" b="1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169F7-900A-0B97-315C-8FDD6A602FA1}"/>
              </a:ext>
            </a:extLst>
          </p:cNvPr>
          <p:cNvSpPr txBox="1"/>
          <p:nvPr/>
        </p:nvSpPr>
        <p:spPr>
          <a:xfrm>
            <a:off x="253217" y="881575"/>
            <a:ext cx="10832433" cy="56938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2800">
                <a:ea typeface="+mn-lt"/>
                <a:cs typeface="+mn-lt"/>
              </a:rPr>
              <a:t>The 2025 State of Software Engineering Excellence report, based on more than 650 engineering leaders, reveals critical bottlenecks in DevOps and developer workflows:</a:t>
            </a:r>
            <a:endParaRPr lang="en-ID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67% of teams cannot build and test their environments within 15 minutes.</a:t>
            </a:r>
            <a:endParaRPr lang="en-ID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64% still depend on manual steps for infrastructure code deployments.</a:t>
            </a:r>
            <a:endParaRPr lang="en-ID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61% report code reviews taking over a day.</a:t>
            </a:r>
            <a:endParaRPr lang="en-ID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55% lack quality gates in their build pipelines.</a:t>
            </a:r>
            <a:endParaRPr lang="en-ID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52% do not have essential incident management tools.</a:t>
            </a:r>
            <a:endParaRPr lang="en-ID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D" sz="2800">
                <a:ea typeface="+mn-lt"/>
                <a:cs typeface="+mn-lt"/>
              </a:rPr>
              <a:t>50% of application deployments are still manual.</a:t>
            </a:r>
            <a:endParaRPr lang="en-ID" sz="2800">
              <a:ea typeface="Calibri"/>
              <a:cs typeface="Calibri"/>
            </a:endParaRPr>
          </a:p>
          <a:p>
            <a:r>
              <a:rPr lang="en-ID" sz="2800">
                <a:ea typeface="+mn-lt"/>
                <a:cs typeface="+mn-lt"/>
              </a:rPr>
              <a:t>These inefficiencies collectively result in millions lost annually due to wasted productivity, operational friction, and delayed innovation.</a:t>
            </a:r>
            <a:endParaRPr lang="en-ID">
              <a:ea typeface="Calibri"/>
              <a:cs typeface="Calibri"/>
            </a:endParaRPr>
          </a:p>
          <a:p>
            <a:endParaRPr lang="en-ID" sz="2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8065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45970-9821-A0B2-DA89-74DEEDAF2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1B9EB2-50B2-95B6-7CB1-E75417358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184BB5-50F3-870F-9855-84D380168227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C4D6B2-5DC6-D6F0-3547-57734F50C41D}"/>
              </a:ext>
            </a:extLst>
          </p:cNvPr>
          <p:cNvSpPr txBox="1"/>
          <p:nvPr/>
        </p:nvSpPr>
        <p:spPr>
          <a:xfrm>
            <a:off x="253217" y="220525"/>
            <a:ext cx="5834674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800" b="1">
                <a:ea typeface="+mn-lt"/>
                <a:cs typeface="+mn-lt"/>
              </a:rPr>
              <a:t>Summary of The CHAOS Study Results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4D5FFD-B8F6-0E76-0742-E02CF358D3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7" r="163" b="320"/>
          <a:stretch>
            <a:fillRect/>
          </a:stretch>
        </p:blipFill>
        <p:spPr>
          <a:xfrm>
            <a:off x="1195622" y="1148621"/>
            <a:ext cx="9775781" cy="486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45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36ECB-03A2-0E41-4551-C0BE3D267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8220A0-A0B7-D987-0CAA-C461AEBE06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7357A2-3132-94CD-CAC1-CA30D182CE53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A399EA-A17D-ADD2-B07B-73280057E186}"/>
              </a:ext>
            </a:extLst>
          </p:cNvPr>
          <p:cNvSpPr txBox="1"/>
          <p:nvPr/>
        </p:nvSpPr>
        <p:spPr>
          <a:xfrm>
            <a:off x="253217" y="220525"/>
            <a:ext cx="3403689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800" b="1">
                <a:ea typeface="+mn-lt"/>
                <a:cs typeface="+mn-lt"/>
              </a:rPr>
              <a:t>Why Do Projects Fail?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B7C5D-D821-11FB-A59A-10952799B8FB}"/>
              </a:ext>
            </a:extLst>
          </p:cNvPr>
          <p:cNvSpPr txBox="1"/>
          <p:nvPr/>
        </p:nvSpPr>
        <p:spPr>
          <a:xfrm>
            <a:off x="402237" y="1051810"/>
            <a:ext cx="10675493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/>
              <a:t>Larger projects have the lowest success rate and appear to be more risky than medium and smaller projects:</a:t>
            </a:r>
            <a:br>
              <a:rPr lang="en-US" sz="2400"/>
            </a:br>
            <a:r>
              <a:rPr lang="en-US" sz="2400"/>
              <a:t>Technology, business models and markets change so rapidly that a project that takes more than a year can be obsolete before they are completed. 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/>
              <a:t>The Chaos study also provides some insight as to the factors that influence project success.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5147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84A6E-6A06-24B2-54EC-00106AC8B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D13046-199D-2C99-02BE-CFCE205FBD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56E170-E42A-FF1A-1563-14B7EA7463F5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C634B-229C-5052-19F0-D6289886CD4C}"/>
              </a:ext>
            </a:extLst>
          </p:cNvPr>
          <p:cNvSpPr txBox="1"/>
          <p:nvPr/>
        </p:nvSpPr>
        <p:spPr>
          <a:xfrm>
            <a:off x="253217" y="220525"/>
            <a:ext cx="993188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Summary of Factor Ranking for Successful, Challenged and Impaired Projects</a:t>
            </a:r>
            <a:endParaRPr lang="en-US" sz="24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6B6434-37A5-92D6-05B1-1363D1872E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17" r="320" b="-229"/>
          <a:stretch>
            <a:fillRect/>
          </a:stretch>
        </p:blipFill>
        <p:spPr>
          <a:xfrm>
            <a:off x="1333891" y="885249"/>
            <a:ext cx="7775388" cy="534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5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A2502-FCC1-3A18-1FE6-449B5398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98B135-1FEE-1BFC-CEC7-B000A689E2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A69A7E-80BB-6457-40DF-DD514DEA2A13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560387-10BD-86F5-A4AB-AEB3976A3472}"/>
              </a:ext>
            </a:extLst>
          </p:cNvPr>
          <p:cNvSpPr txBox="1"/>
          <p:nvPr/>
        </p:nvSpPr>
        <p:spPr>
          <a:xfrm>
            <a:off x="253217" y="220525"/>
            <a:ext cx="7397474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Has the Current State of IT Projects Changed Since 1995?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E2F1AE-B78B-676A-3CF5-54FA0FE28B3C}"/>
              </a:ext>
            </a:extLst>
          </p:cNvPr>
          <p:cNvSpPr txBox="1"/>
          <p:nvPr/>
        </p:nvSpPr>
        <p:spPr>
          <a:xfrm>
            <a:off x="252335" y="876926"/>
            <a:ext cx="10825396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/>
              <a:t>The Standish Group has continued to study IT projects over the years.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/>
              <a:t>In general, IT Projects are showing higher success rates due to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400"/>
              <a:t> Better project management tools &amp; processes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400"/>
              <a:t>Smaller projects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400"/>
              <a:t>Improved communication among stakeholders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400"/>
              <a:t>More skillful IT project managers 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endParaRPr lang="en-US" sz="240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sz="2400"/>
              <a:t>But there is still ample opportunity for improvement!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88409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480BB-08BA-8A5D-B051-5D317F21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24C674-599A-74D4-CA6C-64B12725A9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D89966-B637-E5FB-A64A-BDD80CCEA0CE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E5E73-9DDD-0310-3AA2-DAE29F7D3D9E}"/>
              </a:ext>
            </a:extLst>
          </p:cNvPr>
          <p:cNvSpPr txBox="1"/>
          <p:nvPr/>
        </p:nvSpPr>
        <p:spPr>
          <a:xfrm>
            <a:off x="253217" y="220525"/>
            <a:ext cx="971648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New Top Ten Factors for IT Project Success</a:t>
            </a:r>
            <a:br>
              <a:rPr lang="en-ID" sz="2400" b="1">
                <a:ea typeface="+mn-lt"/>
                <a:cs typeface="+mn-lt"/>
              </a:rPr>
            </a:br>
            <a:r>
              <a:rPr lang="en-ID" sz="2400">
                <a:ea typeface="+mn-lt"/>
                <a:cs typeface="+mn-lt"/>
              </a:rPr>
              <a:t>Source: Extreme Chaos. The Standish Group International, Inc. 2001.</a:t>
            </a:r>
            <a:br>
              <a:rPr lang="en-ID" sz="2400">
                <a:ea typeface="+mn-lt"/>
                <a:cs typeface="+mn-lt"/>
              </a:rPr>
            </a:br>
            <a:r>
              <a:rPr lang="en-ID" sz="2400">
                <a:ea typeface="+mn-lt"/>
                <a:cs typeface="+mn-lt"/>
              </a:rPr>
              <a:t>http://www.standishgroup.com/sample_research/index.php Vs 2020</a:t>
            </a:r>
            <a:endParaRPr lang="en-US" sz="2400">
              <a:ea typeface="Calibri"/>
              <a:cs typeface="Calibri"/>
            </a:endParaRPr>
          </a:p>
        </p:txBody>
      </p:sp>
      <p:pic>
        <p:nvPicPr>
          <p:cNvPr id="3" name="Picture 2" descr="A list of words on a white background&#10;&#10;AI-generated content may be incorrect.">
            <a:extLst>
              <a:ext uri="{FF2B5EF4-FFF2-40B4-BE49-F238E27FC236}">
                <a16:creationId xmlns:a16="http://schemas.microsoft.com/office/drawing/2014/main" id="{83F64AA5-616C-A51E-2182-DEBCEDFD2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25" y="1719575"/>
            <a:ext cx="4396491" cy="3618721"/>
          </a:xfrm>
          <a:prstGeom prst="rect">
            <a:avLst/>
          </a:prstGeom>
        </p:spPr>
      </p:pic>
      <p:pic>
        <p:nvPicPr>
          <p:cNvPr id="7" name="Picture 6" descr="A black and white list of words&#10;&#10;AI-generated content may be incorrect.">
            <a:extLst>
              <a:ext uri="{FF2B5EF4-FFF2-40B4-BE49-F238E27FC236}">
                <a16:creationId xmlns:a16="http://schemas.microsoft.com/office/drawing/2014/main" id="{3CA4BB9C-BEF1-8F69-2ED4-3F264D56D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717" y="1691780"/>
            <a:ext cx="6758535" cy="481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30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1E45D-7132-D6C4-00E7-6EFDC2B21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43160B-EBAF-D326-DFE4-504737896D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719F56-074A-DDCA-F20B-90243CC7C371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61566-30FF-3365-B8D2-D8656DFF5DB4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Summary of Chaos Studies</a:t>
            </a:r>
            <a:endParaRPr lang="en-US" sz="2400">
              <a:ea typeface="Calibri"/>
              <a:cs typeface="Calibri"/>
            </a:endParaRPr>
          </a:p>
        </p:txBody>
      </p:sp>
      <p:pic>
        <p:nvPicPr>
          <p:cNvPr id="2" name="Picture 1" descr="A graph with numbers and percentages&#10;&#10;AI-generated content may be incorrect.">
            <a:extLst>
              <a:ext uri="{FF2B5EF4-FFF2-40B4-BE49-F238E27FC236}">
                <a16:creationId xmlns:a16="http://schemas.microsoft.com/office/drawing/2014/main" id="{7C702386-ECA0-A841-5758-9599D685C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423" y="888168"/>
            <a:ext cx="8669156" cy="506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5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7B5A-42F3-9374-628D-77CEA650C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9805BE-5354-8890-F6A3-E665593A48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F3CC4A-DB84-3E31-9279-1858879436A7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55318-D019-BFA8-02C0-78C6D1769AB5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Improving the likelihood of Success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0437C-19F9-6F20-871C-1D683662F3E2}"/>
              </a:ext>
            </a:extLst>
          </p:cNvPr>
          <p:cNvSpPr txBox="1"/>
          <p:nvPr/>
        </p:nvSpPr>
        <p:spPr>
          <a:xfrm>
            <a:off x="252335" y="739515"/>
            <a:ext cx="1032572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/>
              <a:t>Socio-technical Approach 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/>
              <a:t>Project Management Approach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processes and infrastructure (Methodology)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Resources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Expectations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Competition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 efficiency and effectiveness 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400">
                <a:ea typeface="Calibri"/>
                <a:cs typeface="Calibri"/>
              </a:rPr>
              <a:t>Project Management Approach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>
                <a:ea typeface="Calibri"/>
                <a:cs typeface="Calibri"/>
              </a:rPr>
              <a:t>Knowledge Management Approach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>
                <a:ea typeface="Calibri"/>
                <a:cs typeface="Calibri"/>
              </a:rPr>
              <a:t>lessons learned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>
                <a:ea typeface="Calibri"/>
                <a:cs typeface="Calibri"/>
              </a:rPr>
              <a:t>best practices 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>
                <a:ea typeface="Calibri"/>
                <a:cs typeface="Calibri"/>
              </a:rPr>
              <a:t>shared knowledge</a:t>
            </a:r>
          </a:p>
        </p:txBody>
      </p:sp>
    </p:spTree>
    <p:extLst>
      <p:ext uri="{BB962C8B-B14F-4D97-AF65-F5344CB8AC3E}">
        <p14:creationId xmlns:p14="http://schemas.microsoft.com/office/powerpoint/2010/main" val="2306423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6956E-4795-EDD9-4030-1CD80CFF0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884568-3AFD-D7EB-6E80-CD76001CAD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6CBD3A-202E-9FD8-0AEF-CC01F40227F0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F5587-3FDB-8EBE-CFAA-765C5F75B6CC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Project Management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B50D8-A64F-390F-00C1-1806A4690C8A}"/>
              </a:ext>
            </a:extLst>
          </p:cNvPr>
          <p:cNvSpPr txBox="1"/>
          <p:nvPr/>
        </p:nvSpPr>
        <p:spPr>
          <a:xfrm>
            <a:off x="252335" y="739515"/>
            <a:ext cx="1032572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Definitions: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A project is a temporary endeavor undertaken to accomplish a unique purpose.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Project management is the application of knowledge, skills, tools, and techniques to project activities in order to meet or exceed project requirements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3990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4733-00C1-47B1-6CB3-2E0F3010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3B42BD-FFBA-ADA3-B2E6-84DA20A28B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930428-3B0F-16D2-7EB2-C8CCACF72C87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634BBF-2B02-FBAC-DB81-3738FB0C710E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Project Attributes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5AAB7-CD4B-FAA6-7845-89B2883487A1}"/>
              </a:ext>
            </a:extLst>
          </p:cNvPr>
          <p:cNvSpPr txBox="1"/>
          <p:nvPr/>
        </p:nvSpPr>
        <p:spPr>
          <a:xfrm>
            <a:off x="252335" y="739515"/>
            <a:ext cx="10325724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Time Frame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Purpose (to provide value!) 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Ownership 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Resources (the triple constraint) 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Roles</a:t>
            </a:r>
            <a:endParaRPr lang="en-US"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>
                <a:ea typeface="+mn-lt"/>
                <a:cs typeface="+mn-lt"/>
              </a:rPr>
              <a:t>Project Manager</a:t>
            </a:r>
            <a:endParaRPr lang="en-US"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>
                <a:ea typeface="+mn-lt"/>
                <a:cs typeface="+mn-lt"/>
              </a:rPr>
              <a:t>Project Sponsor</a:t>
            </a:r>
            <a:endParaRPr lang="en-US"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>
                <a:ea typeface="+mn-lt"/>
                <a:cs typeface="+mn-lt"/>
              </a:rPr>
              <a:t>SME (domain &amp; technical) 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ea typeface="+mn-lt"/>
                <a:cs typeface="+mn-lt"/>
              </a:rPr>
              <a:t>Risk &amp; Assumptions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ea typeface="+mn-lt"/>
                <a:cs typeface="+mn-lt"/>
              </a:rPr>
              <a:t>Purpose (to provide value!) 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ea typeface="+mn-lt"/>
                <a:cs typeface="+mn-lt"/>
              </a:rPr>
              <a:t>Ownership 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ea typeface="+mn-lt"/>
                <a:cs typeface="+mn-lt"/>
              </a:rPr>
              <a:t>Interdependent Tasks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ea typeface="+mn-lt"/>
                <a:cs typeface="+mn-lt"/>
              </a:rPr>
              <a:t>Planned Organizational Change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ea typeface="+mn-lt"/>
                <a:cs typeface="+mn-lt"/>
              </a:rPr>
              <a:t>Operate in Environments Larger than the Project Itself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65356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E86DB-D632-448F-1E32-DFDD26B9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C06D96-CCB8-2F8F-DC78-B1B32D6BC0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AD1748-1CB7-57D3-9B99-07010D944563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A4FBE1-49D6-F2FC-EF87-3EF1C86C9D4B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The Triple Constraint</a:t>
            </a:r>
            <a:endParaRPr lang="en-US"/>
          </a:p>
        </p:txBody>
      </p:sp>
      <p:pic>
        <p:nvPicPr>
          <p:cNvPr id="7" name="Picture 6" descr="A diagram of a project&#10;&#10;AI-generated content may be incorrect.">
            <a:extLst>
              <a:ext uri="{FF2B5EF4-FFF2-40B4-BE49-F238E27FC236}">
                <a16:creationId xmlns:a16="http://schemas.microsoft.com/office/drawing/2014/main" id="{08540FA8-26E5-2A76-660D-465573FC4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088" y="678383"/>
            <a:ext cx="7069268" cy="560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01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336C0-C0F5-8DD4-7109-5A32E042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3408BA-6248-1E31-E3CF-013F38BB09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345A7A-3DEC-BE13-DE11-A26D86E7A0F0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C08B90-360B-8601-11A2-93BD2ABFE274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The Project Life Cycle and IT Development</a:t>
            </a:r>
            <a:endParaRPr lang="en-US" sz="2400" b="1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A87C74-B064-1F64-61A1-BBD5396B0725}"/>
              </a:ext>
            </a:extLst>
          </p:cNvPr>
          <p:cNvSpPr txBox="1"/>
          <p:nvPr/>
        </p:nvSpPr>
        <p:spPr>
          <a:xfrm>
            <a:off x="252334" y="677056"/>
            <a:ext cx="1045064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Project Life Cycle (PLC)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400"/>
              <a:t>A collection of logical stages or phases that maps the life of a project from its beginning to its end in order to define, build and deliver the product of the project i.e., the information system 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400"/>
              <a:t>Projects are divided into phases to increase manageability and reduce risk</a:t>
            </a:r>
            <a:endParaRPr lang="en-US"/>
          </a:p>
          <a:p>
            <a:pPr marL="800100" lvl="1" indent="-342900">
              <a:buFont typeface="Courier New"/>
              <a:buChar char="o"/>
            </a:pPr>
            <a:r>
              <a:rPr lang="en-US" sz="2400"/>
              <a:t> Phase exits, stage gates, or kill points are decision points at the end of each phase to evaluate performance, correct problems or cancel the project</a:t>
            </a:r>
            <a:endParaRPr lang="en-US"/>
          </a:p>
          <a:p>
            <a:pPr marL="800100" lvl="1" indent="-342900">
              <a:buFont typeface="Courier New"/>
              <a:buChar char="o"/>
            </a:pPr>
            <a:r>
              <a:rPr lang="en-US" sz="2400"/>
              <a:t> Fast tracking is the overlapping of phases to reduce the project’s schedule, can be risky!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29890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4E09-E118-7D02-C085-70620BAAC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59A963-6118-140B-F004-E43E45217F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DDA6F5-F670-4642-9C2D-16CA5D430F5A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1B3BA-2C7C-0FB7-F18F-D892FB8DC301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Generic Project Life Cycle</a:t>
            </a:r>
            <a:endParaRPr lang="en-US"/>
          </a:p>
        </p:txBody>
      </p:sp>
      <p:pic>
        <p:nvPicPr>
          <p:cNvPr id="3" name="Picture 2" descr="A diagram of a project&#10;&#10;AI-generated content may be incorrect.">
            <a:extLst>
              <a:ext uri="{FF2B5EF4-FFF2-40B4-BE49-F238E27FC236}">
                <a16:creationId xmlns:a16="http://schemas.microsoft.com/office/drawing/2014/main" id="{CBD63A0D-9E34-890F-22F5-D724BBF2F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488" y="879970"/>
            <a:ext cx="9443648" cy="541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809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7D6CD-7A1D-5C51-A4A8-C93A4F8EC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8009EE-4AD7-8E94-5C27-636BB16AB9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3EB6E-F3A3-7EF0-CE55-B5F84C71C187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57D3B0-EB2E-301E-3DF9-1649E6300375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Systems Development Life Cycle (SDLC)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C7E4CD-40E8-A53B-8CE3-1320BDA1D5BA}"/>
              </a:ext>
            </a:extLst>
          </p:cNvPr>
          <p:cNvSpPr txBox="1"/>
          <p:nvPr/>
        </p:nvSpPr>
        <p:spPr>
          <a:xfrm>
            <a:off x="402237" y="876926"/>
            <a:ext cx="10400674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/>
              <a:t>Represents the sequential phases or stages an information system follows throughout its useful life 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/>
              <a:t>Useful for understanding the development of the project’s largest work product – the application system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/>
              <a:t>Phases/Stages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Planning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Analysis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Design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Implementation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Maintenance and Support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5908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566D-AB45-B94B-1A5D-791B4609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94CDD1-03ED-87D5-522C-A51FAAEC78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EEBCA6-0308-59A6-BA98-35BB41620951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8D1FF2-5CD6-7204-9C44-3593137C02AB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Systems Development Life Cycle (SDLC)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A26A54-741C-0E18-F49C-4CBBDCE5E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7" y="1097405"/>
            <a:ext cx="9902565" cy="467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9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EFF3A-4B12-1C81-C0D1-0BB48826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9CAFAB-7903-2EFC-C66A-C8E90F62AB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9CE573-EACB-CD11-E2EE-E2A418785147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07173-0057-4848-2376-E7A3EE28357E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The Relationship Between the PLC </a:t>
            </a:r>
            <a:r>
              <a:rPr lang="en-US" sz="2400" b="1" err="1">
                <a:ea typeface="+mn-lt"/>
                <a:cs typeface="+mn-lt"/>
              </a:rPr>
              <a:t>annd</a:t>
            </a:r>
            <a:r>
              <a:rPr lang="en-US" sz="2400" b="1">
                <a:ea typeface="+mn-lt"/>
                <a:cs typeface="+mn-lt"/>
              </a:rPr>
              <a:t> the SDLC</a:t>
            </a:r>
            <a:endParaRPr lang="en-US" sz="2400" b="1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58A13-DACF-EA1C-E65A-2923B9EEE87D}"/>
              </a:ext>
            </a:extLst>
          </p:cNvPr>
          <p:cNvSpPr txBox="1"/>
          <p:nvPr/>
        </p:nvSpPr>
        <p:spPr>
          <a:xfrm>
            <a:off x="414728" y="876925"/>
            <a:ext cx="1038818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/>
              <a:t>The systems development life cycle (SDLC) becomes part of the project life cycle (PLC).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The PLC focuses on the project management phases, processes, tools and techniques for effectively managing the project.</a:t>
            </a:r>
            <a:endParaRPr lang="en-US" sz="240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The SDLC focuses on the software engineering phases, processes, tools and techniques for building and/or implementing the IT solution.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65888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B6867-FFC5-4ED5-956A-896173B3D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6A7DE3-D5D4-9216-2809-989E1AD88A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24915E-DC56-25C3-7C3E-C78340C524DE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1684B2-1B9E-3DCA-84A4-51D73998DAC7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The Relationship Between the PLC </a:t>
            </a:r>
            <a:r>
              <a:rPr lang="en-US" sz="2400" b="1" err="1">
                <a:ea typeface="+mn-lt"/>
                <a:cs typeface="+mn-lt"/>
              </a:rPr>
              <a:t>annd</a:t>
            </a:r>
            <a:r>
              <a:rPr lang="en-US" sz="2400" b="1">
                <a:ea typeface="+mn-lt"/>
                <a:cs typeface="+mn-lt"/>
              </a:rPr>
              <a:t> the SDLC</a:t>
            </a:r>
            <a:endParaRPr lang="en-US" sz="2400" b="1">
              <a:ea typeface="Calibri"/>
              <a:cs typeface="Calibri"/>
            </a:endParaRPr>
          </a:p>
        </p:txBody>
      </p:sp>
      <p:pic>
        <p:nvPicPr>
          <p:cNvPr id="2" name="Picture 1" descr="A diagram of a project life cycle&#10;&#10;AI-generated content may be incorrect.">
            <a:extLst>
              <a:ext uri="{FF2B5EF4-FFF2-40B4-BE49-F238E27FC236}">
                <a16:creationId xmlns:a16="http://schemas.microsoft.com/office/drawing/2014/main" id="{A1CE3A7E-F1B7-5C78-04CD-368115637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360" y="884264"/>
            <a:ext cx="9909280" cy="548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58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F3A71-945B-6FA5-BE83-E638BF02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909B94-D09C-80BB-2DD0-DE21C71E4E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74249D-6E78-6E6E-52F6-C474E618529B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5DC94-FD67-E8A6-B8BC-9660B35524EF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Putting the SDLC into Practice</a:t>
            </a:r>
            <a:endParaRPr lang="en-US" sz="2400" b="1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D600E-9786-9D53-3589-0EFEFA794FD2}"/>
              </a:ext>
            </a:extLst>
          </p:cNvPr>
          <p:cNvSpPr txBox="1"/>
          <p:nvPr/>
        </p:nvSpPr>
        <p:spPr>
          <a:xfrm>
            <a:off x="252336" y="876925"/>
            <a:ext cx="891414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Arial"/>
              <a:buChar char="•"/>
            </a:pPr>
            <a:r>
              <a:rPr lang="en-US" sz="2400"/>
              <a:t>Structured Approach to Systems Development</a:t>
            </a:r>
            <a:endParaRPr lang="en-US" sz="2400">
              <a:ea typeface="Calibri"/>
              <a:cs typeface="Calibri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/>
              <a:t>Waterfall Method 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/>
            </a:pP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/>
              <a:t>Rapid Applications Development (RAD)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/>
              <a:t>Prototyping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/>
              <a:t>Spiral Development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400"/>
              <a:t> Extreme Programming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2324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40178-1501-932A-F79A-CC8A7C1A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CB5A79-B108-440D-41CA-B117B96B2A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4632AF-A300-03AB-13CF-293530178EB7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50506-7374-164E-17C2-04F39EF3BBF8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Structured Approaches Waterfall Method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307466-1A14-42AB-F597-96F3974AA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8" y="1914525"/>
            <a:ext cx="1117282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41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17FB2-D30C-F5F1-E629-49B387A0E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538FF-F6C1-8107-1EDA-0FBA8A337F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703E64-F0CF-11C5-1DAB-FD7154A26940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8BD58-BC23-523D-FEB1-262B44E57C8F}"/>
              </a:ext>
            </a:extLst>
          </p:cNvPr>
          <p:cNvSpPr txBox="1"/>
          <p:nvPr/>
        </p:nvSpPr>
        <p:spPr>
          <a:xfrm>
            <a:off x="253217" y="220525"/>
            <a:ext cx="86671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Extreme Project Management (XPM)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3FA37-A5D5-68D2-2F5B-F4C9BF08287F}"/>
              </a:ext>
            </a:extLst>
          </p:cNvPr>
          <p:cNvSpPr txBox="1"/>
          <p:nvPr/>
        </p:nvSpPr>
        <p:spPr>
          <a:xfrm>
            <a:off x="252335" y="677055"/>
            <a:ext cx="1082539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/>
              <a:t>A new approach and philosophy to project management that is becoming increasingly popular. 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/>
              <a:t>Characterizes many of today’s projects that exemplify speed, uncertainty, changing requirements and high risks.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/>
              <a:t>Traditional project management often takes an orderly approach while XPM embraces the fact that projects are often chaotic and unpredictable. 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/>
              <a:t>XPM focuses on flexibility, adaptability and innovation 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/>
              <a:t>Traditional and new approaches together can provide us with a better understanding of how to improve the likelihood of project success.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6753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5AA1A-15BD-FE34-E864-33063D53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555262-ECA5-F779-E104-7D59BC4406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473" y="220525"/>
            <a:ext cx="720000" cy="1323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FDEFF1-C097-CE2C-2601-CCA66AADB9BB}"/>
              </a:ext>
            </a:extLst>
          </p:cNvPr>
          <p:cNvSpPr txBox="1"/>
          <p:nvPr/>
        </p:nvSpPr>
        <p:spPr>
          <a:xfrm>
            <a:off x="0" y="6519446"/>
            <a:ext cx="121920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D" sz="1400"/>
              <a:t>IF 350 – SOFTWARE ENGINEERING AND PROJECT MANAGEMENT – GASAL 2025/2026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54CE40-265F-DFE6-8391-026860B363D8}"/>
              </a:ext>
            </a:extLst>
          </p:cNvPr>
          <p:cNvSpPr txBox="1"/>
          <p:nvPr/>
        </p:nvSpPr>
        <p:spPr>
          <a:xfrm>
            <a:off x="253217" y="220525"/>
            <a:ext cx="1464312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D" sz="2400" b="1">
                <a:ea typeface="+mn-lt"/>
                <a:cs typeface="+mn-lt"/>
              </a:rPr>
              <a:t>Reference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A55954-3D72-1CE4-7839-51217E3CD319}"/>
              </a:ext>
            </a:extLst>
          </p:cNvPr>
          <p:cNvSpPr txBox="1"/>
          <p:nvPr/>
        </p:nvSpPr>
        <p:spPr>
          <a:xfrm>
            <a:off x="253216" y="1694557"/>
            <a:ext cx="11187262" cy="40934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br>
              <a:rPr lang="en-ID" sz="2000" b="1">
                <a:ea typeface="Calibri"/>
                <a:cs typeface="Calibri"/>
              </a:rPr>
            </a:br>
            <a:r>
              <a:rPr lang="en-ID" sz="2000">
                <a:ea typeface="+mn-lt"/>
                <a:cs typeface="+mn-lt"/>
              </a:rPr>
              <a:t>Pressman, R. S., &amp; Maxim, B. R. 2020. </a:t>
            </a:r>
            <a:r>
              <a:rPr lang="en-ID" sz="2000" i="1">
                <a:ea typeface="+mn-lt"/>
                <a:cs typeface="+mn-lt"/>
              </a:rPr>
              <a:t>Software Engineering: A Practitioner’s Approach</a:t>
            </a:r>
            <a:r>
              <a:rPr lang="en-ID" sz="2000">
                <a:ea typeface="+mn-lt"/>
                <a:cs typeface="+mn-lt"/>
              </a:rPr>
              <a:t>. </a:t>
            </a:r>
            <a:endParaRPr lang="en-ID" sz="2000" b="1">
              <a:ea typeface="+mn-lt"/>
              <a:cs typeface="+mn-lt"/>
            </a:endParaRPr>
          </a:p>
          <a:p>
            <a:r>
              <a:rPr lang="en-ID" sz="2000">
                <a:ea typeface="+mn-lt"/>
                <a:cs typeface="+mn-lt"/>
              </a:rPr>
              <a:t>9th edition (International Edition). New York: McGraw-Hill Education.</a:t>
            </a:r>
            <a:endParaRPr lang="en-ID" sz="2000" b="1">
              <a:ea typeface="Calibri"/>
              <a:cs typeface="Calibri"/>
            </a:endParaRPr>
          </a:p>
          <a:p>
            <a:endParaRPr lang="en-ID" sz="2000">
              <a:ea typeface="+mn-lt"/>
              <a:cs typeface="+mn-lt"/>
            </a:endParaRPr>
          </a:p>
          <a:p>
            <a:r>
              <a:rPr lang="en-ID" sz="2000">
                <a:ea typeface="+mn-lt"/>
                <a:cs typeface="+mn-lt"/>
              </a:rPr>
              <a:t>Marchewka, J. T. 2015. </a:t>
            </a:r>
            <a:r>
              <a:rPr lang="en-ID" sz="2000" i="1">
                <a:ea typeface="+mn-lt"/>
                <a:cs typeface="+mn-lt"/>
              </a:rPr>
              <a:t>Information Technology Project Management: Providing Measurable Organizational Value</a:t>
            </a:r>
            <a:r>
              <a:rPr lang="en-ID" sz="2000">
                <a:ea typeface="+mn-lt"/>
                <a:cs typeface="+mn-lt"/>
              </a:rPr>
              <a:t>. </a:t>
            </a:r>
          </a:p>
          <a:p>
            <a:br>
              <a:rPr lang="en-ID" sz="2000">
                <a:ea typeface="+mn-lt"/>
                <a:cs typeface="+mn-lt"/>
              </a:rPr>
            </a:br>
            <a:r>
              <a:rPr lang="en-ID" sz="2000">
                <a:ea typeface="+mn-lt"/>
                <a:cs typeface="+mn-lt"/>
              </a:rPr>
              <a:t>5th edition. Hoboken, New Jersey: John Wiley &amp; Sons, Inc.</a:t>
            </a:r>
            <a:endParaRPr lang="en-ID" sz="2000">
              <a:ea typeface="Calibri"/>
              <a:cs typeface="Calibri"/>
            </a:endParaRPr>
          </a:p>
          <a:p>
            <a:r>
              <a:rPr lang="en-ID" sz="2000">
                <a:ea typeface="+mn-lt"/>
                <a:cs typeface="+mn-lt"/>
              </a:rPr>
              <a:t>Sommerville, I. 2016. </a:t>
            </a:r>
            <a:r>
              <a:rPr lang="en-ID" sz="2000" i="1">
                <a:ea typeface="+mn-lt"/>
                <a:cs typeface="+mn-lt"/>
              </a:rPr>
              <a:t>Software Engineering</a:t>
            </a:r>
            <a:r>
              <a:rPr lang="en-ID" sz="2000">
                <a:ea typeface="+mn-lt"/>
                <a:cs typeface="+mn-lt"/>
              </a:rPr>
              <a:t>. 10th edition. Harlow, England: Pearson Higher Education.</a:t>
            </a:r>
          </a:p>
          <a:p>
            <a:br>
              <a:rPr lang="en-ID" sz="2000">
                <a:ea typeface="+mn-lt"/>
                <a:cs typeface="+mn-lt"/>
              </a:rPr>
            </a:br>
            <a:r>
              <a:rPr lang="en-ID" sz="2000">
                <a:ea typeface="+mn-lt"/>
                <a:cs typeface="+mn-lt"/>
              </a:rPr>
              <a:t>Project Management Institute. 2021. </a:t>
            </a:r>
            <a:r>
              <a:rPr lang="en-ID" sz="2000" i="1">
                <a:ea typeface="+mn-lt"/>
                <a:cs typeface="+mn-lt"/>
              </a:rPr>
              <a:t>A Guide to the Project Management Body of Knowledge (PMBOK® Guide)</a:t>
            </a:r>
            <a:r>
              <a:rPr lang="en-ID" sz="2000">
                <a:ea typeface="+mn-lt"/>
                <a:cs typeface="+mn-lt"/>
              </a:rPr>
              <a:t>. 7th edition. Newtown Square, Pennsylvania: Project Management Institute, Inc.</a:t>
            </a:r>
            <a:endParaRPr lang="en-ID" sz="2000">
              <a:ea typeface="Calibri"/>
              <a:cs typeface="Calibri"/>
            </a:endParaRPr>
          </a:p>
          <a:p>
            <a:endParaRPr lang="en-ID" sz="20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6624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1D3865BF-F166-5D4D-9BA5-7AE47FBDB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741"/>
            <a:ext cx="12192000" cy="631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99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30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Widi</dc:creator>
  <cp:revision>5</cp:revision>
  <dcterms:created xsi:type="dcterms:W3CDTF">2019-08-23T04:41:35Z</dcterms:created>
  <dcterms:modified xsi:type="dcterms:W3CDTF">2025-08-22T05:11:54Z</dcterms:modified>
</cp:coreProperties>
</file>