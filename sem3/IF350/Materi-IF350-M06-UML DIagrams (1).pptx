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3"/>
  </p:normalViewPr>
  <p:slideViewPr>
    <p:cSldViewPr>
      <p:cViewPr varScale="1">
        <p:scale>
          <a:sx n="106" d="100"/>
          <a:sy n="106" d="100"/>
        </p:scale>
        <p:origin x="128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58313" y="800760"/>
            <a:ext cx="2086813" cy="16127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0749" y="1105916"/>
            <a:ext cx="8351901" cy="1376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93862" y="3092703"/>
            <a:ext cx="6833870" cy="299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7845" y="2198115"/>
            <a:ext cx="770699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b="0" spc="10" dirty="0">
                <a:solidFill>
                  <a:schemeClr val="tx1"/>
                </a:solidFill>
                <a:latin typeface="Arial"/>
                <a:cs typeface="Arial"/>
              </a:rPr>
              <a:t>Rekayasa </a:t>
            </a:r>
            <a:r>
              <a:rPr sz="5700" b="0" spc="5" dirty="0">
                <a:solidFill>
                  <a:schemeClr val="tx1"/>
                </a:solidFill>
                <a:latin typeface="Arial"/>
                <a:cs typeface="Arial"/>
              </a:rPr>
              <a:t>Piranti</a:t>
            </a:r>
            <a:r>
              <a:rPr sz="5700" b="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5700" b="0" spc="10" dirty="0">
                <a:solidFill>
                  <a:schemeClr val="tx1"/>
                </a:solidFill>
                <a:latin typeface="Arial"/>
                <a:cs typeface="Arial"/>
              </a:rPr>
              <a:t>Lunak</a:t>
            </a:r>
            <a:endParaRPr sz="5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0400" y="3528567"/>
            <a:ext cx="2881630" cy="1467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latin typeface="Arial"/>
                <a:cs typeface="Arial"/>
              </a:rPr>
              <a:t>#10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3400" spc="-5" dirty="0">
                <a:latin typeface="Arial"/>
                <a:cs typeface="Arial"/>
              </a:rPr>
              <a:t>UML</a:t>
            </a:r>
            <a:r>
              <a:rPr sz="3400" spc="-200" dirty="0">
                <a:latin typeface="Arial"/>
                <a:cs typeface="Arial"/>
              </a:rPr>
              <a:t> </a:t>
            </a:r>
            <a:r>
              <a:rPr sz="3400" spc="-10" dirty="0">
                <a:latin typeface="Arial"/>
                <a:cs typeface="Arial"/>
              </a:rPr>
              <a:t>Diagrams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9739" y="1157733"/>
            <a:ext cx="173037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</a:t>
            </a:r>
            <a:r>
              <a:rPr spc="-25" dirty="0"/>
              <a:t>od</a:t>
            </a:r>
            <a:r>
              <a:rPr spc="-15" dirty="0"/>
              <a:t>a</a:t>
            </a:r>
            <a:r>
              <a:rPr dirty="0"/>
              <a:t>y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2083942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34449" y="2739135"/>
            <a:ext cx="4264660" cy="343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4200" b="1" spc="20" dirty="0">
                <a:latin typeface="Arial"/>
                <a:cs typeface="Arial"/>
              </a:rPr>
              <a:t>UML</a:t>
            </a:r>
            <a:endParaRPr sz="4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3000" spc="-15" dirty="0">
                <a:latin typeface="Arial"/>
                <a:cs typeface="Arial"/>
              </a:rPr>
              <a:t>Use Case Diagram </a:t>
            </a:r>
            <a:r>
              <a:rPr sz="2100" dirty="0">
                <a:latin typeface="Arial"/>
                <a:cs typeface="Arial"/>
              </a:rPr>
              <a:t>-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review</a:t>
            </a:r>
            <a:endParaRPr sz="2100">
              <a:latin typeface="Arial"/>
              <a:cs typeface="Arial"/>
            </a:endParaRPr>
          </a:p>
          <a:p>
            <a:pPr marL="12700" marR="469900">
              <a:lnSpc>
                <a:spcPct val="146700"/>
              </a:lnSpc>
              <a:spcBef>
                <a:spcPts val="20"/>
              </a:spcBef>
            </a:pPr>
            <a:r>
              <a:rPr sz="3000" spc="-15" dirty="0">
                <a:latin typeface="Arial"/>
                <a:cs typeface="Arial"/>
              </a:rPr>
              <a:t>Class Diagram  Activity Diagram </a:t>
            </a:r>
            <a:r>
              <a:rPr sz="2100" dirty="0">
                <a:latin typeface="Arial"/>
                <a:cs typeface="Arial"/>
              </a:rPr>
              <a:t>-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review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15" dirty="0">
                <a:latin typeface="Arial"/>
                <a:cs typeface="Arial"/>
              </a:rPr>
              <a:t>Sequence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Diagram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1552" y="157993"/>
            <a:ext cx="8083296" cy="7190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8088" y="215905"/>
            <a:ext cx="9123680" cy="7153909"/>
            <a:chOff x="958088" y="215905"/>
            <a:chExt cx="9123680" cy="7153909"/>
          </a:xfrm>
        </p:grpSpPr>
        <p:sp>
          <p:nvSpPr>
            <p:cNvPr id="3" name="object 3"/>
            <p:cNvSpPr/>
            <p:nvPr/>
          </p:nvSpPr>
          <p:spPr>
            <a:xfrm>
              <a:off x="958088" y="215905"/>
              <a:ext cx="8772143" cy="71536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80503" y="677087"/>
              <a:ext cx="2971165" cy="746760"/>
            </a:xfrm>
            <a:custGeom>
              <a:avLst/>
              <a:gdLst/>
              <a:ahLst/>
              <a:cxnLst/>
              <a:rect l="l" t="t" r="r" b="b"/>
              <a:pathLst>
                <a:path w="2971165" h="746760">
                  <a:moveTo>
                    <a:pt x="2846146" y="0"/>
                  </a:moveTo>
                  <a:lnTo>
                    <a:pt x="124396" y="0"/>
                  </a:lnTo>
                  <a:lnTo>
                    <a:pt x="75973" y="9776"/>
                  </a:lnTo>
                  <a:lnTo>
                    <a:pt x="36433" y="36437"/>
                  </a:lnTo>
                  <a:lnTo>
                    <a:pt x="9775" y="75979"/>
                  </a:lnTo>
                  <a:lnTo>
                    <a:pt x="0" y="124396"/>
                  </a:lnTo>
                  <a:lnTo>
                    <a:pt x="0" y="621969"/>
                  </a:lnTo>
                  <a:lnTo>
                    <a:pt x="9775" y="670392"/>
                  </a:lnTo>
                  <a:lnTo>
                    <a:pt x="36433" y="709933"/>
                  </a:lnTo>
                  <a:lnTo>
                    <a:pt x="75973" y="736591"/>
                  </a:lnTo>
                  <a:lnTo>
                    <a:pt x="124396" y="746366"/>
                  </a:lnTo>
                  <a:lnTo>
                    <a:pt x="2846146" y="746366"/>
                  </a:lnTo>
                  <a:lnTo>
                    <a:pt x="2894570" y="736591"/>
                  </a:lnTo>
                  <a:lnTo>
                    <a:pt x="2934115" y="709933"/>
                  </a:lnTo>
                  <a:lnTo>
                    <a:pt x="2960778" y="670392"/>
                  </a:lnTo>
                  <a:lnTo>
                    <a:pt x="2970555" y="621969"/>
                  </a:lnTo>
                  <a:lnTo>
                    <a:pt x="2970555" y="124396"/>
                  </a:lnTo>
                  <a:lnTo>
                    <a:pt x="2960778" y="75979"/>
                  </a:lnTo>
                  <a:lnTo>
                    <a:pt x="2934115" y="36437"/>
                  </a:lnTo>
                  <a:lnTo>
                    <a:pt x="2894570" y="9776"/>
                  </a:lnTo>
                  <a:lnTo>
                    <a:pt x="2846146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80503" y="677087"/>
              <a:ext cx="2971165" cy="746760"/>
            </a:xfrm>
            <a:custGeom>
              <a:avLst/>
              <a:gdLst/>
              <a:ahLst/>
              <a:cxnLst/>
              <a:rect l="l" t="t" r="r" b="b"/>
              <a:pathLst>
                <a:path w="2971165" h="746760">
                  <a:moveTo>
                    <a:pt x="0" y="124397"/>
                  </a:moveTo>
                  <a:lnTo>
                    <a:pt x="9775" y="75976"/>
                  </a:lnTo>
                  <a:lnTo>
                    <a:pt x="36434" y="36435"/>
                  </a:lnTo>
                  <a:lnTo>
                    <a:pt x="75975" y="9775"/>
                  </a:lnTo>
                  <a:lnTo>
                    <a:pt x="124396" y="0"/>
                  </a:lnTo>
                  <a:lnTo>
                    <a:pt x="2846156" y="0"/>
                  </a:lnTo>
                  <a:lnTo>
                    <a:pt x="2894573" y="9775"/>
                  </a:lnTo>
                  <a:lnTo>
                    <a:pt x="2934114" y="36435"/>
                  </a:lnTo>
                  <a:lnTo>
                    <a:pt x="2960774" y="75976"/>
                  </a:lnTo>
                  <a:lnTo>
                    <a:pt x="2970550" y="124397"/>
                  </a:lnTo>
                  <a:lnTo>
                    <a:pt x="2970550" y="621972"/>
                  </a:lnTo>
                  <a:lnTo>
                    <a:pt x="2960774" y="670393"/>
                  </a:lnTo>
                  <a:lnTo>
                    <a:pt x="2934114" y="709934"/>
                  </a:lnTo>
                  <a:lnTo>
                    <a:pt x="2894573" y="736594"/>
                  </a:lnTo>
                  <a:lnTo>
                    <a:pt x="2846156" y="746370"/>
                  </a:lnTo>
                  <a:lnTo>
                    <a:pt x="124396" y="746370"/>
                  </a:lnTo>
                  <a:lnTo>
                    <a:pt x="75975" y="736594"/>
                  </a:lnTo>
                  <a:lnTo>
                    <a:pt x="36434" y="709934"/>
                  </a:lnTo>
                  <a:lnTo>
                    <a:pt x="9775" y="670393"/>
                  </a:lnTo>
                  <a:lnTo>
                    <a:pt x="0" y="621972"/>
                  </a:lnTo>
                  <a:lnTo>
                    <a:pt x="0" y="124397"/>
                  </a:lnTo>
                  <a:close/>
                </a:path>
              </a:pathLst>
            </a:custGeom>
            <a:ln w="6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88466" y="879352"/>
            <a:ext cx="21532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sz="19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Shipment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7336" y="182377"/>
            <a:ext cx="9044305" cy="7181215"/>
            <a:chOff x="1037336" y="182377"/>
            <a:chExt cx="9044305" cy="7181215"/>
          </a:xfrm>
        </p:grpSpPr>
        <p:sp>
          <p:nvSpPr>
            <p:cNvPr id="3" name="object 3"/>
            <p:cNvSpPr/>
            <p:nvPr/>
          </p:nvSpPr>
          <p:spPr>
            <a:xfrm>
              <a:off x="1037336" y="182377"/>
              <a:ext cx="8610600" cy="71810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80503" y="3617785"/>
              <a:ext cx="2971165" cy="746760"/>
            </a:xfrm>
            <a:custGeom>
              <a:avLst/>
              <a:gdLst/>
              <a:ahLst/>
              <a:cxnLst/>
              <a:rect l="l" t="t" r="r" b="b"/>
              <a:pathLst>
                <a:path w="2971165" h="746760">
                  <a:moveTo>
                    <a:pt x="2846146" y="0"/>
                  </a:moveTo>
                  <a:lnTo>
                    <a:pt x="124396" y="0"/>
                  </a:lnTo>
                  <a:lnTo>
                    <a:pt x="75973" y="9775"/>
                  </a:lnTo>
                  <a:lnTo>
                    <a:pt x="36433" y="36433"/>
                  </a:lnTo>
                  <a:lnTo>
                    <a:pt x="9775" y="75973"/>
                  </a:lnTo>
                  <a:lnTo>
                    <a:pt x="0" y="124396"/>
                  </a:lnTo>
                  <a:lnTo>
                    <a:pt x="0" y="621969"/>
                  </a:lnTo>
                  <a:lnTo>
                    <a:pt x="9775" y="670392"/>
                  </a:lnTo>
                  <a:lnTo>
                    <a:pt x="36433" y="709933"/>
                  </a:lnTo>
                  <a:lnTo>
                    <a:pt x="75973" y="736591"/>
                  </a:lnTo>
                  <a:lnTo>
                    <a:pt x="124396" y="746366"/>
                  </a:lnTo>
                  <a:lnTo>
                    <a:pt x="2846146" y="746366"/>
                  </a:lnTo>
                  <a:lnTo>
                    <a:pt x="2894570" y="736591"/>
                  </a:lnTo>
                  <a:lnTo>
                    <a:pt x="2934115" y="709933"/>
                  </a:lnTo>
                  <a:lnTo>
                    <a:pt x="2960778" y="670392"/>
                  </a:lnTo>
                  <a:lnTo>
                    <a:pt x="2970555" y="621969"/>
                  </a:lnTo>
                  <a:lnTo>
                    <a:pt x="2970555" y="124396"/>
                  </a:lnTo>
                  <a:lnTo>
                    <a:pt x="2960778" y="75973"/>
                  </a:lnTo>
                  <a:lnTo>
                    <a:pt x="2934115" y="36433"/>
                  </a:lnTo>
                  <a:lnTo>
                    <a:pt x="2894570" y="9775"/>
                  </a:lnTo>
                  <a:lnTo>
                    <a:pt x="2846146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80503" y="3617785"/>
              <a:ext cx="2971165" cy="746760"/>
            </a:xfrm>
            <a:custGeom>
              <a:avLst/>
              <a:gdLst/>
              <a:ahLst/>
              <a:cxnLst/>
              <a:rect l="l" t="t" r="r" b="b"/>
              <a:pathLst>
                <a:path w="2971165" h="746760">
                  <a:moveTo>
                    <a:pt x="0" y="124397"/>
                  </a:moveTo>
                  <a:lnTo>
                    <a:pt x="9775" y="75976"/>
                  </a:lnTo>
                  <a:lnTo>
                    <a:pt x="36434" y="36435"/>
                  </a:lnTo>
                  <a:lnTo>
                    <a:pt x="75975" y="9775"/>
                  </a:lnTo>
                  <a:lnTo>
                    <a:pt x="124396" y="0"/>
                  </a:lnTo>
                  <a:lnTo>
                    <a:pt x="2846156" y="0"/>
                  </a:lnTo>
                  <a:lnTo>
                    <a:pt x="2894573" y="9775"/>
                  </a:lnTo>
                  <a:lnTo>
                    <a:pt x="2934114" y="36435"/>
                  </a:lnTo>
                  <a:lnTo>
                    <a:pt x="2960774" y="75976"/>
                  </a:lnTo>
                  <a:lnTo>
                    <a:pt x="2970550" y="124397"/>
                  </a:lnTo>
                  <a:lnTo>
                    <a:pt x="2970550" y="621972"/>
                  </a:lnTo>
                  <a:lnTo>
                    <a:pt x="2960774" y="670393"/>
                  </a:lnTo>
                  <a:lnTo>
                    <a:pt x="2934114" y="709934"/>
                  </a:lnTo>
                  <a:lnTo>
                    <a:pt x="2894573" y="736594"/>
                  </a:lnTo>
                  <a:lnTo>
                    <a:pt x="2846156" y="746370"/>
                  </a:lnTo>
                  <a:lnTo>
                    <a:pt x="124396" y="746370"/>
                  </a:lnTo>
                  <a:lnTo>
                    <a:pt x="75975" y="736594"/>
                  </a:lnTo>
                  <a:lnTo>
                    <a:pt x="36434" y="709934"/>
                  </a:lnTo>
                  <a:lnTo>
                    <a:pt x="9775" y="670393"/>
                  </a:lnTo>
                  <a:lnTo>
                    <a:pt x="0" y="621972"/>
                  </a:lnTo>
                  <a:lnTo>
                    <a:pt x="0" y="124397"/>
                  </a:lnTo>
                  <a:close/>
                </a:path>
              </a:pathLst>
            </a:custGeom>
            <a:ln w="6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784934" y="3820667"/>
            <a:ext cx="15608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Check</a:t>
            </a:r>
            <a:r>
              <a:rPr sz="19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Status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7295" y="139705"/>
            <a:ext cx="9398635" cy="7254240"/>
            <a:chOff x="717295" y="139705"/>
            <a:chExt cx="9398635" cy="7254240"/>
          </a:xfrm>
        </p:grpSpPr>
        <p:sp>
          <p:nvSpPr>
            <p:cNvPr id="3" name="object 3"/>
            <p:cNvSpPr/>
            <p:nvPr/>
          </p:nvSpPr>
          <p:spPr>
            <a:xfrm>
              <a:off x="717295" y="139705"/>
              <a:ext cx="9235440" cy="72542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49044" y="5274729"/>
              <a:ext cx="1836420" cy="1358900"/>
            </a:xfrm>
            <a:custGeom>
              <a:avLst/>
              <a:gdLst/>
              <a:ahLst/>
              <a:cxnLst/>
              <a:rect l="l" t="t" r="r" b="b"/>
              <a:pathLst>
                <a:path w="1836420" h="1358900">
                  <a:moveTo>
                    <a:pt x="1609661" y="0"/>
                  </a:moveTo>
                  <a:lnTo>
                    <a:pt x="226402" y="0"/>
                  </a:lnTo>
                  <a:lnTo>
                    <a:pt x="180773" y="4599"/>
                  </a:lnTo>
                  <a:lnTo>
                    <a:pt x="138274" y="17791"/>
                  </a:lnTo>
                  <a:lnTo>
                    <a:pt x="99816" y="38664"/>
                  </a:lnTo>
                  <a:lnTo>
                    <a:pt x="66309" y="66309"/>
                  </a:lnTo>
                  <a:lnTo>
                    <a:pt x="38664" y="99816"/>
                  </a:lnTo>
                  <a:lnTo>
                    <a:pt x="17791" y="138274"/>
                  </a:lnTo>
                  <a:lnTo>
                    <a:pt x="4599" y="180773"/>
                  </a:lnTo>
                  <a:lnTo>
                    <a:pt x="0" y="226402"/>
                  </a:lnTo>
                  <a:lnTo>
                    <a:pt x="0" y="1131985"/>
                  </a:lnTo>
                  <a:lnTo>
                    <a:pt x="4599" y="1177613"/>
                  </a:lnTo>
                  <a:lnTo>
                    <a:pt x="17791" y="1220111"/>
                  </a:lnTo>
                  <a:lnTo>
                    <a:pt x="38664" y="1258569"/>
                  </a:lnTo>
                  <a:lnTo>
                    <a:pt x="66309" y="1292076"/>
                  </a:lnTo>
                  <a:lnTo>
                    <a:pt x="99816" y="1319722"/>
                  </a:lnTo>
                  <a:lnTo>
                    <a:pt x="138274" y="1340596"/>
                  </a:lnTo>
                  <a:lnTo>
                    <a:pt x="180773" y="1353788"/>
                  </a:lnTo>
                  <a:lnTo>
                    <a:pt x="226402" y="1358388"/>
                  </a:lnTo>
                  <a:lnTo>
                    <a:pt x="1609661" y="1358388"/>
                  </a:lnTo>
                  <a:lnTo>
                    <a:pt x="1655291" y="1353788"/>
                  </a:lnTo>
                  <a:lnTo>
                    <a:pt x="1697789" y="1340596"/>
                  </a:lnTo>
                  <a:lnTo>
                    <a:pt x="1736247" y="1319722"/>
                  </a:lnTo>
                  <a:lnTo>
                    <a:pt x="1769754" y="1292076"/>
                  </a:lnTo>
                  <a:lnTo>
                    <a:pt x="1797399" y="1258569"/>
                  </a:lnTo>
                  <a:lnTo>
                    <a:pt x="1818273" y="1220111"/>
                  </a:lnTo>
                  <a:lnTo>
                    <a:pt x="1831464" y="1177613"/>
                  </a:lnTo>
                  <a:lnTo>
                    <a:pt x="1836064" y="1131985"/>
                  </a:lnTo>
                  <a:lnTo>
                    <a:pt x="1836064" y="226402"/>
                  </a:lnTo>
                  <a:lnTo>
                    <a:pt x="1831464" y="180773"/>
                  </a:lnTo>
                  <a:lnTo>
                    <a:pt x="1818273" y="138274"/>
                  </a:lnTo>
                  <a:lnTo>
                    <a:pt x="1797399" y="99816"/>
                  </a:lnTo>
                  <a:lnTo>
                    <a:pt x="1769754" y="66309"/>
                  </a:lnTo>
                  <a:lnTo>
                    <a:pt x="1736247" y="38664"/>
                  </a:lnTo>
                  <a:lnTo>
                    <a:pt x="1697789" y="17791"/>
                  </a:lnTo>
                  <a:lnTo>
                    <a:pt x="1655291" y="4599"/>
                  </a:lnTo>
                  <a:lnTo>
                    <a:pt x="1609661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49044" y="5274729"/>
              <a:ext cx="1836420" cy="1358900"/>
            </a:xfrm>
            <a:custGeom>
              <a:avLst/>
              <a:gdLst/>
              <a:ahLst/>
              <a:cxnLst/>
              <a:rect l="l" t="t" r="r" b="b"/>
              <a:pathLst>
                <a:path w="1836420" h="1358900">
                  <a:moveTo>
                    <a:pt x="0" y="226401"/>
                  </a:moveTo>
                  <a:lnTo>
                    <a:pt x="4599" y="180774"/>
                  </a:lnTo>
                  <a:lnTo>
                    <a:pt x="17791" y="138276"/>
                  </a:lnTo>
                  <a:lnTo>
                    <a:pt x="38665" y="99818"/>
                  </a:lnTo>
                  <a:lnTo>
                    <a:pt x="66311" y="66311"/>
                  </a:lnTo>
                  <a:lnTo>
                    <a:pt x="99818" y="38665"/>
                  </a:lnTo>
                  <a:lnTo>
                    <a:pt x="138276" y="17791"/>
                  </a:lnTo>
                  <a:lnTo>
                    <a:pt x="180774" y="4599"/>
                  </a:lnTo>
                  <a:lnTo>
                    <a:pt x="226401" y="0"/>
                  </a:lnTo>
                  <a:lnTo>
                    <a:pt x="1609663" y="0"/>
                  </a:lnTo>
                  <a:lnTo>
                    <a:pt x="1655293" y="4599"/>
                  </a:lnTo>
                  <a:lnTo>
                    <a:pt x="1697792" y="17791"/>
                  </a:lnTo>
                  <a:lnTo>
                    <a:pt x="1736251" y="38665"/>
                  </a:lnTo>
                  <a:lnTo>
                    <a:pt x="1769759" y="66311"/>
                  </a:lnTo>
                  <a:lnTo>
                    <a:pt x="1797405" y="99818"/>
                  </a:lnTo>
                  <a:lnTo>
                    <a:pt x="1818280" y="138276"/>
                  </a:lnTo>
                  <a:lnTo>
                    <a:pt x="1831473" y="180774"/>
                  </a:lnTo>
                  <a:lnTo>
                    <a:pt x="1836073" y="226401"/>
                  </a:lnTo>
                  <a:lnTo>
                    <a:pt x="1836073" y="1131993"/>
                  </a:lnTo>
                  <a:lnTo>
                    <a:pt x="1831473" y="1177619"/>
                  </a:lnTo>
                  <a:lnTo>
                    <a:pt x="1818280" y="1220116"/>
                  </a:lnTo>
                  <a:lnTo>
                    <a:pt x="1797405" y="1258573"/>
                  </a:lnTo>
                  <a:lnTo>
                    <a:pt x="1769759" y="1292079"/>
                  </a:lnTo>
                  <a:lnTo>
                    <a:pt x="1736251" y="1319725"/>
                  </a:lnTo>
                  <a:lnTo>
                    <a:pt x="1697792" y="1340600"/>
                  </a:lnTo>
                  <a:lnTo>
                    <a:pt x="1655293" y="1353792"/>
                  </a:lnTo>
                  <a:lnTo>
                    <a:pt x="1609663" y="1358392"/>
                  </a:lnTo>
                  <a:lnTo>
                    <a:pt x="226401" y="1358392"/>
                  </a:lnTo>
                  <a:lnTo>
                    <a:pt x="180774" y="1353792"/>
                  </a:lnTo>
                  <a:lnTo>
                    <a:pt x="138276" y="1340600"/>
                  </a:lnTo>
                  <a:lnTo>
                    <a:pt x="99818" y="1319725"/>
                  </a:lnTo>
                  <a:lnTo>
                    <a:pt x="66311" y="1292079"/>
                  </a:lnTo>
                  <a:lnTo>
                    <a:pt x="38665" y="1258573"/>
                  </a:lnTo>
                  <a:lnTo>
                    <a:pt x="17791" y="1220116"/>
                  </a:lnTo>
                  <a:lnTo>
                    <a:pt x="4599" y="1177619"/>
                  </a:lnTo>
                  <a:lnTo>
                    <a:pt x="0" y="1131993"/>
                  </a:lnTo>
                  <a:lnTo>
                    <a:pt x="0" y="226401"/>
                  </a:lnTo>
                  <a:close/>
                </a:path>
              </a:pathLst>
            </a:custGeom>
            <a:ln w="6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13191" y="5637276"/>
            <a:ext cx="1506855" cy="59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245"/>
              </a:lnSpc>
              <a:spcBef>
                <a:spcPts val="100"/>
              </a:spcBef>
            </a:pP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endParaRPr sz="1900">
              <a:latin typeface="Arial"/>
              <a:cs typeface="Arial"/>
            </a:endParaRPr>
          </a:p>
          <a:p>
            <a:pPr algn="ctr">
              <a:lnSpc>
                <a:spcPts val="2245"/>
              </a:lnSpc>
            </a:pP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9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Shipment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1848" y="447548"/>
            <a:ext cx="9537191" cy="5696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29527" y="6319174"/>
            <a:ext cx="4009390" cy="807085"/>
            <a:chOff x="3329527" y="6319174"/>
            <a:chExt cx="4009390" cy="807085"/>
          </a:xfrm>
        </p:grpSpPr>
        <p:sp>
          <p:nvSpPr>
            <p:cNvPr id="4" name="object 4"/>
            <p:cNvSpPr/>
            <p:nvPr/>
          </p:nvSpPr>
          <p:spPr>
            <a:xfrm>
              <a:off x="3359848" y="6349496"/>
              <a:ext cx="3948429" cy="746760"/>
            </a:xfrm>
            <a:custGeom>
              <a:avLst/>
              <a:gdLst/>
              <a:ahLst/>
              <a:cxnLst/>
              <a:rect l="l" t="t" r="r" b="b"/>
              <a:pathLst>
                <a:path w="3948429" h="746759">
                  <a:moveTo>
                    <a:pt x="3823893" y="0"/>
                  </a:moveTo>
                  <a:lnTo>
                    <a:pt x="124409" y="0"/>
                  </a:lnTo>
                  <a:lnTo>
                    <a:pt x="75984" y="9775"/>
                  </a:lnTo>
                  <a:lnTo>
                    <a:pt x="36439" y="36435"/>
                  </a:lnTo>
                  <a:lnTo>
                    <a:pt x="9777" y="75977"/>
                  </a:lnTo>
                  <a:lnTo>
                    <a:pt x="0" y="124399"/>
                  </a:lnTo>
                  <a:lnTo>
                    <a:pt x="0" y="621971"/>
                  </a:lnTo>
                  <a:lnTo>
                    <a:pt x="9777" y="670392"/>
                  </a:lnTo>
                  <a:lnTo>
                    <a:pt x="36439" y="709934"/>
                  </a:lnTo>
                  <a:lnTo>
                    <a:pt x="75984" y="736594"/>
                  </a:lnTo>
                  <a:lnTo>
                    <a:pt x="124409" y="746370"/>
                  </a:lnTo>
                  <a:lnTo>
                    <a:pt x="3823893" y="746370"/>
                  </a:lnTo>
                  <a:lnTo>
                    <a:pt x="3872318" y="736594"/>
                  </a:lnTo>
                  <a:lnTo>
                    <a:pt x="3911863" y="709934"/>
                  </a:lnTo>
                  <a:lnTo>
                    <a:pt x="3938525" y="670392"/>
                  </a:lnTo>
                  <a:lnTo>
                    <a:pt x="3948303" y="621971"/>
                  </a:lnTo>
                  <a:lnTo>
                    <a:pt x="3948303" y="124399"/>
                  </a:lnTo>
                  <a:lnTo>
                    <a:pt x="3938525" y="75977"/>
                  </a:lnTo>
                  <a:lnTo>
                    <a:pt x="3911863" y="36435"/>
                  </a:lnTo>
                  <a:lnTo>
                    <a:pt x="3872318" y="9775"/>
                  </a:lnTo>
                  <a:lnTo>
                    <a:pt x="3823893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59848" y="6349496"/>
              <a:ext cx="3948429" cy="746760"/>
            </a:xfrm>
            <a:custGeom>
              <a:avLst/>
              <a:gdLst/>
              <a:ahLst/>
              <a:cxnLst/>
              <a:rect l="l" t="t" r="r" b="b"/>
              <a:pathLst>
                <a:path w="3948429" h="746759">
                  <a:moveTo>
                    <a:pt x="0" y="124399"/>
                  </a:moveTo>
                  <a:lnTo>
                    <a:pt x="9775" y="75977"/>
                  </a:lnTo>
                  <a:lnTo>
                    <a:pt x="36435" y="36435"/>
                  </a:lnTo>
                  <a:lnTo>
                    <a:pt x="75977" y="9775"/>
                  </a:lnTo>
                  <a:lnTo>
                    <a:pt x="124399" y="0"/>
                  </a:lnTo>
                  <a:lnTo>
                    <a:pt x="3823896" y="0"/>
                  </a:lnTo>
                  <a:lnTo>
                    <a:pt x="3872318" y="9775"/>
                  </a:lnTo>
                  <a:lnTo>
                    <a:pt x="3911858" y="36435"/>
                  </a:lnTo>
                  <a:lnTo>
                    <a:pt x="3938515" y="75977"/>
                  </a:lnTo>
                  <a:lnTo>
                    <a:pt x="3948290" y="124399"/>
                  </a:lnTo>
                  <a:lnTo>
                    <a:pt x="3948290" y="621970"/>
                  </a:lnTo>
                  <a:lnTo>
                    <a:pt x="3938515" y="670392"/>
                  </a:lnTo>
                  <a:lnTo>
                    <a:pt x="3911858" y="709934"/>
                  </a:lnTo>
                  <a:lnTo>
                    <a:pt x="3872318" y="736594"/>
                  </a:lnTo>
                  <a:lnTo>
                    <a:pt x="3823896" y="746370"/>
                  </a:lnTo>
                  <a:lnTo>
                    <a:pt x="124399" y="746370"/>
                  </a:lnTo>
                  <a:lnTo>
                    <a:pt x="75977" y="736594"/>
                  </a:lnTo>
                  <a:lnTo>
                    <a:pt x="36435" y="709934"/>
                  </a:lnTo>
                  <a:lnTo>
                    <a:pt x="9775" y="670392"/>
                  </a:lnTo>
                  <a:lnTo>
                    <a:pt x="0" y="621970"/>
                  </a:lnTo>
                  <a:lnTo>
                    <a:pt x="0" y="124399"/>
                  </a:lnTo>
                  <a:close/>
                </a:path>
              </a:pathLst>
            </a:custGeom>
            <a:ln w="6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19778" y="6551676"/>
            <a:ext cx="2827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Update Shipment</a:t>
            </a:r>
            <a:r>
              <a:rPr sz="19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Status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5026" y="634796"/>
            <a:ext cx="2359025" cy="838835"/>
          </a:xfrm>
          <a:custGeom>
            <a:avLst/>
            <a:gdLst/>
            <a:ahLst/>
            <a:cxnLst/>
            <a:rect l="l" t="t" r="r" b="b"/>
            <a:pathLst>
              <a:path w="2359025" h="838835">
                <a:moveTo>
                  <a:pt x="0" y="139739"/>
                </a:moveTo>
                <a:lnTo>
                  <a:pt x="7124" y="95571"/>
                </a:lnTo>
                <a:lnTo>
                  <a:pt x="26961" y="57211"/>
                </a:lnTo>
                <a:lnTo>
                  <a:pt x="57211" y="26961"/>
                </a:lnTo>
                <a:lnTo>
                  <a:pt x="95571" y="7124"/>
                </a:lnTo>
                <a:lnTo>
                  <a:pt x="139739" y="0"/>
                </a:lnTo>
                <a:lnTo>
                  <a:pt x="2218784" y="0"/>
                </a:lnTo>
                <a:lnTo>
                  <a:pt x="2262957" y="7124"/>
                </a:lnTo>
                <a:lnTo>
                  <a:pt x="2301319" y="26961"/>
                </a:lnTo>
                <a:lnTo>
                  <a:pt x="2331570" y="57211"/>
                </a:lnTo>
                <a:lnTo>
                  <a:pt x="2351408" y="95571"/>
                </a:lnTo>
                <a:lnTo>
                  <a:pt x="2358532" y="139739"/>
                </a:lnTo>
                <a:lnTo>
                  <a:pt x="2358532" y="698682"/>
                </a:lnTo>
                <a:lnTo>
                  <a:pt x="2351408" y="742851"/>
                </a:lnTo>
                <a:lnTo>
                  <a:pt x="2331570" y="781210"/>
                </a:lnTo>
                <a:lnTo>
                  <a:pt x="2301319" y="811460"/>
                </a:lnTo>
                <a:lnTo>
                  <a:pt x="2262957" y="831298"/>
                </a:lnTo>
                <a:lnTo>
                  <a:pt x="2218784" y="838422"/>
                </a:lnTo>
                <a:lnTo>
                  <a:pt x="139739" y="838422"/>
                </a:lnTo>
                <a:lnTo>
                  <a:pt x="95571" y="831298"/>
                </a:lnTo>
                <a:lnTo>
                  <a:pt x="57211" y="811460"/>
                </a:lnTo>
                <a:lnTo>
                  <a:pt x="26961" y="781210"/>
                </a:lnTo>
                <a:lnTo>
                  <a:pt x="7124" y="742851"/>
                </a:lnTo>
                <a:lnTo>
                  <a:pt x="0" y="698682"/>
                </a:lnTo>
                <a:lnTo>
                  <a:pt x="0" y="139739"/>
                </a:lnTo>
                <a:close/>
              </a:path>
            </a:pathLst>
          </a:custGeom>
          <a:ln w="26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50727" y="629416"/>
            <a:ext cx="1443990" cy="8001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11125" marR="5080" indent="-99060">
              <a:lnSpc>
                <a:spcPct val="103200"/>
              </a:lnSpc>
              <a:spcBef>
                <a:spcPts val="5"/>
              </a:spcBef>
            </a:pPr>
            <a:r>
              <a:rPr sz="2500" b="0" spc="15" dirty="0">
                <a:solidFill>
                  <a:srgbClr val="000000"/>
                </a:solidFill>
                <a:latin typeface="Arial"/>
                <a:cs typeface="Arial"/>
              </a:rPr>
              <a:t>Use</a:t>
            </a:r>
            <a:r>
              <a:rPr sz="25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500" b="0" spc="20" dirty="0">
                <a:solidFill>
                  <a:srgbClr val="000000"/>
                </a:solidFill>
                <a:latin typeface="Arial"/>
                <a:cs typeface="Arial"/>
              </a:rPr>
              <a:t>Case  Diagram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81373" y="2454719"/>
            <a:ext cx="5595620" cy="866140"/>
            <a:chOff x="4081373" y="2454719"/>
            <a:chExt cx="5595620" cy="866140"/>
          </a:xfrm>
        </p:grpSpPr>
        <p:sp>
          <p:nvSpPr>
            <p:cNvPr id="5" name="object 5"/>
            <p:cNvSpPr/>
            <p:nvPr/>
          </p:nvSpPr>
          <p:spPr>
            <a:xfrm>
              <a:off x="4095026" y="2468372"/>
              <a:ext cx="2359025" cy="838835"/>
            </a:xfrm>
            <a:custGeom>
              <a:avLst/>
              <a:gdLst/>
              <a:ahLst/>
              <a:cxnLst/>
              <a:rect l="l" t="t" r="r" b="b"/>
              <a:pathLst>
                <a:path w="2359025" h="838835">
                  <a:moveTo>
                    <a:pt x="0" y="139739"/>
                  </a:moveTo>
                  <a:lnTo>
                    <a:pt x="7124" y="95571"/>
                  </a:lnTo>
                  <a:lnTo>
                    <a:pt x="26961" y="57211"/>
                  </a:lnTo>
                  <a:lnTo>
                    <a:pt x="57211" y="26961"/>
                  </a:lnTo>
                  <a:lnTo>
                    <a:pt x="95571" y="7124"/>
                  </a:lnTo>
                  <a:lnTo>
                    <a:pt x="139739" y="0"/>
                  </a:lnTo>
                  <a:lnTo>
                    <a:pt x="2218784" y="0"/>
                  </a:lnTo>
                  <a:lnTo>
                    <a:pt x="2262957" y="7124"/>
                  </a:lnTo>
                  <a:lnTo>
                    <a:pt x="2301319" y="26961"/>
                  </a:lnTo>
                  <a:lnTo>
                    <a:pt x="2331570" y="57211"/>
                  </a:lnTo>
                  <a:lnTo>
                    <a:pt x="2351408" y="95571"/>
                  </a:lnTo>
                  <a:lnTo>
                    <a:pt x="2358532" y="139739"/>
                  </a:lnTo>
                  <a:lnTo>
                    <a:pt x="2358532" y="698682"/>
                  </a:lnTo>
                  <a:lnTo>
                    <a:pt x="2351408" y="742851"/>
                  </a:lnTo>
                  <a:lnTo>
                    <a:pt x="2331570" y="781210"/>
                  </a:lnTo>
                  <a:lnTo>
                    <a:pt x="2301319" y="811460"/>
                  </a:lnTo>
                  <a:lnTo>
                    <a:pt x="2262957" y="831298"/>
                  </a:lnTo>
                  <a:lnTo>
                    <a:pt x="2218784" y="838422"/>
                  </a:lnTo>
                  <a:lnTo>
                    <a:pt x="139739" y="838422"/>
                  </a:lnTo>
                  <a:lnTo>
                    <a:pt x="95571" y="831298"/>
                  </a:lnTo>
                  <a:lnTo>
                    <a:pt x="57211" y="811460"/>
                  </a:lnTo>
                  <a:lnTo>
                    <a:pt x="26961" y="781210"/>
                  </a:lnTo>
                  <a:lnTo>
                    <a:pt x="7124" y="742851"/>
                  </a:lnTo>
                  <a:lnTo>
                    <a:pt x="0" y="698682"/>
                  </a:lnTo>
                  <a:lnTo>
                    <a:pt x="0" y="139739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04417" y="2468372"/>
              <a:ext cx="2359025" cy="838835"/>
            </a:xfrm>
            <a:custGeom>
              <a:avLst/>
              <a:gdLst/>
              <a:ahLst/>
              <a:cxnLst/>
              <a:rect l="l" t="t" r="r" b="b"/>
              <a:pathLst>
                <a:path w="2359025" h="838835">
                  <a:moveTo>
                    <a:pt x="0" y="139739"/>
                  </a:moveTo>
                  <a:lnTo>
                    <a:pt x="7124" y="95571"/>
                  </a:lnTo>
                  <a:lnTo>
                    <a:pt x="26961" y="57211"/>
                  </a:lnTo>
                  <a:lnTo>
                    <a:pt x="57211" y="26961"/>
                  </a:lnTo>
                  <a:lnTo>
                    <a:pt x="95571" y="7124"/>
                  </a:lnTo>
                  <a:lnTo>
                    <a:pt x="139739" y="0"/>
                  </a:lnTo>
                  <a:lnTo>
                    <a:pt x="2218784" y="0"/>
                  </a:lnTo>
                  <a:lnTo>
                    <a:pt x="2262957" y="7124"/>
                  </a:lnTo>
                  <a:lnTo>
                    <a:pt x="2301319" y="26961"/>
                  </a:lnTo>
                  <a:lnTo>
                    <a:pt x="2331570" y="57211"/>
                  </a:lnTo>
                  <a:lnTo>
                    <a:pt x="2351408" y="95571"/>
                  </a:lnTo>
                  <a:lnTo>
                    <a:pt x="2358532" y="139739"/>
                  </a:lnTo>
                  <a:lnTo>
                    <a:pt x="2358532" y="698682"/>
                  </a:lnTo>
                  <a:lnTo>
                    <a:pt x="2351408" y="742851"/>
                  </a:lnTo>
                  <a:lnTo>
                    <a:pt x="2331570" y="781210"/>
                  </a:lnTo>
                  <a:lnTo>
                    <a:pt x="2301319" y="811460"/>
                  </a:lnTo>
                  <a:lnTo>
                    <a:pt x="2262957" y="831298"/>
                  </a:lnTo>
                  <a:lnTo>
                    <a:pt x="2218784" y="838422"/>
                  </a:lnTo>
                  <a:lnTo>
                    <a:pt x="139739" y="838422"/>
                  </a:lnTo>
                  <a:lnTo>
                    <a:pt x="95571" y="831298"/>
                  </a:lnTo>
                  <a:lnTo>
                    <a:pt x="57211" y="811460"/>
                  </a:lnTo>
                  <a:lnTo>
                    <a:pt x="26961" y="781210"/>
                  </a:lnTo>
                  <a:lnTo>
                    <a:pt x="7124" y="742851"/>
                  </a:lnTo>
                  <a:lnTo>
                    <a:pt x="0" y="698682"/>
                  </a:lnTo>
                  <a:lnTo>
                    <a:pt x="0" y="139739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58658" y="2464307"/>
            <a:ext cx="1245235" cy="8001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indent="99695">
              <a:lnSpc>
                <a:spcPct val="103200"/>
              </a:lnSpc>
              <a:spcBef>
                <a:spcPts val="5"/>
              </a:spcBef>
            </a:pPr>
            <a:r>
              <a:rPr sz="2500" spc="10" dirty="0">
                <a:latin typeface="Arial"/>
                <a:cs typeface="Arial"/>
              </a:rPr>
              <a:t>Activity  </a:t>
            </a:r>
            <a:r>
              <a:rPr sz="2500" spc="35" dirty="0">
                <a:latin typeface="Arial"/>
                <a:cs typeface="Arial"/>
              </a:rPr>
              <a:t>D</a:t>
            </a:r>
            <a:r>
              <a:rPr sz="2500" spc="15" dirty="0">
                <a:latin typeface="Arial"/>
                <a:cs typeface="Arial"/>
              </a:rPr>
              <a:t>i</a:t>
            </a:r>
            <a:r>
              <a:rPr sz="2500" spc="25" dirty="0">
                <a:latin typeface="Arial"/>
                <a:cs typeface="Arial"/>
              </a:rPr>
              <a:t>ag</a:t>
            </a:r>
            <a:r>
              <a:rPr sz="2500" spc="15" dirty="0">
                <a:latin typeface="Arial"/>
                <a:cs typeface="Arial"/>
              </a:rPr>
              <a:t>r</a:t>
            </a:r>
            <a:r>
              <a:rPr sz="2500" spc="25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m</a:t>
            </a:r>
            <a:endParaRPr sz="2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95026" y="4177563"/>
            <a:ext cx="2359025" cy="838835"/>
          </a:xfrm>
          <a:custGeom>
            <a:avLst/>
            <a:gdLst/>
            <a:ahLst/>
            <a:cxnLst/>
            <a:rect l="l" t="t" r="r" b="b"/>
            <a:pathLst>
              <a:path w="2359025" h="838835">
                <a:moveTo>
                  <a:pt x="0" y="139739"/>
                </a:moveTo>
                <a:lnTo>
                  <a:pt x="7124" y="95571"/>
                </a:lnTo>
                <a:lnTo>
                  <a:pt x="26961" y="57211"/>
                </a:lnTo>
                <a:lnTo>
                  <a:pt x="57211" y="26961"/>
                </a:lnTo>
                <a:lnTo>
                  <a:pt x="95571" y="7124"/>
                </a:lnTo>
                <a:lnTo>
                  <a:pt x="139739" y="0"/>
                </a:lnTo>
                <a:lnTo>
                  <a:pt x="2218784" y="0"/>
                </a:lnTo>
                <a:lnTo>
                  <a:pt x="2262957" y="7124"/>
                </a:lnTo>
                <a:lnTo>
                  <a:pt x="2301319" y="26961"/>
                </a:lnTo>
                <a:lnTo>
                  <a:pt x="2331570" y="57211"/>
                </a:lnTo>
                <a:lnTo>
                  <a:pt x="2351408" y="95571"/>
                </a:lnTo>
                <a:lnTo>
                  <a:pt x="2358532" y="139739"/>
                </a:lnTo>
                <a:lnTo>
                  <a:pt x="2358532" y="698682"/>
                </a:lnTo>
                <a:lnTo>
                  <a:pt x="2351408" y="742851"/>
                </a:lnTo>
                <a:lnTo>
                  <a:pt x="2331570" y="781210"/>
                </a:lnTo>
                <a:lnTo>
                  <a:pt x="2301319" y="811460"/>
                </a:lnTo>
                <a:lnTo>
                  <a:pt x="2262957" y="831298"/>
                </a:lnTo>
                <a:lnTo>
                  <a:pt x="2218784" y="838422"/>
                </a:lnTo>
                <a:lnTo>
                  <a:pt x="139739" y="838422"/>
                </a:lnTo>
                <a:lnTo>
                  <a:pt x="95571" y="831298"/>
                </a:lnTo>
                <a:lnTo>
                  <a:pt x="57211" y="811460"/>
                </a:lnTo>
                <a:lnTo>
                  <a:pt x="26961" y="781210"/>
                </a:lnTo>
                <a:lnTo>
                  <a:pt x="7124" y="742851"/>
                </a:lnTo>
                <a:lnTo>
                  <a:pt x="0" y="698682"/>
                </a:lnTo>
                <a:lnTo>
                  <a:pt x="0" y="139739"/>
                </a:lnTo>
                <a:close/>
              </a:path>
            </a:pathLst>
          </a:custGeom>
          <a:ln w="26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32198" y="4171186"/>
            <a:ext cx="1481455" cy="8001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9539" marR="5080" indent="-117475">
              <a:lnSpc>
                <a:spcPct val="103200"/>
              </a:lnSpc>
              <a:spcBef>
                <a:spcPts val="5"/>
              </a:spcBef>
            </a:pPr>
            <a:r>
              <a:rPr sz="2500" spc="30" dirty="0">
                <a:latin typeface="Arial"/>
                <a:cs typeface="Arial"/>
              </a:rPr>
              <a:t>Sequen</a:t>
            </a:r>
            <a:r>
              <a:rPr sz="2500" spc="20" dirty="0">
                <a:latin typeface="Arial"/>
                <a:cs typeface="Arial"/>
              </a:rPr>
              <a:t>c</a:t>
            </a:r>
            <a:r>
              <a:rPr sz="2500" dirty="0">
                <a:latin typeface="Arial"/>
                <a:cs typeface="Arial"/>
              </a:rPr>
              <a:t>e  </a:t>
            </a:r>
            <a:r>
              <a:rPr sz="2500" spc="20" dirty="0">
                <a:latin typeface="Arial"/>
                <a:cs typeface="Arial"/>
              </a:rPr>
              <a:t>Diagram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19983" y="4177563"/>
            <a:ext cx="2359025" cy="838835"/>
          </a:xfrm>
          <a:custGeom>
            <a:avLst/>
            <a:gdLst/>
            <a:ahLst/>
            <a:cxnLst/>
            <a:rect l="l" t="t" r="r" b="b"/>
            <a:pathLst>
              <a:path w="2359025" h="838835">
                <a:moveTo>
                  <a:pt x="0" y="139739"/>
                </a:moveTo>
                <a:lnTo>
                  <a:pt x="7124" y="95571"/>
                </a:lnTo>
                <a:lnTo>
                  <a:pt x="26961" y="57211"/>
                </a:lnTo>
                <a:lnTo>
                  <a:pt x="57211" y="26961"/>
                </a:lnTo>
                <a:lnTo>
                  <a:pt x="95571" y="7124"/>
                </a:lnTo>
                <a:lnTo>
                  <a:pt x="139739" y="0"/>
                </a:lnTo>
                <a:lnTo>
                  <a:pt x="2218784" y="0"/>
                </a:lnTo>
                <a:lnTo>
                  <a:pt x="2262957" y="7124"/>
                </a:lnTo>
                <a:lnTo>
                  <a:pt x="2301319" y="26961"/>
                </a:lnTo>
                <a:lnTo>
                  <a:pt x="2331570" y="57211"/>
                </a:lnTo>
                <a:lnTo>
                  <a:pt x="2351408" y="95571"/>
                </a:lnTo>
                <a:lnTo>
                  <a:pt x="2358532" y="139739"/>
                </a:lnTo>
                <a:lnTo>
                  <a:pt x="2358532" y="698682"/>
                </a:lnTo>
                <a:lnTo>
                  <a:pt x="2351408" y="742851"/>
                </a:lnTo>
                <a:lnTo>
                  <a:pt x="2331570" y="781210"/>
                </a:lnTo>
                <a:lnTo>
                  <a:pt x="2301319" y="811460"/>
                </a:lnTo>
                <a:lnTo>
                  <a:pt x="2262957" y="831298"/>
                </a:lnTo>
                <a:lnTo>
                  <a:pt x="2218784" y="838422"/>
                </a:lnTo>
                <a:lnTo>
                  <a:pt x="139739" y="838422"/>
                </a:lnTo>
                <a:lnTo>
                  <a:pt x="95571" y="831298"/>
                </a:lnTo>
                <a:lnTo>
                  <a:pt x="57211" y="811460"/>
                </a:lnTo>
                <a:lnTo>
                  <a:pt x="26961" y="781210"/>
                </a:lnTo>
                <a:lnTo>
                  <a:pt x="7124" y="742851"/>
                </a:lnTo>
                <a:lnTo>
                  <a:pt x="0" y="698682"/>
                </a:lnTo>
                <a:lnTo>
                  <a:pt x="0" y="139739"/>
                </a:lnTo>
                <a:close/>
              </a:path>
            </a:pathLst>
          </a:custGeom>
          <a:ln w="269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74228" y="4171186"/>
            <a:ext cx="1245235" cy="8001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indent="207010">
              <a:lnSpc>
                <a:spcPct val="103200"/>
              </a:lnSpc>
              <a:spcBef>
                <a:spcPts val="5"/>
              </a:spcBef>
            </a:pPr>
            <a:r>
              <a:rPr sz="2500" spc="15" dirty="0">
                <a:latin typeface="Arial"/>
                <a:cs typeface="Arial"/>
              </a:rPr>
              <a:t>Class  </a:t>
            </a:r>
            <a:r>
              <a:rPr sz="2500" spc="35" dirty="0">
                <a:latin typeface="Arial"/>
                <a:cs typeface="Arial"/>
              </a:rPr>
              <a:t>D</a:t>
            </a:r>
            <a:r>
              <a:rPr sz="2500" spc="15" dirty="0">
                <a:latin typeface="Arial"/>
                <a:cs typeface="Arial"/>
              </a:rPr>
              <a:t>i</a:t>
            </a:r>
            <a:r>
              <a:rPr sz="2500" spc="25" dirty="0">
                <a:latin typeface="Arial"/>
                <a:cs typeface="Arial"/>
              </a:rPr>
              <a:t>ag</a:t>
            </a:r>
            <a:r>
              <a:rPr sz="2500" spc="15" dirty="0">
                <a:latin typeface="Arial"/>
                <a:cs typeface="Arial"/>
              </a:rPr>
              <a:t>r</a:t>
            </a:r>
            <a:r>
              <a:rPr sz="2500" spc="25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m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06506" y="1040536"/>
            <a:ext cx="8956040" cy="5409565"/>
            <a:chOff x="1006506" y="1040536"/>
            <a:chExt cx="8956040" cy="5409565"/>
          </a:xfrm>
        </p:grpSpPr>
        <p:sp>
          <p:nvSpPr>
            <p:cNvPr id="13" name="object 13"/>
            <p:cNvSpPr/>
            <p:nvPr/>
          </p:nvSpPr>
          <p:spPr>
            <a:xfrm>
              <a:off x="2131872" y="1040536"/>
              <a:ext cx="6419215" cy="3137535"/>
            </a:xfrm>
            <a:custGeom>
              <a:avLst/>
              <a:gdLst/>
              <a:ahLst/>
              <a:cxnLst/>
              <a:rect l="l" t="t" r="r" b="b"/>
              <a:pathLst>
                <a:path w="6419215" h="3137535">
                  <a:moveTo>
                    <a:pt x="1963153" y="0"/>
                  </a:moveTo>
                  <a:lnTo>
                    <a:pt x="53898" y="0"/>
                  </a:lnTo>
                  <a:lnTo>
                    <a:pt x="53898" y="3002267"/>
                  </a:lnTo>
                  <a:lnTo>
                    <a:pt x="0" y="3002267"/>
                  </a:lnTo>
                  <a:lnTo>
                    <a:pt x="67373" y="3137027"/>
                  </a:lnTo>
                  <a:lnTo>
                    <a:pt x="128016" y="3015742"/>
                  </a:lnTo>
                  <a:lnTo>
                    <a:pt x="134759" y="3002267"/>
                  </a:lnTo>
                  <a:lnTo>
                    <a:pt x="80848" y="3002267"/>
                  </a:lnTo>
                  <a:lnTo>
                    <a:pt x="80848" y="26949"/>
                  </a:lnTo>
                  <a:lnTo>
                    <a:pt x="1963153" y="26949"/>
                  </a:lnTo>
                  <a:lnTo>
                    <a:pt x="1963153" y="13474"/>
                  </a:lnTo>
                  <a:lnTo>
                    <a:pt x="1963153" y="0"/>
                  </a:lnTo>
                  <a:close/>
                </a:path>
                <a:path w="6419215" h="3137535">
                  <a:moveTo>
                    <a:pt x="3209798" y="3002267"/>
                  </a:moveTo>
                  <a:lnTo>
                    <a:pt x="3155886" y="3002267"/>
                  </a:lnTo>
                  <a:lnTo>
                    <a:pt x="3155886" y="2266264"/>
                  </a:lnTo>
                  <a:lnTo>
                    <a:pt x="3128937" y="2266264"/>
                  </a:lnTo>
                  <a:lnTo>
                    <a:pt x="3128937" y="3002267"/>
                  </a:lnTo>
                  <a:lnTo>
                    <a:pt x="3075038" y="3002267"/>
                  </a:lnTo>
                  <a:lnTo>
                    <a:pt x="3142411" y="3137027"/>
                  </a:lnTo>
                  <a:lnTo>
                    <a:pt x="3203054" y="3015742"/>
                  </a:lnTo>
                  <a:lnTo>
                    <a:pt x="3209798" y="3002267"/>
                  </a:lnTo>
                  <a:close/>
                </a:path>
                <a:path w="6419215" h="3137535">
                  <a:moveTo>
                    <a:pt x="3209798" y="1293075"/>
                  </a:moveTo>
                  <a:lnTo>
                    <a:pt x="3155886" y="1293075"/>
                  </a:lnTo>
                  <a:lnTo>
                    <a:pt x="3155899" y="432689"/>
                  </a:lnTo>
                  <a:lnTo>
                    <a:pt x="3128937" y="432689"/>
                  </a:lnTo>
                  <a:lnTo>
                    <a:pt x="3128937" y="1293075"/>
                  </a:lnTo>
                  <a:lnTo>
                    <a:pt x="3075038" y="1293075"/>
                  </a:lnTo>
                  <a:lnTo>
                    <a:pt x="3142411" y="1427835"/>
                  </a:lnTo>
                  <a:lnTo>
                    <a:pt x="3203054" y="1306550"/>
                  </a:lnTo>
                  <a:lnTo>
                    <a:pt x="3209798" y="1293075"/>
                  </a:lnTo>
                  <a:close/>
                </a:path>
                <a:path w="6419215" h="3137535">
                  <a:moveTo>
                    <a:pt x="6419189" y="1293075"/>
                  </a:moveTo>
                  <a:lnTo>
                    <a:pt x="6365278" y="1293075"/>
                  </a:lnTo>
                  <a:lnTo>
                    <a:pt x="6365278" y="26949"/>
                  </a:lnTo>
                  <a:lnTo>
                    <a:pt x="6365278" y="13474"/>
                  </a:lnTo>
                  <a:lnTo>
                    <a:pt x="6365278" y="0"/>
                  </a:lnTo>
                  <a:lnTo>
                    <a:pt x="4321683" y="0"/>
                  </a:lnTo>
                  <a:lnTo>
                    <a:pt x="4321683" y="26949"/>
                  </a:lnTo>
                  <a:lnTo>
                    <a:pt x="6338329" y="26949"/>
                  </a:lnTo>
                  <a:lnTo>
                    <a:pt x="6338329" y="1293075"/>
                  </a:lnTo>
                  <a:lnTo>
                    <a:pt x="6284430" y="1293075"/>
                  </a:lnTo>
                  <a:lnTo>
                    <a:pt x="6351803" y="1427835"/>
                  </a:lnTo>
                  <a:lnTo>
                    <a:pt x="6412446" y="1306550"/>
                  </a:lnTo>
                  <a:lnTo>
                    <a:pt x="6419189" y="12930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04417" y="4177563"/>
              <a:ext cx="2644775" cy="838835"/>
            </a:xfrm>
            <a:custGeom>
              <a:avLst/>
              <a:gdLst/>
              <a:ahLst/>
              <a:cxnLst/>
              <a:rect l="l" t="t" r="r" b="b"/>
              <a:pathLst>
                <a:path w="2644775" h="838835">
                  <a:moveTo>
                    <a:pt x="0" y="139739"/>
                  </a:moveTo>
                  <a:lnTo>
                    <a:pt x="7124" y="95571"/>
                  </a:lnTo>
                  <a:lnTo>
                    <a:pt x="26961" y="57211"/>
                  </a:lnTo>
                  <a:lnTo>
                    <a:pt x="57211" y="26961"/>
                  </a:lnTo>
                  <a:lnTo>
                    <a:pt x="95571" y="7124"/>
                  </a:lnTo>
                  <a:lnTo>
                    <a:pt x="139739" y="0"/>
                  </a:lnTo>
                  <a:lnTo>
                    <a:pt x="2504902" y="0"/>
                  </a:lnTo>
                  <a:lnTo>
                    <a:pt x="2549070" y="7124"/>
                  </a:lnTo>
                  <a:lnTo>
                    <a:pt x="2587429" y="26961"/>
                  </a:lnTo>
                  <a:lnTo>
                    <a:pt x="2617679" y="57211"/>
                  </a:lnTo>
                  <a:lnTo>
                    <a:pt x="2637516" y="95571"/>
                  </a:lnTo>
                  <a:lnTo>
                    <a:pt x="2644640" y="139739"/>
                  </a:lnTo>
                  <a:lnTo>
                    <a:pt x="2644640" y="698681"/>
                  </a:lnTo>
                  <a:lnTo>
                    <a:pt x="2637516" y="742850"/>
                  </a:lnTo>
                  <a:lnTo>
                    <a:pt x="2617679" y="781210"/>
                  </a:lnTo>
                  <a:lnTo>
                    <a:pt x="2587429" y="811460"/>
                  </a:lnTo>
                  <a:lnTo>
                    <a:pt x="2549070" y="831298"/>
                  </a:lnTo>
                  <a:lnTo>
                    <a:pt x="2504902" y="838422"/>
                  </a:lnTo>
                  <a:lnTo>
                    <a:pt x="139739" y="838422"/>
                  </a:lnTo>
                  <a:lnTo>
                    <a:pt x="95571" y="831298"/>
                  </a:lnTo>
                  <a:lnTo>
                    <a:pt x="57211" y="811460"/>
                  </a:lnTo>
                  <a:lnTo>
                    <a:pt x="26961" y="781210"/>
                  </a:lnTo>
                  <a:lnTo>
                    <a:pt x="7124" y="742850"/>
                  </a:lnTo>
                  <a:lnTo>
                    <a:pt x="0" y="698681"/>
                  </a:lnTo>
                  <a:lnTo>
                    <a:pt x="0" y="139739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78517" y="4529391"/>
              <a:ext cx="3926204" cy="135255"/>
            </a:xfrm>
            <a:custGeom>
              <a:avLst/>
              <a:gdLst/>
              <a:ahLst/>
              <a:cxnLst/>
              <a:rect l="l" t="t" r="r" b="b"/>
              <a:pathLst>
                <a:path w="3926204" h="135254">
                  <a:moveTo>
                    <a:pt x="716508" y="53911"/>
                  </a:moveTo>
                  <a:lnTo>
                    <a:pt x="134759" y="53911"/>
                  </a:lnTo>
                  <a:lnTo>
                    <a:pt x="134759" y="0"/>
                  </a:lnTo>
                  <a:lnTo>
                    <a:pt x="0" y="67386"/>
                  </a:lnTo>
                  <a:lnTo>
                    <a:pt x="134759" y="134759"/>
                  </a:lnTo>
                  <a:lnTo>
                    <a:pt x="134759" y="80860"/>
                  </a:lnTo>
                  <a:lnTo>
                    <a:pt x="716508" y="80860"/>
                  </a:lnTo>
                  <a:lnTo>
                    <a:pt x="716508" y="53911"/>
                  </a:lnTo>
                  <a:close/>
                </a:path>
                <a:path w="3926204" h="135254">
                  <a:moveTo>
                    <a:pt x="3925900" y="67386"/>
                  </a:moveTo>
                  <a:lnTo>
                    <a:pt x="3898950" y="53911"/>
                  </a:lnTo>
                  <a:lnTo>
                    <a:pt x="3791140" y="0"/>
                  </a:lnTo>
                  <a:lnTo>
                    <a:pt x="3791140" y="53911"/>
                  </a:lnTo>
                  <a:lnTo>
                    <a:pt x="3209798" y="53911"/>
                  </a:lnTo>
                  <a:lnTo>
                    <a:pt x="3209798" y="0"/>
                  </a:lnTo>
                  <a:lnTo>
                    <a:pt x="3075038" y="67386"/>
                  </a:lnTo>
                  <a:lnTo>
                    <a:pt x="3209798" y="134759"/>
                  </a:lnTo>
                  <a:lnTo>
                    <a:pt x="3209798" y="80860"/>
                  </a:lnTo>
                  <a:lnTo>
                    <a:pt x="3791140" y="80860"/>
                  </a:lnTo>
                  <a:lnTo>
                    <a:pt x="3791140" y="134759"/>
                  </a:lnTo>
                  <a:lnTo>
                    <a:pt x="3898938" y="80860"/>
                  </a:lnTo>
                  <a:lnTo>
                    <a:pt x="3925900" y="673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9982" y="5598147"/>
              <a:ext cx="2359025" cy="838835"/>
            </a:xfrm>
            <a:custGeom>
              <a:avLst/>
              <a:gdLst/>
              <a:ahLst/>
              <a:cxnLst/>
              <a:rect l="l" t="t" r="r" b="b"/>
              <a:pathLst>
                <a:path w="2359025" h="838835">
                  <a:moveTo>
                    <a:pt x="0" y="139739"/>
                  </a:moveTo>
                  <a:lnTo>
                    <a:pt x="7124" y="95571"/>
                  </a:lnTo>
                  <a:lnTo>
                    <a:pt x="26961" y="57211"/>
                  </a:lnTo>
                  <a:lnTo>
                    <a:pt x="57211" y="26961"/>
                  </a:lnTo>
                  <a:lnTo>
                    <a:pt x="95571" y="7124"/>
                  </a:lnTo>
                  <a:lnTo>
                    <a:pt x="139739" y="0"/>
                  </a:lnTo>
                  <a:lnTo>
                    <a:pt x="2218784" y="0"/>
                  </a:lnTo>
                  <a:lnTo>
                    <a:pt x="2262957" y="7124"/>
                  </a:lnTo>
                  <a:lnTo>
                    <a:pt x="2301319" y="26961"/>
                  </a:lnTo>
                  <a:lnTo>
                    <a:pt x="2331570" y="57211"/>
                  </a:lnTo>
                  <a:lnTo>
                    <a:pt x="2351408" y="95571"/>
                  </a:lnTo>
                  <a:lnTo>
                    <a:pt x="2358532" y="139739"/>
                  </a:lnTo>
                  <a:lnTo>
                    <a:pt x="2358532" y="698682"/>
                  </a:lnTo>
                  <a:lnTo>
                    <a:pt x="2351408" y="742851"/>
                  </a:lnTo>
                  <a:lnTo>
                    <a:pt x="2331570" y="781210"/>
                  </a:lnTo>
                  <a:lnTo>
                    <a:pt x="2301319" y="811460"/>
                  </a:lnTo>
                  <a:lnTo>
                    <a:pt x="2262957" y="831298"/>
                  </a:lnTo>
                  <a:lnTo>
                    <a:pt x="2218784" y="838422"/>
                  </a:lnTo>
                  <a:lnTo>
                    <a:pt x="139739" y="838422"/>
                  </a:lnTo>
                  <a:lnTo>
                    <a:pt x="95571" y="831298"/>
                  </a:lnTo>
                  <a:lnTo>
                    <a:pt x="57211" y="811460"/>
                  </a:lnTo>
                  <a:lnTo>
                    <a:pt x="26961" y="781210"/>
                  </a:lnTo>
                  <a:lnTo>
                    <a:pt x="7124" y="742851"/>
                  </a:lnTo>
                  <a:lnTo>
                    <a:pt x="0" y="698682"/>
                  </a:lnTo>
                  <a:lnTo>
                    <a:pt x="0" y="139739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31872" y="5015979"/>
              <a:ext cx="135255" cy="582295"/>
            </a:xfrm>
            <a:custGeom>
              <a:avLst/>
              <a:gdLst/>
              <a:ahLst/>
              <a:cxnLst/>
              <a:rect l="l" t="t" r="r" b="b"/>
              <a:pathLst>
                <a:path w="135255" h="582295">
                  <a:moveTo>
                    <a:pt x="53898" y="447408"/>
                  </a:moveTo>
                  <a:lnTo>
                    <a:pt x="0" y="447408"/>
                  </a:lnTo>
                  <a:lnTo>
                    <a:pt x="67373" y="582168"/>
                  </a:lnTo>
                  <a:lnTo>
                    <a:pt x="128021" y="460883"/>
                  </a:lnTo>
                  <a:lnTo>
                    <a:pt x="53898" y="460883"/>
                  </a:lnTo>
                  <a:lnTo>
                    <a:pt x="53898" y="447408"/>
                  </a:lnTo>
                  <a:close/>
                </a:path>
                <a:path w="135255" h="582295">
                  <a:moveTo>
                    <a:pt x="80848" y="0"/>
                  </a:moveTo>
                  <a:lnTo>
                    <a:pt x="53898" y="0"/>
                  </a:lnTo>
                  <a:lnTo>
                    <a:pt x="53898" y="460883"/>
                  </a:lnTo>
                  <a:lnTo>
                    <a:pt x="80848" y="460883"/>
                  </a:lnTo>
                  <a:lnTo>
                    <a:pt x="80848" y="0"/>
                  </a:lnTo>
                  <a:close/>
                </a:path>
                <a:path w="135255" h="582295">
                  <a:moveTo>
                    <a:pt x="134759" y="447408"/>
                  </a:moveTo>
                  <a:lnTo>
                    <a:pt x="80848" y="447408"/>
                  </a:lnTo>
                  <a:lnTo>
                    <a:pt x="80848" y="460883"/>
                  </a:lnTo>
                  <a:lnTo>
                    <a:pt x="128021" y="460883"/>
                  </a:lnTo>
                  <a:lnTo>
                    <a:pt x="134759" y="4474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564" y="2420620"/>
            <a:ext cx="1358265" cy="1156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700"/>
              </a:lnSpc>
              <a:spcBef>
                <a:spcPts val="120"/>
              </a:spcBef>
            </a:pPr>
            <a:r>
              <a:rPr sz="1500" spc="-80" dirty="0">
                <a:latin typeface="Arial Black"/>
                <a:cs typeface="Arial Black"/>
              </a:rPr>
              <a:t>Use case</a:t>
            </a:r>
            <a:r>
              <a:rPr sz="1500" spc="-135" dirty="0">
                <a:latin typeface="Arial Black"/>
                <a:cs typeface="Arial Black"/>
              </a:rPr>
              <a:t> </a:t>
            </a:r>
            <a:r>
              <a:rPr sz="1500" spc="20" dirty="0">
                <a:latin typeface="Arial Black"/>
                <a:cs typeface="Arial Black"/>
              </a:rPr>
              <a:t>and  </a:t>
            </a:r>
            <a:r>
              <a:rPr sz="1500" spc="-60" dirty="0">
                <a:latin typeface="Arial Black"/>
                <a:cs typeface="Arial Black"/>
              </a:rPr>
              <a:t>sequence  </a:t>
            </a:r>
            <a:r>
              <a:rPr sz="1500" spc="-15" dirty="0">
                <a:latin typeface="Arial Black"/>
                <a:cs typeface="Arial Black"/>
              </a:rPr>
              <a:t>diagram</a:t>
            </a:r>
            <a:r>
              <a:rPr sz="1500" spc="-135" dirty="0">
                <a:latin typeface="Arial Black"/>
                <a:cs typeface="Arial Black"/>
              </a:rPr>
              <a:t> </a:t>
            </a:r>
            <a:r>
              <a:rPr sz="1500" spc="-30" dirty="0">
                <a:latin typeface="Arial Black"/>
                <a:cs typeface="Arial Black"/>
              </a:rPr>
              <a:t>help  </a:t>
            </a:r>
            <a:r>
              <a:rPr sz="1500" spc="-50" dirty="0">
                <a:latin typeface="Arial Black"/>
                <a:cs typeface="Arial Black"/>
              </a:rPr>
              <a:t>determine  </a:t>
            </a:r>
            <a:r>
              <a:rPr sz="1500" spc="-95" dirty="0">
                <a:latin typeface="Arial Black"/>
                <a:cs typeface="Arial Black"/>
              </a:rPr>
              <a:t>classes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9565" y="5591554"/>
            <a:ext cx="3726815" cy="1560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7160" marR="2233295" indent="-125095">
              <a:lnSpc>
                <a:spcPts val="3120"/>
              </a:lnSpc>
              <a:spcBef>
                <a:spcPts val="105"/>
              </a:spcBef>
            </a:pPr>
            <a:r>
              <a:rPr sz="2500" spc="30" dirty="0">
                <a:latin typeface="Arial"/>
                <a:cs typeface="Arial"/>
              </a:rPr>
              <a:t>S</a:t>
            </a:r>
            <a:r>
              <a:rPr sz="2500" spc="5" dirty="0">
                <a:latin typeface="Arial"/>
                <a:cs typeface="Arial"/>
              </a:rPr>
              <a:t>t</a:t>
            </a:r>
            <a:r>
              <a:rPr sz="2500" spc="25" dirty="0">
                <a:latin typeface="Arial"/>
                <a:cs typeface="Arial"/>
              </a:rPr>
              <a:t>a</a:t>
            </a:r>
            <a:r>
              <a:rPr sz="2500" spc="5" dirty="0">
                <a:latin typeface="Arial"/>
                <a:cs typeface="Arial"/>
              </a:rPr>
              <a:t>t</a:t>
            </a:r>
            <a:r>
              <a:rPr sz="2500" spc="25" dirty="0">
                <a:latin typeface="Arial"/>
                <a:cs typeface="Arial"/>
              </a:rPr>
              <a:t>e</a:t>
            </a:r>
            <a:r>
              <a:rPr sz="2500" spc="20" dirty="0">
                <a:latin typeface="Arial"/>
                <a:cs typeface="Arial"/>
              </a:rPr>
              <a:t>c</a:t>
            </a:r>
            <a:r>
              <a:rPr sz="2500" spc="25" dirty="0">
                <a:latin typeface="Arial"/>
                <a:cs typeface="Arial"/>
              </a:rPr>
              <a:t>ha</a:t>
            </a:r>
            <a:r>
              <a:rPr sz="2500" spc="10" dirty="0">
                <a:latin typeface="Arial"/>
                <a:cs typeface="Arial"/>
              </a:rPr>
              <a:t>r</a:t>
            </a:r>
            <a:r>
              <a:rPr sz="2500" dirty="0">
                <a:latin typeface="Arial"/>
                <a:cs typeface="Arial"/>
              </a:rPr>
              <a:t>t  </a:t>
            </a:r>
            <a:r>
              <a:rPr sz="2500" spc="20" dirty="0">
                <a:latin typeface="Arial"/>
                <a:cs typeface="Arial"/>
              </a:rPr>
              <a:t>Diagram</a:t>
            </a:r>
            <a:endParaRPr sz="2500">
              <a:latin typeface="Arial"/>
              <a:cs typeface="Arial"/>
            </a:endParaRPr>
          </a:p>
          <a:p>
            <a:pPr marL="1047750" marR="5080">
              <a:lnSpc>
                <a:spcPct val="97300"/>
              </a:lnSpc>
              <a:spcBef>
                <a:spcPts val="585"/>
              </a:spcBef>
            </a:pPr>
            <a:r>
              <a:rPr sz="1500" spc="-40" dirty="0">
                <a:latin typeface="Arial Black"/>
                <a:cs typeface="Arial Black"/>
              </a:rPr>
              <a:t>Each </a:t>
            </a:r>
            <a:r>
              <a:rPr sz="1500" spc="-85" dirty="0">
                <a:latin typeface="Arial Black"/>
                <a:cs typeface="Arial Black"/>
              </a:rPr>
              <a:t>class </a:t>
            </a:r>
            <a:r>
              <a:rPr sz="1500" spc="-65" dirty="0">
                <a:latin typeface="Arial Black"/>
                <a:cs typeface="Arial Black"/>
              </a:rPr>
              <a:t>may </a:t>
            </a:r>
            <a:r>
              <a:rPr sz="1500" spc="-45" dirty="0">
                <a:latin typeface="Arial Black"/>
                <a:cs typeface="Arial Black"/>
              </a:rPr>
              <a:t>have </a:t>
            </a:r>
            <a:r>
              <a:rPr sz="1500" spc="15" dirty="0">
                <a:latin typeface="Arial Black"/>
                <a:cs typeface="Arial Black"/>
              </a:rPr>
              <a:t>a  </a:t>
            </a:r>
            <a:r>
              <a:rPr sz="1500" spc="-55" dirty="0">
                <a:latin typeface="Arial Black"/>
                <a:cs typeface="Arial Black"/>
              </a:rPr>
              <a:t>statechart </a:t>
            </a:r>
            <a:r>
              <a:rPr sz="1500" spc="-15" dirty="0">
                <a:latin typeface="Arial Black"/>
                <a:cs typeface="Arial Black"/>
              </a:rPr>
              <a:t>diagram </a:t>
            </a:r>
            <a:r>
              <a:rPr sz="1500" spc="-30" dirty="0">
                <a:latin typeface="Arial Black"/>
                <a:cs typeface="Arial Black"/>
              </a:rPr>
              <a:t>to</a:t>
            </a:r>
            <a:r>
              <a:rPr sz="1500" spc="-185" dirty="0">
                <a:latin typeface="Arial Black"/>
                <a:cs typeface="Arial Black"/>
              </a:rPr>
              <a:t> </a:t>
            </a:r>
            <a:r>
              <a:rPr sz="1500" spc="-30" dirty="0">
                <a:latin typeface="Arial Black"/>
                <a:cs typeface="Arial Black"/>
              </a:rPr>
              <a:t>help  </a:t>
            </a:r>
            <a:r>
              <a:rPr sz="1500" spc="-50" dirty="0">
                <a:latin typeface="Arial Black"/>
                <a:cs typeface="Arial Black"/>
              </a:rPr>
              <a:t>determine</a:t>
            </a:r>
            <a:r>
              <a:rPr sz="1500" spc="-80" dirty="0">
                <a:latin typeface="Arial Black"/>
                <a:cs typeface="Arial Black"/>
              </a:rPr>
              <a:t> </a:t>
            </a:r>
            <a:r>
              <a:rPr sz="1500" spc="-30" dirty="0">
                <a:latin typeface="Arial Black"/>
                <a:cs typeface="Arial Black"/>
              </a:rPr>
              <a:t>operations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50140" y="4171186"/>
            <a:ext cx="3710940" cy="18656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964055" marR="5080" indent="-513080">
              <a:lnSpc>
                <a:spcPct val="103200"/>
              </a:lnSpc>
              <a:spcBef>
                <a:spcPts val="5"/>
              </a:spcBef>
            </a:pPr>
            <a:r>
              <a:rPr sz="2500" spc="35" dirty="0">
                <a:latin typeface="Arial"/>
                <a:cs typeface="Arial"/>
              </a:rPr>
              <a:t>C</a:t>
            </a:r>
            <a:r>
              <a:rPr sz="2500" spc="25" dirty="0">
                <a:latin typeface="Arial"/>
                <a:cs typeface="Arial"/>
              </a:rPr>
              <a:t>o</a:t>
            </a:r>
            <a:r>
              <a:rPr sz="2500" spc="35" dirty="0">
                <a:latin typeface="Arial"/>
                <a:cs typeface="Arial"/>
              </a:rPr>
              <a:t>mm</a:t>
            </a:r>
            <a:r>
              <a:rPr sz="2500" spc="25" dirty="0">
                <a:latin typeface="Arial"/>
                <a:cs typeface="Arial"/>
              </a:rPr>
              <a:t>un</a:t>
            </a:r>
            <a:r>
              <a:rPr sz="2500" spc="15" dirty="0">
                <a:latin typeface="Arial"/>
                <a:cs typeface="Arial"/>
              </a:rPr>
              <a:t>i</a:t>
            </a:r>
            <a:r>
              <a:rPr sz="2500" spc="20" dirty="0">
                <a:latin typeface="Arial"/>
                <a:cs typeface="Arial"/>
              </a:rPr>
              <a:t>c</a:t>
            </a:r>
            <a:r>
              <a:rPr sz="2500" spc="25" dirty="0">
                <a:latin typeface="Arial"/>
                <a:cs typeface="Arial"/>
              </a:rPr>
              <a:t>a</a:t>
            </a:r>
            <a:r>
              <a:rPr sz="2500" spc="5" dirty="0">
                <a:latin typeface="Arial"/>
                <a:cs typeface="Arial"/>
              </a:rPr>
              <a:t>t</a:t>
            </a:r>
            <a:r>
              <a:rPr sz="2500" spc="15" dirty="0">
                <a:latin typeface="Arial"/>
                <a:cs typeface="Arial"/>
              </a:rPr>
              <a:t>i</a:t>
            </a:r>
            <a:r>
              <a:rPr sz="2500" spc="25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n  </a:t>
            </a:r>
            <a:r>
              <a:rPr sz="2500" spc="20" dirty="0">
                <a:latin typeface="Arial"/>
                <a:cs typeface="Arial"/>
              </a:rPr>
              <a:t>Diagram</a:t>
            </a:r>
            <a:endParaRPr sz="2500">
              <a:latin typeface="Arial"/>
              <a:cs typeface="Arial"/>
            </a:endParaRPr>
          </a:p>
          <a:p>
            <a:pPr marL="12700" marR="2056764" indent="635" algn="ctr">
              <a:lnSpc>
                <a:spcPct val="98200"/>
              </a:lnSpc>
              <a:spcBef>
                <a:spcPts val="1320"/>
              </a:spcBef>
            </a:pPr>
            <a:r>
              <a:rPr sz="1500" spc="-55" dirty="0">
                <a:latin typeface="Arial Black"/>
                <a:cs typeface="Arial Black"/>
              </a:rPr>
              <a:t>Sequence </a:t>
            </a:r>
            <a:r>
              <a:rPr sz="1500" spc="20" dirty="0">
                <a:latin typeface="Arial Black"/>
                <a:cs typeface="Arial Black"/>
              </a:rPr>
              <a:t>and  </a:t>
            </a:r>
            <a:r>
              <a:rPr sz="1500" spc="-50" dirty="0">
                <a:latin typeface="Arial Black"/>
                <a:cs typeface="Arial Black"/>
              </a:rPr>
              <a:t>communication  </a:t>
            </a:r>
            <a:r>
              <a:rPr sz="1500" spc="-30" dirty="0">
                <a:latin typeface="Arial Black"/>
                <a:cs typeface="Arial Black"/>
              </a:rPr>
              <a:t>diagrams </a:t>
            </a:r>
            <a:r>
              <a:rPr sz="1500" spc="-25" dirty="0">
                <a:latin typeface="Arial Black"/>
                <a:cs typeface="Arial Black"/>
              </a:rPr>
              <a:t>are  </a:t>
            </a:r>
            <a:r>
              <a:rPr sz="1500" spc="-40" dirty="0">
                <a:latin typeface="Arial Black"/>
                <a:cs typeface="Arial Black"/>
              </a:rPr>
              <a:t>in</a:t>
            </a:r>
            <a:r>
              <a:rPr sz="1500" spc="-75" dirty="0">
                <a:latin typeface="Arial Black"/>
                <a:cs typeface="Arial Black"/>
              </a:rPr>
              <a:t>t</a:t>
            </a:r>
            <a:r>
              <a:rPr sz="1500" spc="-90" dirty="0">
                <a:latin typeface="Arial Black"/>
                <a:cs typeface="Arial Black"/>
              </a:rPr>
              <a:t>e</a:t>
            </a:r>
            <a:r>
              <a:rPr sz="1500" spc="5" dirty="0">
                <a:latin typeface="Arial Black"/>
                <a:cs typeface="Arial Black"/>
              </a:rPr>
              <a:t>r</a:t>
            </a:r>
            <a:r>
              <a:rPr sz="1500" spc="-114" dirty="0">
                <a:latin typeface="Arial Black"/>
                <a:cs typeface="Arial Black"/>
              </a:rPr>
              <a:t>c</a:t>
            </a:r>
            <a:r>
              <a:rPr sz="1500" spc="5" dirty="0">
                <a:latin typeface="Arial Black"/>
                <a:cs typeface="Arial Black"/>
              </a:rPr>
              <a:t>hang</a:t>
            </a:r>
            <a:r>
              <a:rPr sz="1500" spc="-90" dirty="0">
                <a:latin typeface="Arial Black"/>
                <a:cs typeface="Arial Black"/>
              </a:rPr>
              <a:t>e</a:t>
            </a:r>
            <a:r>
              <a:rPr sz="1500" spc="5" dirty="0">
                <a:latin typeface="Arial Black"/>
                <a:cs typeface="Arial Black"/>
              </a:rPr>
              <a:t>a</a:t>
            </a:r>
            <a:r>
              <a:rPr sz="1500" spc="45" dirty="0">
                <a:latin typeface="Arial Black"/>
                <a:cs typeface="Arial Black"/>
              </a:rPr>
              <a:t>b</a:t>
            </a:r>
            <a:r>
              <a:rPr sz="1500" spc="-80" dirty="0">
                <a:latin typeface="Arial Black"/>
                <a:cs typeface="Arial Black"/>
              </a:rPr>
              <a:t>le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96082" y="1545844"/>
            <a:ext cx="3198495" cy="1718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1278890">
              <a:lnSpc>
                <a:spcPct val="98200"/>
              </a:lnSpc>
              <a:spcBef>
                <a:spcPts val="130"/>
              </a:spcBef>
            </a:pPr>
            <a:r>
              <a:rPr sz="1500" spc="-80" dirty="0">
                <a:latin typeface="Arial Black"/>
                <a:cs typeface="Arial Black"/>
              </a:rPr>
              <a:t>Use case</a:t>
            </a:r>
            <a:r>
              <a:rPr sz="1500" spc="-140" dirty="0">
                <a:latin typeface="Arial Black"/>
                <a:cs typeface="Arial Black"/>
              </a:rPr>
              <a:t> </a:t>
            </a:r>
            <a:r>
              <a:rPr sz="1500" spc="-55" dirty="0">
                <a:latin typeface="Arial Black"/>
                <a:cs typeface="Arial Black"/>
              </a:rPr>
              <a:t>scenarios  </a:t>
            </a:r>
            <a:r>
              <a:rPr sz="1500" spc="-65" dirty="0">
                <a:latin typeface="Arial Black"/>
                <a:cs typeface="Arial Black"/>
              </a:rPr>
              <a:t>may </a:t>
            </a:r>
            <a:r>
              <a:rPr sz="1500" spc="-20" dirty="0">
                <a:latin typeface="Arial Black"/>
                <a:cs typeface="Arial Black"/>
              </a:rPr>
              <a:t>be </a:t>
            </a:r>
            <a:r>
              <a:rPr sz="1500" spc="-30" dirty="0">
                <a:latin typeface="Arial Black"/>
                <a:cs typeface="Arial Black"/>
              </a:rPr>
              <a:t>generated  from </a:t>
            </a:r>
            <a:r>
              <a:rPr sz="1500" spc="-50" dirty="0">
                <a:latin typeface="Arial Black"/>
                <a:cs typeface="Arial Black"/>
              </a:rPr>
              <a:t>the </a:t>
            </a:r>
            <a:r>
              <a:rPr sz="1500" spc="-70" dirty="0">
                <a:latin typeface="Arial Black"/>
                <a:cs typeface="Arial Black"/>
              </a:rPr>
              <a:t>use </a:t>
            </a:r>
            <a:r>
              <a:rPr sz="1500" spc="-80" dirty="0">
                <a:latin typeface="Arial Black"/>
                <a:cs typeface="Arial Black"/>
              </a:rPr>
              <a:t>case  </a:t>
            </a:r>
            <a:r>
              <a:rPr sz="1500" spc="-15" dirty="0">
                <a:latin typeface="Arial Black"/>
                <a:cs typeface="Arial Black"/>
              </a:rPr>
              <a:t>diagram</a:t>
            </a:r>
            <a:endParaRPr sz="1500">
              <a:latin typeface="Arial Black"/>
              <a:cs typeface="Arial Black"/>
            </a:endParaRPr>
          </a:p>
          <a:p>
            <a:pPr marL="1838325" marR="5080" indent="-71755">
              <a:lnSpc>
                <a:spcPct val="103200"/>
              </a:lnSpc>
              <a:spcBef>
                <a:spcPts val="35"/>
              </a:spcBef>
            </a:pPr>
            <a:r>
              <a:rPr sz="2500" spc="15" dirty="0">
                <a:latin typeface="Arial"/>
                <a:cs typeface="Arial"/>
              </a:rPr>
              <a:t>Use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Case  </a:t>
            </a:r>
            <a:r>
              <a:rPr sz="2500" spc="15" dirty="0">
                <a:latin typeface="Arial"/>
                <a:cs typeface="Arial"/>
              </a:rPr>
              <a:t>Scenario</a:t>
            </a:r>
            <a:endParaRPr sz="2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29516" y="3423411"/>
            <a:ext cx="25914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Arial Black"/>
                <a:cs typeface="Arial Black"/>
              </a:rPr>
              <a:t>Each </a:t>
            </a:r>
            <a:r>
              <a:rPr sz="1500" spc="-50" dirty="0">
                <a:latin typeface="Arial Black"/>
                <a:cs typeface="Arial Black"/>
              </a:rPr>
              <a:t>scenario </a:t>
            </a:r>
            <a:r>
              <a:rPr sz="1500" spc="-65" dirty="0">
                <a:latin typeface="Arial Black"/>
                <a:cs typeface="Arial Black"/>
              </a:rPr>
              <a:t>may</a:t>
            </a:r>
            <a:r>
              <a:rPr sz="1500" spc="-160" dirty="0">
                <a:latin typeface="Arial Black"/>
                <a:cs typeface="Arial Black"/>
              </a:rPr>
              <a:t> </a:t>
            </a:r>
            <a:r>
              <a:rPr sz="1500" spc="-60" dirty="0">
                <a:latin typeface="Arial Black"/>
                <a:cs typeface="Arial Black"/>
              </a:rPr>
              <a:t>create  </a:t>
            </a:r>
            <a:r>
              <a:rPr sz="1500" spc="-25" dirty="0">
                <a:latin typeface="Arial Black"/>
                <a:cs typeface="Arial Black"/>
              </a:rPr>
              <a:t>one </a:t>
            </a:r>
            <a:r>
              <a:rPr sz="1500" spc="-55" dirty="0">
                <a:latin typeface="Arial Black"/>
                <a:cs typeface="Arial Black"/>
              </a:rPr>
              <a:t>sequence</a:t>
            </a:r>
            <a:r>
              <a:rPr sz="1500" spc="-140" dirty="0">
                <a:latin typeface="Arial Black"/>
                <a:cs typeface="Arial Black"/>
              </a:rPr>
              <a:t> </a:t>
            </a:r>
            <a:r>
              <a:rPr sz="1500" spc="-15" dirty="0">
                <a:latin typeface="Arial Black"/>
                <a:cs typeface="Arial Black"/>
              </a:rPr>
              <a:t>diagram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93484" y="1100840"/>
            <a:ext cx="19069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 marR="5080" indent="-53975" algn="r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Arial Black"/>
                <a:cs typeface="Arial Black"/>
              </a:rPr>
              <a:t>Each </a:t>
            </a:r>
            <a:r>
              <a:rPr sz="1500" spc="-70" dirty="0">
                <a:latin typeface="Arial Black"/>
                <a:cs typeface="Arial Black"/>
              </a:rPr>
              <a:t>use</a:t>
            </a:r>
            <a:r>
              <a:rPr sz="1500" spc="-140" dirty="0">
                <a:latin typeface="Arial Black"/>
                <a:cs typeface="Arial Black"/>
              </a:rPr>
              <a:t> </a:t>
            </a:r>
            <a:r>
              <a:rPr sz="1500" spc="-80" dirty="0">
                <a:latin typeface="Arial Black"/>
                <a:cs typeface="Arial Black"/>
              </a:rPr>
              <a:t>case</a:t>
            </a:r>
            <a:r>
              <a:rPr sz="1500" spc="-85" dirty="0">
                <a:latin typeface="Arial Black"/>
                <a:cs typeface="Arial Black"/>
              </a:rPr>
              <a:t> </a:t>
            </a:r>
            <a:r>
              <a:rPr sz="1500" spc="-65" dirty="0">
                <a:latin typeface="Arial Black"/>
                <a:cs typeface="Arial Black"/>
              </a:rPr>
              <a:t>may </a:t>
            </a:r>
            <a:r>
              <a:rPr sz="1500" spc="-55" dirty="0">
                <a:latin typeface="Arial Black"/>
                <a:cs typeface="Arial Black"/>
              </a:rPr>
              <a:t> </a:t>
            </a:r>
            <a:r>
              <a:rPr sz="1500" spc="-60" dirty="0">
                <a:latin typeface="Arial Black"/>
                <a:cs typeface="Arial Black"/>
              </a:rPr>
              <a:t>create </a:t>
            </a:r>
            <a:r>
              <a:rPr sz="1500" spc="-25" dirty="0">
                <a:latin typeface="Arial Black"/>
                <a:cs typeface="Arial Black"/>
              </a:rPr>
              <a:t>one</a:t>
            </a:r>
            <a:r>
              <a:rPr sz="1500" spc="-165" dirty="0">
                <a:latin typeface="Arial Black"/>
                <a:cs typeface="Arial Black"/>
              </a:rPr>
              <a:t> </a:t>
            </a:r>
            <a:r>
              <a:rPr sz="1500" spc="-75" dirty="0">
                <a:latin typeface="Arial Black"/>
                <a:cs typeface="Arial Black"/>
              </a:rPr>
              <a:t>activity</a:t>
            </a:r>
            <a:endParaRPr sz="1500">
              <a:latin typeface="Arial Black"/>
              <a:cs typeface="Arial Black"/>
            </a:endParaRPr>
          </a:p>
          <a:p>
            <a:pPr marR="5080" algn="r">
              <a:lnSpc>
                <a:spcPts val="1680"/>
              </a:lnSpc>
            </a:pPr>
            <a:r>
              <a:rPr sz="1500" spc="-20" dirty="0">
                <a:latin typeface="Arial Black"/>
                <a:cs typeface="Arial Black"/>
              </a:rPr>
              <a:t>d</a:t>
            </a:r>
            <a:r>
              <a:rPr sz="1500" spc="-15" dirty="0">
                <a:latin typeface="Arial Black"/>
                <a:cs typeface="Arial Black"/>
              </a:rPr>
              <a:t>i</a:t>
            </a:r>
            <a:r>
              <a:rPr sz="1500" spc="5" dirty="0">
                <a:latin typeface="Arial Black"/>
                <a:cs typeface="Arial Black"/>
              </a:rPr>
              <a:t>agra</a:t>
            </a:r>
            <a:r>
              <a:rPr sz="1500" spc="-80" dirty="0">
                <a:latin typeface="Arial Black"/>
                <a:cs typeface="Arial Black"/>
              </a:rPr>
              <a:t>m</a:t>
            </a:r>
            <a:endParaRPr sz="1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34995" y="546735"/>
            <a:ext cx="4423410" cy="6469380"/>
            <a:chOff x="879288" y="596099"/>
            <a:chExt cx="4423410" cy="6469380"/>
          </a:xfrm>
        </p:grpSpPr>
        <p:sp>
          <p:nvSpPr>
            <p:cNvPr id="3" name="object 3"/>
            <p:cNvSpPr/>
            <p:nvPr/>
          </p:nvSpPr>
          <p:spPr>
            <a:xfrm>
              <a:off x="991917" y="740720"/>
              <a:ext cx="4240544" cy="62114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5638" y="602449"/>
              <a:ext cx="4410710" cy="6456680"/>
            </a:xfrm>
            <a:custGeom>
              <a:avLst/>
              <a:gdLst/>
              <a:ahLst/>
              <a:cxnLst/>
              <a:rect l="l" t="t" r="r" b="b"/>
              <a:pathLst>
                <a:path w="4410710" h="6456680">
                  <a:moveTo>
                    <a:pt x="0" y="0"/>
                  </a:moveTo>
                  <a:lnTo>
                    <a:pt x="4410595" y="0"/>
                  </a:lnTo>
                  <a:lnTo>
                    <a:pt x="4410595" y="6456100"/>
                  </a:lnTo>
                  <a:lnTo>
                    <a:pt x="0" y="64561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CEBD5C9-A78D-9646-A4D4-1AF95D0DD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0"/>
            <a:ext cx="7758113" cy="756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199" y="907802"/>
            <a:ext cx="523811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Use Case</a:t>
            </a:r>
            <a:r>
              <a:rPr spc="-85" dirty="0"/>
              <a:t> </a:t>
            </a:r>
            <a:r>
              <a:rPr spc="-20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33995" y="3253738"/>
            <a:ext cx="7881620" cy="157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25" dirty="0">
                <a:latin typeface="Arial"/>
                <a:cs typeface="Arial"/>
              </a:rPr>
              <a:t>Shows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0" dirty="0">
                <a:latin typeface="Arial"/>
                <a:cs typeface="Arial"/>
              </a:rPr>
              <a:t>view of the </a:t>
            </a:r>
            <a:r>
              <a:rPr sz="2500" spc="15" dirty="0">
                <a:latin typeface="Arial"/>
                <a:cs typeface="Arial"/>
              </a:rPr>
              <a:t>system </a:t>
            </a:r>
            <a:r>
              <a:rPr sz="2500" spc="10" dirty="0">
                <a:latin typeface="Arial"/>
                <a:cs typeface="Arial"/>
              </a:rPr>
              <a:t>from the </a:t>
            </a:r>
            <a:r>
              <a:rPr sz="2500" spc="15" dirty="0">
                <a:latin typeface="Arial"/>
                <a:cs typeface="Arial"/>
              </a:rPr>
              <a:t>user</a:t>
            </a:r>
            <a:r>
              <a:rPr sz="2500" spc="204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perspective.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spc="20" dirty="0">
                <a:latin typeface="Arial"/>
                <a:cs typeface="Arial"/>
              </a:rPr>
              <a:t>Describes </a:t>
            </a:r>
            <a:r>
              <a:rPr sz="2500" b="1" spc="15" dirty="0">
                <a:latin typeface="Arial"/>
                <a:cs typeface="Arial"/>
              </a:rPr>
              <a:t>what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system does without describing</a:t>
            </a:r>
            <a:r>
              <a:rPr sz="2500" spc="114" dirty="0">
                <a:latin typeface="Arial"/>
                <a:cs typeface="Arial"/>
              </a:rPr>
              <a:t> </a:t>
            </a:r>
            <a:r>
              <a:rPr sz="2500" b="1" spc="20" dirty="0">
                <a:latin typeface="Arial"/>
                <a:cs typeface="Arial"/>
              </a:rPr>
              <a:t>how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15" dirty="0">
                <a:latin typeface="Arial"/>
                <a:cs typeface="Arial"/>
              </a:rPr>
              <a:t>system </a:t>
            </a:r>
            <a:r>
              <a:rPr sz="2500" spc="20" dirty="0">
                <a:latin typeface="Arial"/>
                <a:cs typeface="Arial"/>
              </a:rPr>
              <a:t>does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5" dirty="0">
                <a:latin typeface="Arial"/>
                <a:cs typeface="Arial"/>
              </a:rPr>
              <a:t>it.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4320" y="1358900"/>
            <a:ext cx="5175504" cy="4355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06853" y="5978651"/>
            <a:ext cx="6457315" cy="59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245"/>
              </a:lnSpc>
              <a:spcBef>
                <a:spcPts val="100"/>
              </a:spcBef>
              <a:tabLst>
                <a:tab pos="407034" algn="l"/>
                <a:tab pos="1373505" algn="l"/>
                <a:tab pos="1695450" algn="l"/>
                <a:tab pos="2186940" algn="l"/>
                <a:tab pos="2787650" algn="l"/>
                <a:tab pos="3717290" algn="l"/>
                <a:tab pos="4111625" algn="l"/>
                <a:tab pos="4749800" algn="l"/>
                <a:tab pos="5351145" algn="l"/>
              </a:tabLst>
            </a:pPr>
            <a:r>
              <a:rPr sz="1900" spc="-110" dirty="0">
                <a:latin typeface="Arial"/>
                <a:cs typeface="Arial"/>
              </a:rPr>
              <a:t>An	</a:t>
            </a:r>
            <a:r>
              <a:rPr sz="1900" spc="-100" dirty="0">
                <a:latin typeface="Arial"/>
                <a:cs typeface="Arial"/>
              </a:rPr>
              <a:t>example	</a:t>
            </a:r>
            <a:r>
              <a:rPr sz="1900" spc="-80" dirty="0">
                <a:latin typeface="Arial"/>
                <a:cs typeface="Arial"/>
              </a:rPr>
              <a:t>of	</a:t>
            </a:r>
            <a:r>
              <a:rPr sz="1900" spc="-100" dirty="0">
                <a:latin typeface="Arial"/>
                <a:cs typeface="Arial"/>
              </a:rPr>
              <a:t>use	case	diagram	</a:t>
            </a:r>
            <a:r>
              <a:rPr sz="1900" spc="-75" dirty="0">
                <a:latin typeface="Arial"/>
                <a:cs typeface="Arial"/>
              </a:rPr>
              <a:t>for	</a:t>
            </a:r>
            <a:r>
              <a:rPr sz="1900" spc="-105" dirty="0">
                <a:latin typeface="Arial"/>
                <a:cs typeface="Arial"/>
              </a:rPr>
              <a:t>Bank	</a:t>
            </a:r>
            <a:r>
              <a:rPr sz="1900" spc="-130" dirty="0">
                <a:latin typeface="Arial"/>
                <a:cs typeface="Arial"/>
              </a:rPr>
              <a:t>ATM	</a:t>
            </a:r>
            <a:r>
              <a:rPr sz="1900" spc="-105" dirty="0">
                <a:latin typeface="Arial"/>
                <a:cs typeface="Arial"/>
              </a:rPr>
              <a:t>Subsystem</a:t>
            </a:r>
            <a:endParaRPr sz="1900">
              <a:latin typeface="Arial"/>
              <a:cs typeface="Arial"/>
            </a:endParaRPr>
          </a:p>
          <a:p>
            <a:pPr marL="635" algn="ctr">
              <a:lnSpc>
                <a:spcPts val="2245"/>
              </a:lnSpc>
              <a:tabLst>
                <a:tab pos="204470" algn="l"/>
                <a:tab pos="646430" algn="l"/>
                <a:tab pos="1238885" algn="l"/>
                <a:tab pos="1730375" algn="l"/>
              </a:tabLst>
            </a:pPr>
            <a:r>
              <a:rPr sz="1900" spc="-560" dirty="0">
                <a:latin typeface="Arial"/>
                <a:cs typeface="Arial"/>
              </a:rPr>
              <a:t>–	</a:t>
            </a:r>
            <a:r>
              <a:rPr sz="1900" spc="-90" dirty="0">
                <a:latin typeface="Arial"/>
                <a:cs typeface="Arial"/>
              </a:rPr>
              <a:t>top	</a:t>
            </a:r>
            <a:r>
              <a:rPr sz="1900" spc="-75" dirty="0">
                <a:latin typeface="Arial"/>
                <a:cs typeface="Arial"/>
              </a:rPr>
              <a:t>level	</a:t>
            </a:r>
            <a:r>
              <a:rPr sz="1900" spc="-105" dirty="0">
                <a:latin typeface="Arial"/>
                <a:cs typeface="Arial"/>
              </a:rPr>
              <a:t>use	</a:t>
            </a:r>
            <a:r>
              <a:rPr sz="1900" spc="-100" dirty="0">
                <a:latin typeface="Arial"/>
                <a:cs typeface="Arial"/>
              </a:rPr>
              <a:t>cases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0664" y="907802"/>
            <a:ext cx="470916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Activity</a:t>
            </a:r>
            <a:r>
              <a:rPr spc="-95" dirty="0"/>
              <a:t> </a:t>
            </a:r>
            <a:r>
              <a:rPr spc="-20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3862" y="2842258"/>
            <a:ext cx="7057390" cy="31102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418465" algn="just">
              <a:lnSpc>
                <a:spcPct val="101600"/>
              </a:lnSpc>
              <a:spcBef>
                <a:spcPts val="50"/>
              </a:spcBef>
            </a:pPr>
            <a:r>
              <a:rPr sz="2500" spc="25" dirty="0">
                <a:latin typeface="Arial"/>
                <a:cs typeface="Arial"/>
              </a:rPr>
              <a:t>Shows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20" dirty="0">
                <a:latin typeface="Arial"/>
                <a:cs typeface="Arial"/>
              </a:rPr>
              <a:t>sequence </a:t>
            </a:r>
            <a:r>
              <a:rPr sz="2500" spc="10" dirty="0">
                <a:latin typeface="Arial"/>
                <a:cs typeface="Arial"/>
              </a:rPr>
              <a:t>of activities </a:t>
            </a:r>
            <a:r>
              <a:rPr sz="2500" spc="5" dirty="0">
                <a:latin typeface="Arial"/>
                <a:cs typeface="Arial"/>
              </a:rPr>
              <a:t>in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process,  including sequential and parallel </a:t>
            </a:r>
            <a:r>
              <a:rPr sz="2500" spc="10" dirty="0">
                <a:latin typeface="Arial"/>
                <a:cs typeface="Arial"/>
              </a:rPr>
              <a:t>activities </a:t>
            </a:r>
            <a:r>
              <a:rPr sz="2500" spc="15" dirty="0">
                <a:latin typeface="Arial"/>
                <a:cs typeface="Arial"/>
              </a:rPr>
              <a:t>and  </a:t>
            </a:r>
            <a:r>
              <a:rPr sz="2500" spc="10" dirty="0">
                <a:latin typeface="Arial"/>
                <a:cs typeface="Arial"/>
              </a:rPr>
              <a:t>also </a:t>
            </a:r>
            <a:r>
              <a:rPr sz="2500" spc="15" dirty="0">
                <a:latin typeface="Arial"/>
                <a:cs typeface="Arial"/>
              </a:rPr>
              <a:t>decisions </a:t>
            </a:r>
            <a:r>
              <a:rPr sz="2500" spc="10" dirty="0">
                <a:latin typeface="Arial"/>
                <a:cs typeface="Arial"/>
              </a:rPr>
              <a:t>that are</a:t>
            </a:r>
            <a:r>
              <a:rPr sz="2500" spc="70" dirty="0">
                <a:latin typeface="Arial"/>
                <a:cs typeface="Arial"/>
              </a:rPr>
              <a:t> </a:t>
            </a:r>
            <a:r>
              <a:rPr sz="2500" spc="25" dirty="0">
                <a:latin typeface="Arial"/>
                <a:cs typeface="Arial"/>
              </a:rPr>
              <a:t>made.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500" spc="15" dirty="0">
                <a:latin typeface="Arial"/>
                <a:cs typeface="Arial"/>
              </a:rPr>
              <a:t>One </a:t>
            </a:r>
            <a:r>
              <a:rPr sz="2500" spc="10" dirty="0">
                <a:latin typeface="Arial"/>
                <a:cs typeface="Arial"/>
              </a:rPr>
              <a:t>activity </a:t>
            </a:r>
            <a:r>
              <a:rPr sz="2500" spc="15" dirty="0">
                <a:latin typeface="Arial"/>
                <a:cs typeface="Arial"/>
              </a:rPr>
              <a:t>diagram </a:t>
            </a:r>
            <a:r>
              <a:rPr sz="2500" spc="5" dirty="0">
                <a:latin typeface="Arial"/>
                <a:cs typeface="Arial"/>
              </a:rPr>
              <a:t>is </a:t>
            </a:r>
            <a:r>
              <a:rPr sz="2500" spc="15" dirty="0">
                <a:latin typeface="Arial"/>
                <a:cs typeface="Arial"/>
              </a:rPr>
              <a:t>usually based </a:t>
            </a:r>
            <a:r>
              <a:rPr sz="2500" spc="10" dirty="0">
                <a:latin typeface="Arial"/>
                <a:cs typeface="Arial"/>
              </a:rPr>
              <a:t>on </a:t>
            </a:r>
            <a:r>
              <a:rPr sz="2500" spc="15" dirty="0">
                <a:latin typeface="Arial"/>
                <a:cs typeface="Arial"/>
              </a:rPr>
              <a:t>one use  case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scenario.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spc="20" dirty="0">
                <a:latin typeface="Arial"/>
                <a:cs typeface="Arial"/>
              </a:rPr>
              <a:t>Can </a:t>
            </a:r>
            <a:r>
              <a:rPr sz="2500" spc="15" dirty="0">
                <a:latin typeface="Arial"/>
                <a:cs typeface="Arial"/>
              </a:rPr>
              <a:t>also </a:t>
            </a:r>
            <a:r>
              <a:rPr sz="2500" spc="10" dirty="0">
                <a:latin typeface="Arial"/>
                <a:cs typeface="Arial"/>
              </a:rPr>
              <a:t>be </a:t>
            </a:r>
            <a:r>
              <a:rPr sz="2500" spc="15" dirty="0">
                <a:latin typeface="Arial"/>
                <a:cs typeface="Arial"/>
              </a:rPr>
              <a:t>derived </a:t>
            </a:r>
            <a:r>
              <a:rPr sz="2500" spc="10" dirty="0">
                <a:latin typeface="Arial"/>
                <a:cs typeface="Arial"/>
              </a:rPr>
              <a:t>from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30" dirty="0">
                <a:latin typeface="Arial"/>
                <a:cs typeface="Arial"/>
              </a:rPr>
              <a:t>DFD.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3465" y="1539290"/>
            <a:ext cx="6638290" cy="5735320"/>
            <a:chOff x="2073465" y="1539290"/>
            <a:chExt cx="6638290" cy="5735320"/>
          </a:xfrm>
        </p:grpSpPr>
        <p:sp>
          <p:nvSpPr>
            <p:cNvPr id="3" name="object 3"/>
            <p:cNvSpPr/>
            <p:nvPr/>
          </p:nvSpPr>
          <p:spPr>
            <a:xfrm>
              <a:off x="6521411" y="1546275"/>
              <a:ext cx="2183130" cy="5721350"/>
            </a:xfrm>
            <a:custGeom>
              <a:avLst/>
              <a:gdLst/>
              <a:ahLst/>
              <a:cxnLst/>
              <a:rect l="l" t="t" r="r" b="b"/>
              <a:pathLst>
                <a:path w="2183129" h="5721350">
                  <a:moveTo>
                    <a:pt x="2183091" y="0"/>
                  </a:moveTo>
                  <a:lnTo>
                    <a:pt x="0" y="0"/>
                  </a:lnTo>
                  <a:lnTo>
                    <a:pt x="0" y="5721149"/>
                  </a:lnTo>
                  <a:lnTo>
                    <a:pt x="2183091" y="5721149"/>
                  </a:lnTo>
                  <a:lnTo>
                    <a:pt x="2183091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21411" y="1546275"/>
              <a:ext cx="2183130" cy="5721350"/>
            </a:xfrm>
            <a:custGeom>
              <a:avLst/>
              <a:gdLst/>
              <a:ahLst/>
              <a:cxnLst/>
              <a:rect l="l" t="t" r="r" b="b"/>
              <a:pathLst>
                <a:path w="2183129" h="5721350">
                  <a:moveTo>
                    <a:pt x="0" y="0"/>
                  </a:moveTo>
                  <a:lnTo>
                    <a:pt x="2183099" y="0"/>
                  </a:lnTo>
                  <a:lnTo>
                    <a:pt x="2183099" y="5721153"/>
                  </a:lnTo>
                  <a:lnTo>
                    <a:pt x="0" y="572115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0450" y="1546275"/>
              <a:ext cx="4424045" cy="5721350"/>
            </a:xfrm>
            <a:custGeom>
              <a:avLst/>
              <a:gdLst/>
              <a:ahLst/>
              <a:cxnLst/>
              <a:rect l="l" t="t" r="r" b="b"/>
              <a:pathLst>
                <a:path w="4424045" h="5721350">
                  <a:moveTo>
                    <a:pt x="4423587" y="0"/>
                  </a:moveTo>
                  <a:lnTo>
                    <a:pt x="0" y="0"/>
                  </a:lnTo>
                  <a:lnTo>
                    <a:pt x="0" y="5721149"/>
                  </a:lnTo>
                  <a:lnTo>
                    <a:pt x="4423587" y="5721149"/>
                  </a:lnTo>
                  <a:lnTo>
                    <a:pt x="4423587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80450" y="1546275"/>
              <a:ext cx="4424045" cy="5721350"/>
            </a:xfrm>
            <a:custGeom>
              <a:avLst/>
              <a:gdLst/>
              <a:ahLst/>
              <a:cxnLst/>
              <a:rect l="l" t="t" r="r" b="b"/>
              <a:pathLst>
                <a:path w="4424045" h="5721350">
                  <a:moveTo>
                    <a:pt x="0" y="0"/>
                  </a:moveTo>
                  <a:lnTo>
                    <a:pt x="4423594" y="0"/>
                  </a:lnTo>
                  <a:lnTo>
                    <a:pt x="4423594" y="5721153"/>
                  </a:lnTo>
                  <a:lnTo>
                    <a:pt x="0" y="572115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47030" y="187612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620" y="0"/>
                  </a:moveTo>
                  <a:lnTo>
                    <a:pt x="166183" y="5694"/>
                  </a:lnTo>
                  <a:lnTo>
                    <a:pt x="120799" y="21914"/>
                  </a:lnTo>
                  <a:lnTo>
                    <a:pt x="80764" y="47367"/>
                  </a:lnTo>
                  <a:lnTo>
                    <a:pt x="47372" y="80756"/>
                  </a:lnTo>
                  <a:lnTo>
                    <a:pt x="21917" y="120789"/>
                  </a:lnTo>
                  <a:lnTo>
                    <a:pt x="5695" y="166171"/>
                  </a:lnTo>
                  <a:lnTo>
                    <a:pt x="0" y="215607"/>
                  </a:lnTo>
                  <a:lnTo>
                    <a:pt x="5695" y="265048"/>
                  </a:lnTo>
                  <a:lnTo>
                    <a:pt x="21917" y="310434"/>
                  </a:lnTo>
                  <a:lnTo>
                    <a:pt x="47372" y="350469"/>
                  </a:lnTo>
                  <a:lnTo>
                    <a:pt x="80764" y="383860"/>
                  </a:lnTo>
                  <a:lnTo>
                    <a:pt x="120799" y="409313"/>
                  </a:lnTo>
                  <a:lnTo>
                    <a:pt x="166183" y="425534"/>
                  </a:lnTo>
                  <a:lnTo>
                    <a:pt x="215620" y="431228"/>
                  </a:lnTo>
                  <a:lnTo>
                    <a:pt x="265061" y="425534"/>
                  </a:lnTo>
                  <a:lnTo>
                    <a:pt x="310446" y="409313"/>
                  </a:lnTo>
                  <a:lnTo>
                    <a:pt x="350481" y="383860"/>
                  </a:lnTo>
                  <a:lnTo>
                    <a:pt x="383873" y="350469"/>
                  </a:lnTo>
                  <a:lnTo>
                    <a:pt x="409325" y="310434"/>
                  </a:lnTo>
                  <a:lnTo>
                    <a:pt x="425546" y="265048"/>
                  </a:lnTo>
                  <a:lnTo>
                    <a:pt x="431241" y="215607"/>
                  </a:lnTo>
                  <a:lnTo>
                    <a:pt x="425546" y="166171"/>
                  </a:lnTo>
                  <a:lnTo>
                    <a:pt x="409325" y="120789"/>
                  </a:lnTo>
                  <a:lnTo>
                    <a:pt x="383873" y="80756"/>
                  </a:lnTo>
                  <a:lnTo>
                    <a:pt x="350481" y="47367"/>
                  </a:lnTo>
                  <a:lnTo>
                    <a:pt x="310446" y="21914"/>
                  </a:lnTo>
                  <a:lnTo>
                    <a:pt x="265061" y="5694"/>
                  </a:lnTo>
                  <a:lnTo>
                    <a:pt x="21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47030" y="187612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17"/>
                  </a:moveTo>
                  <a:lnTo>
                    <a:pt x="5694" y="166178"/>
                  </a:lnTo>
                  <a:lnTo>
                    <a:pt x="21915" y="120794"/>
                  </a:lnTo>
                  <a:lnTo>
                    <a:pt x="47368" y="80759"/>
                  </a:lnTo>
                  <a:lnTo>
                    <a:pt x="80759" y="47368"/>
                  </a:lnTo>
                  <a:lnTo>
                    <a:pt x="120794" y="21915"/>
                  </a:lnTo>
                  <a:lnTo>
                    <a:pt x="166178" y="5694"/>
                  </a:lnTo>
                  <a:lnTo>
                    <a:pt x="215617" y="0"/>
                  </a:lnTo>
                  <a:lnTo>
                    <a:pt x="265057" y="5694"/>
                  </a:lnTo>
                  <a:lnTo>
                    <a:pt x="310441" y="21915"/>
                  </a:lnTo>
                  <a:lnTo>
                    <a:pt x="350475" y="47368"/>
                  </a:lnTo>
                  <a:lnTo>
                    <a:pt x="383866" y="80759"/>
                  </a:lnTo>
                  <a:lnTo>
                    <a:pt x="409320" y="120794"/>
                  </a:lnTo>
                  <a:lnTo>
                    <a:pt x="425541" y="166178"/>
                  </a:lnTo>
                  <a:lnTo>
                    <a:pt x="431235" y="215617"/>
                  </a:lnTo>
                  <a:lnTo>
                    <a:pt x="425541" y="265057"/>
                  </a:lnTo>
                  <a:lnTo>
                    <a:pt x="409320" y="310441"/>
                  </a:lnTo>
                  <a:lnTo>
                    <a:pt x="383866" y="350475"/>
                  </a:lnTo>
                  <a:lnTo>
                    <a:pt x="350475" y="383866"/>
                  </a:lnTo>
                  <a:lnTo>
                    <a:pt x="310441" y="409320"/>
                  </a:lnTo>
                  <a:lnTo>
                    <a:pt x="265057" y="425541"/>
                  </a:lnTo>
                  <a:lnTo>
                    <a:pt x="215617" y="431235"/>
                  </a:lnTo>
                  <a:lnTo>
                    <a:pt x="166178" y="425541"/>
                  </a:lnTo>
                  <a:lnTo>
                    <a:pt x="120794" y="409320"/>
                  </a:lnTo>
                  <a:lnTo>
                    <a:pt x="80759" y="383866"/>
                  </a:lnTo>
                  <a:lnTo>
                    <a:pt x="47368" y="350475"/>
                  </a:lnTo>
                  <a:lnTo>
                    <a:pt x="21915" y="310441"/>
                  </a:lnTo>
                  <a:lnTo>
                    <a:pt x="5694" y="265057"/>
                  </a:lnTo>
                  <a:lnTo>
                    <a:pt x="0" y="215617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55023" y="3630930"/>
              <a:ext cx="5215255" cy="0"/>
            </a:xfrm>
            <a:custGeom>
              <a:avLst/>
              <a:gdLst/>
              <a:ahLst/>
              <a:cxnLst/>
              <a:rect l="l" t="t" r="r" b="b"/>
              <a:pathLst>
                <a:path w="5215255">
                  <a:moveTo>
                    <a:pt x="0" y="0"/>
                  </a:moveTo>
                  <a:lnTo>
                    <a:pt x="5215257" y="1"/>
                  </a:lnTo>
                </a:path>
              </a:pathLst>
            </a:custGeom>
            <a:ln w="808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69121" y="4869218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1001547" y="0"/>
                  </a:moveTo>
                  <a:lnTo>
                    <a:pt x="91859" y="0"/>
                  </a:lnTo>
                  <a:lnTo>
                    <a:pt x="56101" y="7218"/>
                  </a:lnTo>
                  <a:lnTo>
                    <a:pt x="26903" y="26903"/>
                  </a:lnTo>
                  <a:lnTo>
                    <a:pt x="7218" y="56101"/>
                  </a:lnTo>
                  <a:lnTo>
                    <a:pt x="0" y="91859"/>
                  </a:lnTo>
                  <a:lnTo>
                    <a:pt x="0" y="459282"/>
                  </a:lnTo>
                  <a:lnTo>
                    <a:pt x="7218" y="495032"/>
                  </a:lnTo>
                  <a:lnTo>
                    <a:pt x="26903" y="524227"/>
                  </a:lnTo>
                  <a:lnTo>
                    <a:pt x="56101" y="543911"/>
                  </a:lnTo>
                  <a:lnTo>
                    <a:pt x="91859" y="551129"/>
                  </a:lnTo>
                  <a:lnTo>
                    <a:pt x="1001547" y="551129"/>
                  </a:lnTo>
                  <a:lnTo>
                    <a:pt x="1037299" y="543911"/>
                  </a:lnTo>
                  <a:lnTo>
                    <a:pt x="1066498" y="524227"/>
                  </a:lnTo>
                  <a:lnTo>
                    <a:pt x="1086186" y="495032"/>
                  </a:lnTo>
                  <a:lnTo>
                    <a:pt x="1093406" y="459282"/>
                  </a:lnTo>
                  <a:lnTo>
                    <a:pt x="1093406" y="91859"/>
                  </a:lnTo>
                  <a:lnTo>
                    <a:pt x="1086186" y="56101"/>
                  </a:lnTo>
                  <a:lnTo>
                    <a:pt x="1066498" y="26903"/>
                  </a:lnTo>
                  <a:lnTo>
                    <a:pt x="1037299" y="7218"/>
                  </a:lnTo>
                  <a:lnTo>
                    <a:pt x="1001547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69121" y="4869218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0" y="91858"/>
                  </a:moveTo>
                  <a:lnTo>
                    <a:pt x="7218" y="56102"/>
                  </a:lnTo>
                  <a:lnTo>
                    <a:pt x="26904" y="26904"/>
                  </a:lnTo>
                  <a:lnTo>
                    <a:pt x="56102" y="7218"/>
                  </a:lnTo>
                  <a:lnTo>
                    <a:pt x="91858" y="0"/>
                  </a:lnTo>
                  <a:lnTo>
                    <a:pt x="1001545" y="0"/>
                  </a:lnTo>
                  <a:lnTo>
                    <a:pt x="1037300" y="7218"/>
                  </a:lnTo>
                  <a:lnTo>
                    <a:pt x="1066497" y="26904"/>
                  </a:lnTo>
                  <a:lnTo>
                    <a:pt x="1086182" y="56102"/>
                  </a:lnTo>
                  <a:lnTo>
                    <a:pt x="1093401" y="91858"/>
                  </a:lnTo>
                  <a:lnTo>
                    <a:pt x="1093401" y="459279"/>
                  </a:lnTo>
                  <a:lnTo>
                    <a:pt x="1086182" y="495035"/>
                  </a:lnTo>
                  <a:lnTo>
                    <a:pt x="1066497" y="524233"/>
                  </a:lnTo>
                  <a:lnTo>
                    <a:pt x="1037300" y="543919"/>
                  </a:lnTo>
                  <a:lnTo>
                    <a:pt x="1001545" y="551138"/>
                  </a:lnTo>
                  <a:lnTo>
                    <a:pt x="91858" y="551138"/>
                  </a:lnTo>
                  <a:lnTo>
                    <a:pt x="56102" y="543919"/>
                  </a:lnTo>
                  <a:lnTo>
                    <a:pt x="26904" y="524233"/>
                  </a:lnTo>
                  <a:lnTo>
                    <a:pt x="7218" y="495035"/>
                  </a:lnTo>
                  <a:lnTo>
                    <a:pt x="0" y="459279"/>
                  </a:lnTo>
                  <a:lnTo>
                    <a:pt x="0" y="918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980664" y="395738"/>
            <a:ext cx="470916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Activity</a:t>
            </a:r>
            <a:r>
              <a:rPr spc="-95" dirty="0"/>
              <a:t> </a:t>
            </a:r>
            <a:r>
              <a:rPr spc="-20" dirty="0"/>
              <a:t>Diagram</a:t>
            </a:r>
          </a:p>
        </p:txBody>
      </p:sp>
      <p:sp>
        <p:nvSpPr>
          <p:cNvPr id="13" name="object 13"/>
          <p:cNvSpPr/>
          <p:nvPr/>
        </p:nvSpPr>
        <p:spPr>
          <a:xfrm>
            <a:off x="2151799" y="1323987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48598" y="4975859"/>
            <a:ext cx="7473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90" dirty="0">
                <a:latin typeface="Trebuchet MS"/>
                <a:cs typeface="Trebuchet MS"/>
              </a:rPr>
              <a:t>A</a:t>
            </a:r>
            <a:r>
              <a:rPr sz="1900" spc="-70" dirty="0">
                <a:latin typeface="Trebuchet MS"/>
                <a:cs typeface="Trebuchet MS"/>
              </a:rPr>
              <a:t>c</a:t>
            </a:r>
            <a:r>
              <a:rPr sz="1900" spc="-114" dirty="0">
                <a:latin typeface="Trebuchet MS"/>
                <a:cs typeface="Trebuchet MS"/>
              </a:rPr>
              <a:t>ti</a:t>
            </a:r>
            <a:r>
              <a:rPr sz="1900" spc="-75" dirty="0">
                <a:latin typeface="Trebuchet MS"/>
                <a:cs typeface="Trebuchet MS"/>
              </a:rPr>
              <a:t>v</a:t>
            </a:r>
            <a:r>
              <a:rPr sz="1900" spc="-110" dirty="0">
                <a:latin typeface="Trebuchet MS"/>
                <a:cs typeface="Trebuchet MS"/>
              </a:rPr>
              <a:t>i</a:t>
            </a:r>
            <a:r>
              <a:rPr sz="1900" spc="-100" dirty="0">
                <a:latin typeface="Trebuchet MS"/>
                <a:cs typeface="Trebuchet MS"/>
              </a:rPr>
              <a:t>ty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77284" y="2660103"/>
            <a:ext cx="2039620" cy="2762250"/>
            <a:chOff x="3777284" y="2660103"/>
            <a:chExt cx="2039620" cy="2762250"/>
          </a:xfrm>
        </p:grpSpPr>
        <p:sp>
          <p:nvSpPr>
            <p:cNvPr id="16" name="object 16"/>
            <p:cNvSpPr/>
            <p:nvPr/>
          </p:nvSpPr>
          <p:spPr>
            <a:xfrm>
              <a:off x="4715954" y="2667088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80">
                  <a:moveTo>
                    <a:pt x="1001547" y="0"/>
                  </a:moveTo>
                  <a:lnTo>
                    <a:pt x="91859" y="0"/>
                  </a:lnTo>
                  <a:lnTo>
                    <a:pt x="56101" y="7218"/>
                  </a:lnTo>
                  <a:lnTo>
                    <a:pt x="26903" y="26903"/>
                  </a:lnTo>
                  <a:lnTo>
                    <a:pt x="7218" y="56101"/>
                  </a:lnTo>
                  <a:lnTo>
                    <a:pt x="0" y="91859"/>
                  </a:lnTo>
                  <a:lnTo>
                    <a:pt x="0" y="459270"/>
                  </a:lnTo>
                  <a:lnTo>
                    <a:pt x="7218" y="495027"/>
                  </a:lnTo>
                  <a:lnTo>
                    <a:pt x="26903" y="524225"/>
                  </a:lnTo>
                  <a:lnTo>
                    <a:pt x="56101" y="543911"/>
                  </a:lnTo>
                  <a:lnTo>
                    <a:pt x="91859" y="551129"/>
                  </a:lnTo>
                  <a:lnTo>
                    <a:pt x="1001547" y="551129"/>
                  </a:lnTo>
                  <a:lnTo>
                    <a:pt x="1037299" y="543911"/>
                  </a:lnTo>
                  <a:lnTo>
                    <a:pt x="1066498" y="524225"/>
                  </a:lnTo>
                  <a:lnTo>
                    <a:pt x="1086186" y="495027"/>
                  </a:lnTo>
                  <a:lnTo>
                    <a:pt x="1093406" y="459270"/>
                  </a:lnTo>
                  <a:lnTo>
                    <a:pt x="1093406" y="91859"/>
                  </a:lnTo>
                  <a:lnTo>
                    <a:pt x="1086186" y="56101"/>
                  </a:lnTo>
                  <a:lnTo>
                    <a:pt x="1066498" y="26903"/>
                  </a:lnTo>
                  <a:lnTo>
                    <a:pt x="1037299" y="7218"/>
                  </a:lnTo>
                  <a:lnTo>
                    <a:pt x="1001547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5954" y="2667088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80">
                  <a:moveTo>
                    <a:pt x="0" y="91858"/>
                  </a:moveTo>
                  <a:lnTo>
                    <a:pt x="7218" y="56102"/>
                  </a:lnTo>
                  <a:lnTo>
                    <a:pt x="26904" y="26904"/>
                  </a:lnTo>
                  <a:lnTo>
                    <a:pt x="56102" y="7218"/>
                  </a:lnTo>
                  <a:lnTo>
                    <a:pt x="91858" y="0"/>
                  </a:lnTo>
                  <a:lnTo>
                    <a:pt x="1001545" y="0"/>
                  </a:lnTo>
                  <a:lnTo>
                    <a:pt x="1037300" y="7218"/>
                  </a:lnTo>
                  <a:lnTo>
                    <a:pt x="1066497" y="26904"/>
                  </a:lnTo>
                  <a:lnTo>
                    <a:pt x="1086182" y="56102"/>
                  </a:lnTo>
                  <a:lnTo>
                    <a:pt x="1093401" y="91858"/>
                  </a:lnTo>
                  <a:lnTo>
                    <a:pt x="1093401" y="459279"/>
                  </a:lnTo>
                  <a:lnTo>
                    <a:pt x="1086182" y="495035"/>
                  </a:lnTo>
                  <a:lnTo>
                    <a:pt x="1066497" y="524233"/>
                  </a:lnTo>
                  <a:lnTo>
                    <a:pt x="1037300" y="543919"/>
                  </a:lnTo>
                  <a:lnTo>
                    <a:pt x="1001545" y="551138"/>
                  </a:lnTo>
                  <a:lnTo>
                    <a:pt x="91858" y="551138"/>
                  </a:lnTo>
                  <a:lnTo>
                    <a:pt x="56102" y="543919"/>
                  </a:lnTo>
                  <a:lnTo>
                    <a:pt x="26904" y="524233"/>
                  </a:lnTo>
                  <a:lnTo>
                    <a:pt x="7218" y="495035"/>
                  </a:lnTo>
                  <a:lnTo>
                    <a:pt x="0" y="459279"/>
                  </a:lnTo>
                  <a:lnTo>
                    <a:pt x="0" y="918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84269" y="4863719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1001534" y="0"/>
                  </a:moveTo>
                  <a:lnTo>
                    <a:pt x="91859" y="0"/>
                  </a:lnTo>
                  <a:lnTo>
                    <a:pt x="56101" y="7218"/>
                  </a:lnTo>
                  <a:lnTo>
                    <a:pt x="26903" y="26903"/>
                  </a:lnTo>
                  <a:lnTo>
                    <a:pt x="7218" y="56101"/>
                  </a:lnTo>
                  <a:lnTo>
                    <a:pt x="0" y="91859"/>
                  </a:lnTo>
                  <a:lnTo>
                    <a:pt x="0" y="459282"/>
                  </a:lnTo>
                  <a:lnTo>
                    <a:pt x="7218" y="495034"/>
                  </a:lnTo>
                  <a:lnTo>
                    <a:pt x="26903" y="524233"/>
                  </a:lnTo>
                  <a:lnTo>
                    <a:pt x="56101" y="543921"/>
                  </a:lnTo>
                  <a:lnTo>
                    <a:pt x="91859" y="551141"/>
                  </a:lnTo>
                  <a:lnTo>
                    <a:pt x="1001534" y="551141"/>
                  </a:lnTo>
                  <a:lnTo>
                    <a:pt x="1037292" y="543921"/>
                  </a:lnTo>
                  <a:lnTo>
                    <a:pt x="1066490" y="524233"/>
                  </a:lnTo>
                  <a:lnTo>
                    <a:pt x="1086175" y="495034"/>
                  </a:lnTo>
                  <a:lnTo>
                    <a:pt x="1093393" y="459282"/>
                  </a:lnTo>
                  <a:lnTo>
                    <a:pt x="1093393" y="91859"/>
                  </a:lnTo>
                  <a:lnTo>
                    <a:pt x="1086175" y="56101"/>
                  </a:lnTo>
                  <a:lnTo>
                    <a:pt x="1066490" y="26903"/>
                  </a:lnTo>
                  <a:lnTo>
                    <a:pt x="1037292" y="7218"/>
                  </a:lnTo>
                  <a:lnTo>
                    <a:pt x="1001534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84269" y="4863719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0" y="91858"/>
                  </a:moveTo>
                  <a:lnTo>
                    <a:pt x="7218" y="56102"/>
                  </a:lnTo>
                  <a:lnTo>
                    <a:pt x="26904" y="26904"/>
                  </a:lnTo>
                  <a:lnTo>
                    <a:pt x="56102" y="7218"/>
                  </a:lnTo>
                  <a:lnTo>
                    <a:pt x="91858" y="0"/>
                  </a:lnTo>
                  <a:lnTo>
                    <a:pt x="1001545" y="0"/>
                  </a:lnTo>
                  <a:lnTo>
                    <a:pt x="1037300" y="7218"/>
                  </a:lnTo>
                  <a:lnTo>
                    <a:pt x="1066497" y="26904"/>
                  </a:lnTo>
                  <a:lnTo>
                    <a:pt x="1086182" y="56102"/>
                  </a:lnTo>
                  <a:lnTo>
                    <a:pt x="1093401" y="91858"/>
                  </a:lnTo>
                  <a:lnTo>
                    <a:pt x="1093401" y="459279"/>
                  </a:lnTo>
                  <a:lnTo>
                    <a:pt x="1086182" y="495035"/>
                  </a:lnTo>
                  <a:lnTo>
                    <a:pt x="1066497" y="524233"/>
                  </a:lnTo>
                  <a:lnTo>
                    <a:pt x="1037300" y="543919"/>
                  </a:lnTo>
                  <a:lnTo>
                    <a:pt x="1001545" y="551138"/>
                  </a:lnTo>
                  <a:lnTo>
                    <a:pt x="91858" y="551138"/>
                  </a:lnTo>
                  <a:lnTo>
                    <a:pt x="56102" y="543919"/>
                  </a:lnTo>
                  <a:lnTo>
                    <a:pt x="26904" y="524233"/>
                  </a:lnTo>
                  <a:lnTo>
                    <a:pt x="7218" y="495035"/>
                  </a:lnTo>
                  <a:lnTo>
                    <a:pt x="0" y="459279"/>
                  </a:lnTo>
                  <a:lnTo>
                    <a:pt x="0" y="918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63746" y="4969764"/>
            <a:ext cx="7473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90" dirty="0">
                <a:latin typeface="Trebuchet MS"/>
                <a:cs typeface="Trebuchet MS"/>
              </a:rPr>
              <a:t>A</a:t>
            </a:r>
            <a:r>
              <a:rPr sz="1900" spc="-70" dirty="0">
                <a:latin typeface="Trebuchet MS"/>
                <a:cs typeface="Trebuchet MS"/>
              </a:rPr>
              <a:t>c</a:t>
            </a:r>
            <a:r>
              <a:rPr sz="1900" spc="-114" dirty="0">
                <a:latin typeface="Trebuchet MS"/>
                <a:cs typeface="Trebuchet MS"/>
              </a:rPr>
              <a:t>ti</a:t>
            </a:r>
            <a:r>
              <a:rPr sz="1900" spc="-75" dirty="0">
                <a:latin typeface="Trebuchet MS"/>
                <a:cs typeface="Trebuchet MS"/>
              </a:rPr>
              <a:t>v</a:t>
            </a:r>
            <a:r>
              <a:rPr sz="1900" spc="-110" dirty="0">
                <a:latin typeface="Trebuchet MS"/>
                <a:cs typeface="Trebuchet MS"/>
              </a:rPr>
              <a:t>i</a:t>
            </a:r>
            <a:r>
              <a:rPr sz="1900" spc="-100" dirty="0">
                <a:latin typeface="Trebuchet MS"/>
                <a:cs typeface="Trebuchet MS"/>
              </a:rPr>
              <a:t>ty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69899" y="4660937"/>
            <a:ext cx="1107440" cy="565150"/>
            <a:chOff x="6769899" y="4660937"/>
            <a:chExt cx="1107440" cy="565150"/>
          </a:xfrm>
        </p:grpSpPr>
        <p:sp>
          <p:nvSpPr>
            <p:cNvPr id="22" name="object 22"/>
            <p:cNvSpPr/>
            <p:nvPr/>
          </p:nvSpPr>
          <p:spPr>
            <a:xfrm>
              <a:off x="6776884" y="4667922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1001534" y="0"/>
                  </a:moveTo>
                  <a:lnTo>
                    <a:pt x="91846" y="0"/>
                  </a:lnTo>
                  <a:lnTo>
                    <a:pt x="56096" y="7218"/>
                  </a:lnTo>
                  <a:lnTo>
                    <a:pt x="26901" y="26903"/>
                  </a:lnTo>
                  <a:lnTo>
                    <a:pt x="7217" y="56101"/>
                  </a:lnTo>
                  <a:lnTo>
                    <a:pt x="0" y="91859"/>
                  </a:lnTo>
                  <a:lnTo>
                    <a:pt x="0" y="459270"/>
                  </a:lnTo>
                  <a:lnTo>
                    <a:pt x="7217" y="495027"/>
                  </a:lnTo>
                  <a:lnTo>
                    <a:pt x="26901" y="524225"/>
                  </a:lnTo>
                  <a:lnTo>
                    <a:pt x="56096" y="543911"/>
                  </a:lnTo>
                  <a:lnTo>
                    <a:pt x="91846" y="551129"/>
                  </a:lnTo>
                  <a:lnTo>
                    <a:pt x="1001534" y="551129"/>
                  </a:lnTo>
                  <a:lnTo>
                    <a:pt x="1037292" y="543911"/>
                  </a:lnTo>
                  <a:lnTo>
                    <a:pt x="1066490" y="524225"/>
                  </a:lnTo>
                  <a:lnTo>
                    <a:pt x="1086175" y="495027"/>
                  </a:lnTo>
                  <a:lnTo>
                    <a:pt x="1093393" y="459270"/>
                  </a:lnTo>
                  <a:lnTo>
                    <a:pt x="1093393" y="91859"/>
                  </a:lnTo>
                  <a:lnTo>
                    <a:pt x="1086175" y="56101"/>
                  </a:lnTo>
                  <a:lnTo>
                    <a:pt x="1066490" y="26903"/>
                  </a:lnTo>
                  <a:lnTo>
                    <a:pt x="1037292" y="7218"/>
                  </a:lnTo>
                  <a:lnTo>
                    <a:pt x="1001534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76884" y="4667922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0" y="91858"/>
                  </a:moveTo>
                  <a:lnTo>
                    <a:pt x="7218" y="56102"/>
                  </a:lnTo>
                  <a:lnTo>
                    <a:pt x="26904" y="26904"/>
                  </a:lnTo>
                  <a:lnTo>
                    <a:pt x="56102" y="7218"/>
                  </a:lnTo>
                  <a:lnTo>
                    <a:pt x="91858" y="0"/>
                  </a:lnTo>
                  <a:lnTo>
                    <a:pt x="1001545" y="0"/>
                  </a:lnTo>
                  <a:lnTo>
                    <a:pt x="1037300" y="7218"/>
                  </a:lnTo>
                  <a:lnTo>
                    <a:pt x="1066497" y="26904"/>
                  </a:lnTo>
                  <a:lnTo>
                    <a:pt x="1086182" y="56102"/>
                  </a:lnTo>
                  <a:lnTo>
                    <a:pt x="1093401" y="91858"/>
                  </a:lnTo>
                  <a:lnTo>
                    <a:pt x="1093401" y="459279"/>
                  </a:lnTo>
                  <a:lnTo>
                    <a:pt x="1086182" y="495035"/>
                  </a:lnTo>
                  <a:lnTo>
                    <a:pt x="1066497" y="524233"/>
                  </a:lnTo>
                  <a:lnTo>
                    <a:pt x="1037300" y="543919"/>
                  </a:lnTo>
                  <a:lnTo>
                    <a:pt x="1001545" y="551138"/>
                  </a:lnTo>
                  <a:lnTo>
                    <a:pt x="91858" y="551138"/>
                  </a:lnTo>
                  <a:lnTo>
                    <a:pt x="56102" y="543919"/>
                  </a:lnTo>
                  <a:lnTo>
                    <a:pt x="26904" y="524233"/>
                  </a:lnTo>
                  <a:lnTo>
                    <a:pt x="7218" y="495035"/>
                  </a:lnTo>
                  <a:lnTo>
                    <a:pt x="0" y="459279"/>
                  </a:lnTo>
                  <a:lnTo>
                    <a:pt x="0" y="918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43661" y="4774691"/>
            <a:ext cx="7600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90" dirty="0">
                <a:latin typeface="Trebuchet MS"/>
                <a:cs typeface="Trebuchet MS"/>
              </a:rPr>
              <a:t>A</a:t>
            </a:r>
            <a:r>
              <a:rPr sz="1900" spc="-70" dirty="0">
                <a:latin typeface="Trebuchet MS"/>
                <a:cs typeface="Trebuchet MS"/>
              </a:rPr>
              <a:t>c</a:t>
            </a:r>
            <a:r>
              <a:rPr sz="1900" spc="-114" dirty="0">
                <a:latin typeface="Trebuchet MS"/>
                <a:cs typeface="Trebuchet MS"/>
              </a:rPr>
              <a:t>ti</a:t>
            </a:r>
            <a:r>
              <a:rPr sz="1900" spc="-75" dirty="0">
                <a:latin typeface="Trebuchet MS"/>
                <a:cs typeface="Trebuchet MS"/>
              </a:rPr>
              <a:t>v</a:t>
            </a:r>
            <a:r>
              <a:rPr sz="1900" spc="-110" dirty="0">
                <a:latin typeface="Trebuchet MS"/>
                <a:cs typeface="Trebuchet MS"/>
              </a:rPr>
              <a:t>i</a:t>
            </a:r>
            <a:r>
              <a:rPr sz="1900" spc="-100" dirty="0">
                <a:latin typeface="Trebuchet MS"/>
                <a:cs typeface="Trebuchet MS"/>
              </a:rPr>
              <a:t>ty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55023" y="2307348"/>
            <a:ext cx="5215255" cy="4904740"/>
            <a:chOff x="2655023" y="2307348"/>
            <a:chExt cx="5215255" cy="4904740"/>
          </a:xfrm>
        </p:grpSpPr>
        <p:sp>
          <p:nvSpPr>
            <p:cNvPr id="26" name="object 26"/>
            <p:cNvSpPr/>
            <p:nvPr/>
          </p:nvSpPr>
          <p:spPr>
            <a:xfrm>
              <a:off x="2655023" y="6312673"/>
              <a:ext cx="5215255" cy="0"/>
            </a:xfrm>
            <a:custGeom>
              <a:avLst/>
              <a:gdLst/>
              <a:ahLst/>
              <a:cxnLst/>
              <a:rect l="l" t="t" r="r" b="b"/>
              <a:pathLst>
                <a:path w="5215255">
                  <a:moveTo>
                    <a:pt x="0" y="0"/>
                  </a:moveTo>
                  <a:lnTo>
                    <a:pt x="5215257" y="1"/>
                  </a:lnTo>
                </a:path>
              </a:pathLst>
            </a:custGeom>
            <a:ln w="808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62528" y="4009605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214693" y="0"/>
                  </a:moveTo>
                  <a:lnTo>
                    <a:pt x="0" y="214706"/>
                  </a:lnTo>
                  <a:lnTo>
                    <a:pt x="214693" y="429399"/>
                  </a:lnTo>
                  <a:lnTo>
                    <a:pt x="429387" y="214706"/>
                  </a:lnTo>
                  <a:lnTo>
                    <a:pt x="21469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62528" y="4009605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0" y="214698"/>
                  </a:moveTo>
                  <a:lnTo>
                    <a:pt x="214698" y="0"/>
                  </a:lnTo>
                  <a:lnTo>
                    <a:pt x="429397" y="214698"/>
                  </a:lnTo>
                  <a:lnTo>
                    <a:pt x="214698" y="429397"/>
                  </a:lnTo>
                  <a:lnTo>
                    <a:pt x="0" y="21469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95332" y="2307348"/>
              <a:ext cx="1849755" cy="1702435"/>
            </a:xfrm>
            <a:custGeom>
              <a:avLst/>
              <a:gdLst/>
              <a:ahLst/>
              <a:cxnLst/>
              <a:rect l="l" t="t" r="r" b="b"/>
              <a:pathLst>
                <a:path w="1849754" h="1702435">
                  <a:moveTo>
                    <a:pt x="163779" y="1554848"/>
                  </a:moveTo>
                  <a:lnTo>
                    <a:pt x="161569" y="1547114"/>
                  </a:lnTo>
                  <a:lnTo>
                    <a:pt x="149313" y="1540306"/>
                  </a:lnTo>
                  <a:lnTo>
                    <a:pt x="141579" y="1542516"/>
                  </a:lnTo>
                  <a:lnTo>
                    <a:pt x="94589" y="1627085"/>
                  </a:lnTo>
                  <a:lnTo>
                    <a:pt x="94589" y="1279867"/>
                  </a:lnTo>
                  <a:lnTo>
                    <a:pt x="69189" y="1279867"/>
                  </a:lnTo>
                  <a:lnTo>
                    <a:pt x="69189" y="1627085"/>
                  </a:lnTo>
                  <a:lnTo>
                    <a:pt x="22212" y="1542516"/>
                  </a:lnTo>
                  <a:lnTo>
                    <a:pt x="14478" y="1540306"/>
                  </a:lnTo>
                  <a:lnTo>
                    <a:pt x="2209" y="1547114"/>
                  </a:lnTo>
                  <a:lnTo>
                    <a:pt x="0" y="1554848"/>
                  </a:lnTo>
                  <a:lnTo>
                    <a:pt x="81889" y="1702244"/>
                  </a:lnTo>
                  <a:lnTo>
                    <a:pt x="96405" y="1676095"/>
                  </a:lnTo>
                  <a:lnTo>
                    <a:pt x="163779" y="1554848"/>
                  </a:lnTo>
                  <a:close/>
                </a:path>
                <a:path w="1849754" h="1702435">
                  <a:moveTo>
                    <a:pt x="1849208" y="1132459"/>
                  </a:moveTo>
                  <a:lnTo>
                    <a:pt x="1846999" y="1124724"/>
                  </a:lnTo>
                  <a:lnTo>
                    <a:pt x="1834743" y="1117917"/>
                  </a:lnTo>
                  <a:lnTo>
                    <a:pt x="1827009" y="1120127"/>
                  </a:lnTo>
                  <a:lnTo>
                    <a:pt x="1780019" y="1204709"/>
                  </a:lnTo>
                  <a:lnTo>
                    <a:pt x="1780019" y="905332"/>
                  </a:lnTo>
                  <a:lnTo>
                    <a:pt x="1754619" y="905332"/>
                  </a:lnTo>
                  <a:lnTo>
                    <a:pt x="1754619" y="1204709"/>
                  </a:lnTo>
                  <a:lnTo>
                    <a:pt x="1707642" y="1120127"/>
                  </a:lnTo>
                  <a:lnTo>
                    <a:pt x="1699907" y="1117917"/>
                  </a:lnTo>
                  <a:lnTo>
                    <a:pt x="1687639" y="1124724"/>
                  </a:lnTo>
                  <a:lnTo>
                    <a:pt x="1685429" y="1132459"/>
                  </a:lnTo>
                  <a:lnTo>
                    <a:pt x="1767319" y="1279855"/>
                  </a:lnTo>
                  <a:lnTo>
                    <a:pt x="1781835" y="1253705"/>
                  </a:lnTo>
                  <a:lnTo>
                    <a:pt x="1849208" y="1132459"/>
                  </a:lnTo>
                  <a:close/>
                </a:path>
                <a:path w="1849754" h="1702435">
                  <a:moveTo>
                    <a:pt x="1849208" y="212331"/>
                  </a:moveTo>
                  <a:lnTo>
                    <a:pt x="1846999" y="204597"/>
                  </a:lnTo>
                  <a:lnTo>
                    <a:pt x="1834743" y="197777"/>
                  </a:lnTo>
                  <a:lnTo>
                    <a:pt x="1827009" y="199986"/>
                  </a:lnTo>
                  <a:lnTo>
                    <a:pt x="1780019" y="284568"/>
                  </a:lnTo>
                  <a:lnTo>
                    <a:pt x="1780019" y="0"/>
                  </a:lnTo>
                  <a:lnTo>
                    <a:pt x="1754619" y="0"/>
                  </a:lnTo>
                  <a:lnTo>
                    <a:pt x="1754619" y="284568"/>
                  </a:lnTo>
                  <a:lnTo>
                    <a:pt x="1707642" y="199986"/>
                  </a:lnTo>
                  <a:lnTo>
                    <a:pt x="1699907" y="197777"/>
                  </a:lnTo>
                  <a:lnTo>
                    <a:pt x="1687639" y="204597"/>
                  </a:lnTo>
                  <a:lnTo>
                    <a:pt x="1685429" y="212331"/>
                  </a:lnTo>
                  <a:lnTo>
                    <a:pt x="1767319" y="359727"/>
                  </a:lnTo>
                  <a:lnTo>
                    <a:pt x="1781835" y="333578"/>
                  </a:lnTo>
                  <a:lnTo>
                    <a:pt x="1849208" y="212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33929" y="4667923"/>
              <a:ext cx="163779" cy="2012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43260" y="4662423"/>
              <a:ext cx="163779" cy="20128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15818" y="4662423"/>
              <a:ext cx="1509395" cy="0"/>
            </a:xfrm>
            <a:custGeom>
              <a:avLst/>
              <a:gdLst/>
              <a:ahLst/>
              <a:cxnLst/>
              <a:rect l="l" t="t" r="r" b="b"/>
              <a:pathLst>
                <a:path w="1509395">
                  <a:moveTo>
                    <a:pt x="0" y="0"/>
                  </a:moveTo>
                  <a:lnTo>
                    <a:pt x="1509325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77221" y="44390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0"/>
                  </a:moveTo>
                  <a:lnTo>
                    <a:pt x="1" y="2234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54870" y="5541340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214693" y="0"/>
                  </a:moveTo>
                  <a:lnTo>
                    <a:pt x="0" y="214693"/>
                  </a:lnTo>
                  <a:lnTo>
                    <a:pt x="214693" y="429399"/>
                  </a:lnTo>
                  <a:lnTo>
                    <a:pt x="429399" y="214693"/>
                  </a:lnTo>
                  <a:lnTo>
                    <a:pt x="21469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54870" y="5541340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0" y="214698"/>
                  </a:moveTo>
                  <a:lnTo>
                    <a:pt x="214698" y="0"/>
                  </a:lnTo>
                  <a:lnTo>
                    <a:pt x="429397" y="214698"/>
                  </a:lnTo>
                  <a:lnTo>
                    <a:pt x="214698" y="429397"/>
                  </a:lnTo>
                  <a:lnTo>
                    <a:pt x="0" y="21469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15818" y="5694362"/>
              <a:ext cx="1515745" cy="123825"/>
            </a:xfrm>
            <a:custGeom>
              <a:avLst/>
              <a:gdLst/>
              <a:ahLst/>
              <a:cxnLst/>
              <a:rect l="l" t="t" r="r" b="b"/>
              <a:pathLst>
                <a:path w="1515745" h="123825">
                  <a:moveTo>
                    <a:pt x="539102" y="61671"/>
                  </a:moveTo>
                  <a:lnTo>
                    <a:pt x="517321" y="48971"/>
                  </a:lnTo>
                  <a:lnTo>
                    <a:pt x="433387" y="0"/>
                  </a:lnTo>
                  <a:lnTo>
                    <a:pt x="425615" y="2044"/>
                  </a:lnTo>
                  <a:lnTo>
                    <a:pt x="418541" y="14173"/>
                  </a:lnTo>
                  <a:lnTo>
                    <a:pt x="420585" y="21945"/>
                  </a:lnTo>
                  <a:lnTo>
                    <a:pt x="466915" y="48971"/>
                  </a:lnTo>
                  <a:lnTo>
                    <a:pt x="488696" y="61671"/>
                  </a:lnTo>
                  <a:lnTo>
                    <a:pt x="466915" y="48971"/>
                  </a:lnTo>
                  <a:lnTo>
                    <a:pt x="0" y="48971"/>
                  </a:lnTo>
                  <a:lnTo>
                    <a:pt x="0" y="74371"/>
                  </a:lnTo>
                  <a:lnTo>
                    <a:pt x="466928" y="74371"/>
                  </a:lnTo>
                  <a:lnTo>
                    <a:pt x="420585" y="101409"/>
                  </a:lnTo>
                  <a:lnTo>
                    <a:pt x="418541" y="109181"/>
                  </a:lnTo>
                  <a:lnTo>
                    <a:pt x="425615" y="121297"/>
                  </a:lnTo>
                  <a:lnTo>
                    <a:pt x="433387" y="123342"/>
                  </a:lnTo>
                  <a:lnTo>
                    <a:pt x="517321" y="74371"/>
                  </a:lnTo>
                  <a:lnTo>
                    <a:pt x="539102" y="61671"/>
                  </a:lnTo>
                  <a:close/>
                </a:path>
                <a:path w="1515745" h="123825">
                  <a:moveTo>
                    <a:pt x="1515148" y="48971"/>
                  </a:moveTo>
                  <a:lnTo>
                    <a:pt x="1048219" y="48971"/>
                  </a:lnTo>
                  <a:lnTo>
                    <a:pt x="1094562" y="21945"/>
                  </a:lnTo>
                  <a:lnTo>
                    <a:pt x="1096606" y="14173"/>
                  </a:lnTo>
                  <a:lnTo>
                    <a:pt x="1089545" y="2044"/>
                  </a:lnTo>
                  <a:lnTo>
                    <a:pt x="1081760" y="0"/>
                  </a:lnTo>
                  <a:lnTo>
                    <a:pt x="1026452" y="32270"/>
                  </a:lnTo>
                  <a:lnTo>
                    <a:pt x="1026452" y="61671"/>
                  </a:lnTo>
                  <a:lnTo>
                    <a:pt x="1007643" y="50711"/>
                  </a:lnTo>
                  <a:lnTo>
                    <a:pt x="1026452" y="61671"/>
                  </a:lnTo>
                  <a:lnTo>
                    <a:pt x="1026452" y="32270"/>
                  </a:lnTo>
                  <a:lnTo>
                    <a:pt x="976045" y="61671"/>
                  </a:lnTo>
                  <a:lnTo>
                    <a:pt x="1081760" y="123342"/>
                  </a:lnTo>
                  <a:lnTo>
                    <a:pt x="1089545" y="121297"/>
                  </a:lnTo>
                  <a:lnTo>
                    <a:pt x="1096606" y="109181"/>
                  </a:lnTo>
                  <a:lnTo>
                    <a:pt x="1094562" y="101409"/>
                  </a:lnTo>
                  <a:lnTo>
                    <a:pt x="1048194" y="74371"/>
                  </a:lnTo>
                  <a:lnTo>
                    <a:pt x="1515148" y="74371"/>
                  </a:lnTo>
                  <a:lnTo>
                    <a:pt x="1515148" y="489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25149" y="5414852"/>
              <a:ext cx="6350" cy="341630"/>
            </a:xfrm>
            <a:custGeom>
              <a:avLst/>
              <a:gdLst/>
              <a:ahLst/>
              <a:cxnLst/>
              <a:rect l="l" t="t" r="r" b="b"/>
              <a:pathLst>
                <a:path w="6350" h="341629">
                  <a:moveTo>
                    <a:pt x="5817" y="34118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15818" y="5420350"/>
              <a:ext cx="0" cy="335915"/>
            </a:xfrm>
            <a:custGeom>
              <a:avLst/>
              <a:gdLst/>
              <a:ahLst/>
              <a:cxnLst/>
              <a:rect l="l" t="t" r="r" b="b"/>
              <a:pathLst>
                <a:path h="335914">
                  <a:moveTo>
                    <a:pt x="0" y="335682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87674" y="3630929"/>
              <a:ext cx="3917950" cy="2625725"/>
            </a:xfrm>
            <a:custGeom>
              <a:avLst/>
              <a:gdLst/>
              <a:ahLst/>
              <a:cxnLst/>
              <a:rect l="l" t="t" r="r" b="b"/>
              <a:pathLst>
                <a:path w="3917950" h="2625725">
                  <a:moveTo>
                    <a:pt x="163779" y="2465298"/>
                  </a:moveTo>
                  <a:lnTo>
                    <a:pt x="161569" y="2457564"/>
                  </a:lnTo>
                  <a:lnTo>
                    <a:pt x="149313" y="2450757"/>
                  </a:lnTo>
                  <a:lnTo>
                    <a:pt x="141579" y="2452967"/>
                  </a:lnTo>
                  <a:lnTo>
                    <a:pt x="94589" y="2537536"/>
                  </a:lnTo>
                  <a:lnTo>
                    <a:pt x="94589" y="2339810"/>
                  </a:lnTo>
                  <a:lnTo>
                    <a:pt x="69189" y="2339810"/>
                  </a:lnTo>
                  <a:lnTo>
                    <a:pt x="69189" y="2537536"/>
                  </a:lnTo>
                  <a:lnTo>
                    <a:pt x="22212" y="2452967"/>
                  </a:lnTo>
                  <a:lnTo>
                    <a:pt x="14478" y="2450757"/>
                  </a:lnTo>
                  <a:lnTo>
                    <a:pt x="2209" y="2457564"/>
                  </a:lnTo>
                  <a:lnTo>
                    <a:pt x="0" y="2465298"/>
                  </a:lnTo>
                  <a:lnTo>
                    <a:pt x="81889" y="2612694"/>
                  </a:lnTo>
                  <a:lnTo>
                    <a:pt x="96405" y="2586545"/>
                  </a:lnTo>
                  <a:lnTo>
                    <a:pt x="163779" y="2465298"/>
                  </a:lnTo>
                  <a:close/>
                </a:path>
                <a:path w="3917950" h="2625725">
                  <a:moveTo>
                    <a:pt x="3917797" y="2477706"/>
                  </a:moveTo>
                  <a:lnTo>
                    <a:pt x="3915587" y="2469972"/>
                  </a:lnTo>
                  <a:lnTo>
                    <a:pt x="3903319" y="2463165"/>
                  </a:lnTo>
                  <a:lnTo>
                    <a:pt x="3895598" y="2465374"/>
                  </a:lnTo>
                  <a:lnTo>
                    <a:pt x="3848608" y="2549944"/>
                  </a:lnTo>
                  <a:lnTo>
                    <a:pt x="3848608" y="1588122"/>
                  </a:lnTo>
                  <a:lnTo>
                    <a:pt x="3823208" y="1588122"/>
                  </a:lnTo>
                  <a:lnTo>
                    <a:pt x="3823208" y="2549944"/>
                  </a:lnTo>
                  <a:lnTo>
                    <a:pt x="3776218" y="2465374"/>
                  </a:lnTo>
                  <a:lnTo>
                    <a:pt x="3768496" y="2463165"/>
                  </a:lnTo>
                  <a:lnTo>
                    <a:pt x="3756228" y="2469972"/>
                  </a:lnTo>
                  <a:lnTo>
                    <a:pt x="3754018" y="2477706"/>
                  </a:lnTo>
                  <a:lnTo>
                    <a:pt x="3835908" y="2625102"/>
                  </a:lnTo>
                  <a:lnTo>
                    <a:pt x="3850424" y="2598953"/>
                  </a:lnTo>
                  <a:lnTo>
                    <a:pt x="3917797" y="2477706"/>
                  </a:lnTo>
                  <a:close/>
                </a:path>
                <a:path w="3917950" h="2625725">
                  <a:moveTo>
                    <a:pt x="3917797" y="889571"/>
                  </a:moveTo>
                  <a:lnTo>
                    <a:pt x="3915587" y="881849"/>
                  </a:lnTo>
                  <a:lnTo>
                    <a:pt x="3903319" y="875030"/>
                  </a:lnTo>
                  <a:lnTo>
                    <a:pt x="3895598" y="877239"/>
                  </a:lnTo>
                  <a:lnTo>
                    <a:pt x="3848608" y="961821"/>
                  </a:lnTo>
                  <a:lnTo>
                    <a:pt x="3848608" y="0"/>
                  </a:lnTo>
                  <a:lnTo>
                    <a:pt x="3823208" y="0"/>
                  </a:lnTo>
                  <a:lnTo>
                    <a:pt x="3823208" y="961821"/>
                  </a:lnTo>
                  <a:lnTo>
                    <a:pt x="3776218" y="877239"/>
                  </a:lnTo>
                  <a:lnTo>
                    <a:pt x="3768496" y="875030"/>
                  </a:lnTo>
                  <a:lnTo>
                    <a:pt x="3756228" y="881849"/>
                  </a:lnTo>
                  <a:lnTo>
                    <a:pt x="3754018" y="889584"/>
                  </a:lnTo>
                  <a:lnTo>
                    <a:pt x="3835908" y="1036980"/>
                  </a:lnTo>
                  <a:lnTo>
                    <a:pt x="3850424" y="1010831"/>
                  </a:lnTo>
                  <a:lnTo>
                    <a:pt x="3917797" y="889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47030" y="6773758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17"/>
                  </a:moveTo>
                  <a:lnTo>
                    <a:pt x="5694" y="166178"/>
                  </a:lnTo>
                  <a:lnTo>
                    <a:pt x="21915" y="120794"/>
                  </a:lnTo>
                  <a:lnTo>
                    <a:pt x="47368" y="80759"/>
                  </a:lnTo>
                  <a:lnTo>
                    <a:pt x="80759" y="47368"/>
                  </a:lnTo>
                  <a:lnTo>
                    <a:pt x="120794" y="21915"/>
                  </a:lnTo>
                  <a:lnTo>
                    <a:pt x="166178" y="5694"/>
                  </a:lnTo>
                  <a:lnTo>
                    <a:pt x="215617" y="0"/>
                  </a:lnTo>
                  <a:lnTo>
                    <a:pt x="265057" y="5694"/>
                  </a:lnTo>
                  <a:lnTo>
                    <a:pt x="310441" y="21915"/>
                  </a:lnTo>
                  <a:lnTo>
                    <a:pt x="350475" y="47368"/>
                  </a:lnTo>
                  <a:lnTo>
                    <a:pt x="383866" y="80759"/>
                  </a:lnTo>
                  <a:lnTo>
                    <a:pt x="409320" y="120794"/>
                  </a:lnTo>
                  <a:lnTo>
                    <a:pt x="425541" y="166178"/>
                  </a:lnTo>
                  <a:lnTo>
                    <a:pt x="431235" y="215617"/>
                  </a:lnTo>
                  <a:lnTo>
                    <a:pt x="425541" y="265057"/>
                  </a:lnTo>
                  <a:lnTo>
                    <a:pt x="409320" y="310441"/>
                  </a:lnTo>
                  <a:lnTo>
                    <a:pt x="383866" y="350475"/>
                  </a:lnTo>
                  <a:lnTo>
                    <a:pt x="350475" y="383866"/>
                  </a:lnTo>
                  <a:lnTo>
                    <a:pt x="310441" y="409320"/>
                  </a:lnTo>
                  <a:lnTo>
                    <a:pt x="265057" y="425541"/>
                  </a:lnTo>
                  <a:lnTo>
                    <a:pt x="215617" y="431235"/>
                  </a:lnTo>
                  <a:lnTo>
                    <a:pt x="166178" y="425541"/>
                  </a:lnTo>
                  <a:lnTo>
                    <a:pt x="120794" y="409320"/>
                  </a:lnTo>
                  <a:lnTo>
                    <a:pt x="80759" y="383866"/>
                  </a:lnTo>
                  <a:lnTo>
                    <a:pt x="47368" y="350475"/>
                  </a:lnTo>
                  <a:lnTo>
                    <a:pt x="21915" y="310441"/>
                  </a:lnTo>
                  <a:lnTo>
                    <a:pt x="5694" y="265057"/>
                  </a:lnTo>
                  <a:lnTo>
                    <a:pt x="0" y="215617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98580" y="6312674"/>
              <a:ext cx="329565" cy="836294"/>
            </a:xfrm>
            <a:custGeom>
              <a:avLst/>
              <a:gdLst/>
              <a:ahLst/>
              <a:cxnLst/>
              <a:rect l="l" t="t" r="r" b="b"/>
              <a:pathLst>
                <a:path w="329564" h="836295">
                  <a:moveTo>
                    <a:pt x="245960" y="313677"/>
                  </a:moveTo>
                  <a:lnTo>
                    <a:pt x="243751" y="305943"/>
                  </a:lnTo>
                  <a:lnTo>
                    <a:pt x="231495" y="299135"/>
                  </a:lnTo>
                  <a:lnTo>
                    <a:pt x="223761" y="301345"/>
                  </a:lnTo>
                  <a:lnTo>
                    <a:pt x="176771" y="385914"/>
                  </a:lnTo>
                  <a:lnTo>
                    <a:pt x="176771" y="0"/>
                  </a:lnTo>
                  <a:lnTo>
                    <a:pt x="151371" y="0"/>
                  </a:lnTo>
                  <a:lnTo>
                    <a:pt x="151371" y="385914"/>
                  </a:lnTo>
                  <a:lnTo>
                    <a:pt x="104394" y="301345"/>
                  </a:lnTo>
                  <a:lnTo>
                    <a:pt x="96659" y="299135"/>
                  </a:lnTo>
                  <a:lnTo>
                    <a:pt x="84391" y="305943"/>
                  </a:lnTo>
                  <a:lnTo>
                    <a:pt x="82181" y="313677"/>
                  </a:lnTo>
                  <a:lnTo>
                    <a:pt x="164071" y="461073"/>
                  </a:lnTo>
                  <a:lnTo>
                    <a:pt x="178600" y="434924"/>
                  </a:lnTo>
                  <a:lnTo>
                    <a:pt x="245960" y="313677"/>
                  </a:lnTo>
                  <a:close/>
                </a:path>
                <a:path w="329564" h="836295">
                  <a:moveTo>
                    <a:pt x="329323" y="671068"/>
                  </a:moveTo>
                  <a:lnTo>
                    <a:pt x="323430" y="627291"/>
                  </a:lnTo>
                  <a:lnTo>
                    <a:pt x="306832" y="587959"/>
                  </a:lnTo>
                  <a:lnTo>
                    <a:pt x="281089" y="554634"/>
                  </a:lnTo>
                  <a:lnTo>
                    <a:pt x="247764" y="528891"/>
                  </a:lnTo>
                  <a:lnTo>
                    <a:pt x="208419" y="512292"/>
                  </a:lnTo>
                  <a:lnTo>
                    <a:pt x="164655" y="506399"/>
                  </a:lnTo>
                  <a:lnTo>
                    <a:pt x="120878" y="512292"/>
                  </a:lnTo>
                  <a:lnTo>
                    <a:pt x="81546" y="528891"/>
                  </a:lnTo>
                  <a:lnTo>
                    <a:pt x="48221" y="554634"/>
                  </a:lnTo>
                  <a:lnTo>
                    <a:pt x="22479" y="587959"/>
                  </a:lnTo>
                  <a:lnTo>
                    <a:pt x="5880" y="627291"/>
                  </a:lnTo>
                  <a:lnTo>
                    <a:pt x="0" y="671068"/>
                  </a:lnTo>
                  <a:lnTo>
                    <a:pt x="5880" y="714832"/>
                  </a:lnTo>
                  <a:lnTo>
                    <a:pt x="22479" y="754164"/>
                  </a:lnTo>
                  <a:lnTo>
                    <a:pt x="48221" y="787488"/>
                  </a:lnTo>
                  <a:lnTo>
                    <a:pt x="81546" y="813244"/>
                  </a:lnTo>
                  <a:lnTo>
                    <a:pt x="120878" y="829843"/>
                  </a:lnTo>
                  <a:lnTo>
                    <a:pt x="164655" y="835723"/>
                  </a:lnTo>
                  <a:lnTo>
                    <a:pt x="208419" y="829843"/>
                  </a:lnTo>
                  <a:lnTo>
                    <a:pt x="247764" y="813244"/>
                  </a:lnTo>
                  <a:lnTo>
                    <a:pt x="281089" y="787488"/>
                  </a:lnTo>
                  <a:lnTo>
                    <a:pt x="306832" y="754164"/>
                  </a:lnTo>
                  <a:lnTo>
                    <a:pt x="323430" y="714832"/>
                  </a:lnTo>
                  <a:lnTo>
                    <a:pt x="329323" y="671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98580" y="6819074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5">
                  <a:moveTo>
                    <a:pt x="0" y="164658"/>
                  </a:moveTo>
                  <a:lnTo>
                    <a:pt x="5881" y="120885"/>
                  </a:lnTo>
                  <a:lnTo>
                    <a:pt x="22480" y="81551"/>
                  </a:lnTo>
                  <a:lnTo>
                    <a:pt x="48227" y="48227"/>
                  </a:lnTo>
                  <a:lnTo>
                    <a:pt x="81551" y="22480"/>
                  </a:lnTo>
                  <a:lnTo>
                    <a:pt x="120885" y="5881"/>
                  </a:lnTo>
                  <a:lnTo>
                    <a:pt x="164658" y="0"/>
                  </a:lnTo>
                  <a:lnTo>
                    <a:pt x="208430" y="5881"/>
                  </a:lnTo>
                  <a:lnTo>
                    <a:pt x="247763" y="22480"/>
                  </a:lnTo>
                  <a:lnTo>
                    <a:pt x="281087" y="48227"/>
                  </a:lnTo>
                  <a:lnTo>
                    <a:pt x="306834" y="81551"/>
                  </a:lnTo>
                  <a:lnTo>
                    <a:pt x="323433" y="120885"/>
                  </a:lnTo>
                  <a:lnTo>
                    <a:pt x="329314" y="164658"/>
                  </a:lnTo>
                  <a:lnTo>
                    <a:pt x="323433" y="208430"/>
                  </a:lnTo>
                  <a:lnTo>
                    <a:pt x="306834" y="247763"/>
                  </a:lnTo>
                  <a:lnTo>
                    <a:pt x="281087" y="281087"/>
                  </a:lnTo>
                  <a:lnTo>
                    <a:pt x="247763" y="306834"/>
                  </a:lnTo>
                  <a:lnTo>
                    <a:pt x="208430" y="323433"/>
                  </a:lnTo>
                  <a:lnTo>
                    <a:pt x="164658" y="329314"/>
                  </a:lnTo>
                  <a:lnTo>
                    <a:pt x="120885" y="323433"/>
                  </a:lnTo>
                  <a:lnTo>
                    <a:pt x="81551" y="306834"/>
                  </a:lnTo>
                  <a:lnTo>
                    <a:pt x="48227" y="281087"/>
                  </a:lnTo>
                  <a:lnTo>
                    <a:pt x="22480" y="247763"/>
                  </a:lnTo>
                  <a:lnTo>
                    <a:pt x="5881" y="208430"/>
                  </a:lnTo>
                  <a:lnTo>
                    <a:pt x="0" y="1646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12923" y="3238499"/>
            <a:ext cx="4978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Arial"/>
                <a:cs typeface="Arial"/>
              </a:rPr>
              <a:t>F</a:t>
            </a:r>
            <a:r>
              <a:rPr sz="1900" dirty="0">
                <a:latin typeface="Arial"/>
                <a:cs typeface="Arial"/>
              </a:rPr>
              <a:t>ork</a:t>
            </a:r>
            <a:endParaRPr sz="1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59428" y="3965955"/>
            <a:ext cx="6108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Br</a:t>
            </a:r>
            <a:r>
              <a:rPr sz="1500" spc="-15" dirty="0">
                <a:latin typeface="Arial"/>
                <a:cs typeface="Arial"/>
              </a:rPr>
              <a:t>an</a:t>
            </a:r>
            <a:r>
              <a:rPr sz="1500" spc="-10" dirty="0">
                <a:latin typeface="Arial"/>
                <a:cs typeface="Arial"/>
              </a:rPr>
              <a:t>c</a:t>
            </a:r>
            <a:r>
              <a:rPr sz="1500" dirty="0">
                <a:latin typeface="Arial"/>
                <a:cs typeface="Arial"/>
              </a:rPr>
              <a:t>h</a:t>
            </a:r>
            <a:endParaRPr sz="15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09063" y="4368292"/>
            <a:ext cx="8712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latin typeface="Arial"/>
                <a:cs typeface="Arial"/>
              </a:rPr>
              <a:t>[condition]</a:t>
            </a:r>
            <a:endParaRPr sz="1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38790" y="4389628"/>
            <a:ext cx="4635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[</a:t>
            </a:r>
            <a:r>
              <a:rPr sz="1500" spc="-15" dirty="0">
                <a:latin typeface="Arial"/>
                <a:cs typeface="Arial"/>
              </a:rPr>
              <a:t>e</a:t>
            </a:r>
            <a:r>
              <a:rPr sz="1500" spc="-5" dirty="0">
                <a:latin typeface="Arial"/>
                <a:cs typeface="Arial"/>
              </a:rPr>
              <a:t>l</a:t>
            </a:r>
            <a:r>
              <a:rPr sz="1500" spc="-10" dirty="0">
                <a:latin typeface="Arial"/>
                <a:cs typeface="Arial"/>
              </a:rPr>
              <a:t>s</a:t>
            </a:r>
            <a:r>
              <a:rPr sz="1500" spc="-15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]</a:t>
            </a:r>
            <a:endParaRPr sz="15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12923" y="5870955"/>
            <a:ext cx="1686560" cy="81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latin typeface="Arial"/>
                <a:cs typeface="Arial"/>
              </a:rPr>
              <a:t>M</a:t>
            </a:r>
            <a:r>
              <a:rPr sz="1500" spc="-15" dirty="0">
                <a:latin typeface="Arial"/>
                <a:cs typeface="Arial"/>
              </a:rPr>
              <a:t>e</a:t>
            </a:r>
            <a:r>
              <a:rPr sz="1500" spc="-10" dirty="0">
                <a:latin typeface="Arial"/>
                <a:cs typeface="Arial"/>
              </a:rPr>
              <a:t>r</a:t>
            </a:r>
            <a:r>
              <a:rPr sz="1500" spc="-15" dirty="0">
                <a:latin typeface="Arial"/>
                <a:cs typeface="Arial"/>
              </a:rPr>
              <a:t>g</a:t>
            </a:r>
            <a:r>
              <a:rPr sz="150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900" dirty="0">
                <a:latin typeface="Arial"/>
                <a:cs typeface="Arial"/>
              </a:rPr>
              <a:t>Join</a:t>
            </a:r>
            <a:endParaRPr sz="1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48732" y="1571243"/>
            <a:ext cx="6324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Arial"/>
                <a:cs typeface="Arial"/>
              </a:rPr>
              <a:t>B</a:t>
            </a:r>
            <a:r>
              <a:rPr sz="1900" dirty="0">
                <a:latin typeface="Arial"/>
                <a:cs typeface="Arial"/>
              </a:rPr>
              <a:t>egin</a:t>
            </a:r>
            <a:endParaRPr sz="1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87136" y="6761988"/>
            <a:ext cx="4438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Arial"/>
                <a:cs typeface="Arial"/>
              </a:rPr>
              <a:t>E</a:t>
            </a:r>
            <a:r>
              <a:rPr sz="1900" dirty="0">
                <a:latin typeface="Arial"/>
                <a:cs typeface="Arial"/>
              </a:rPr>
              <a:t>nd</a:t>
            </a:r>
            <a:endParaRPr sz="1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162098" y="1592579"/>
            <a:ext cx="12788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latin typeface="Arial"/>
                <a:cs typeface="Arial"/>
              </a:rPr>
              <a:t>Swimlane</a:t>
            </a:r>
            <a:r>
              <a:rPr sz="1900" i="1" spc="-17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A</a:t>
            </a:r>
            <a:endParaRPr sz="19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36664" y="1613915"/>
            <a:ext cx="13049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dirty="0">
                <a:latin typeface="Arial"/>
                <a:cs typeface="Arial"/>
              </a:rPr>
              <a:t>Swimlane</a:t>
            </a:r>
            <a:r>
              <a:rPr sz="1900" i="1" spc="-6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B</a:t>
            </a:r>
            <a:endParaRPr sz="1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95431" y="2772155"/>
            <a:ext cx="1577975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spc="-95" dirty="0">
                <a:latin typeface="Trebuchet MS"/>
                <a:cs typeface="Trebuchet MS"/>
              </a:rPr>
              <a:t>Activity</a:t>
            </a:r>
            <a:endParaRPr sz="1900">
              <a:latin typeface="Trebuchet MS"/>
              <a:cs typeface="Trebuchet MS"/>
            </a:endParaRPr>
          </a:p>
          <a:p>
            <a:pPr marL="513080">
              <a:lnSpc>
                <a:spcPct val="100000"/>
              </a:lnSpc>
              <a:spcBef>
                <a:spcPts val="1630"/>
              </a:spcBef>
            </a:pPr>
            <a:r>
              <a:rPr sz="1300" i="1" spc="-15" dirty="0">
                <a:latin typeface="Arial"/>
                <a:cs typeface="Arial"/>
              </a:rPr>
              <a:t>Data </a:t>
            </a:r>
            <a:r>
              <a:rPr sz="1300" i="1" spc="-10" dirty="0">
                <a:latin typeface="Arial"/>
                <a:cs typeface="Arial"/>
              </a:rPr>
              <a:t>or</a:t>
            </a:r>
            <a:r>
              <a:rPr sz="1300" i="1" spc="-95" dirty="0">
                <a:latin typeface="Arial"/>
                <a:cs typeface="Arial"/>
              </a:rPr>
              <a:t> </a:t>
            </a:r>
            <a:r>
              <a:rPr sz="1300" i="1" spc="-15" dirty="0">
                <a:latin typeface="Arial"/>
                <a:cs typeface="Arial"/>
              </a:rPr>
              <a:t>events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3667" y="542620"/>
            <a:ext cx="5720080" cy="6064885"/>
            <a:chOff x="833667" y="542620"/>
            <a:chExt cx="5720080" cy="6064885"/>
          </a:xfrm>
        </p:grpSpPr>
        <p:sp>
          <p:nvSpPr>
            <p:cNvPr id="3" name="object 3"/>
            <p:cNvSpPr/>
            <p:nvPr/>
          </p:nvSpPr>
          <p:spPr>
            <a:xfrm>
              <a:off x="3189439" y="549605"/>
              <a:ext cx="3357245" cy="6050915"/>
            </a:xfrm>
            <a:custGeom>
              <a:avLst/>
              <a:gdLst/>
              <a:ahLst/>
              <a:cxnLst/>
              <a:rect l="l" t="t" r="r" b="b"/>
              <a:pathLst>
                <a:path w="3357245" h="6050915">
                  <a:moveTo>
                    <a:pt x="3356851" y="0"/>
                  </a:moveTo>
                  <a:lnTo>
                    <a:pt x="0" y="0"/>
                  </a:lnTo>
                  <a:lnTo>
                    <a:pt x="0" y="6050446"/>
                  </a:lnTo>
                  <a:lnTo>
                    <a:pt x="3356851" y="6050446"/>
                  </a:lnTo>
                  <a:lnTo>
                    <a:pt x="3356851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89439" y="549605"/>
              <a:ext cx="3357245" cy="6050915"/>
            </a:xfrm>
            <a:custGeom>
              <a:avLst/>
              <a:gdLst/>
              <a:ahLst/>
              <a:cxnLst/>
              <a:rect l="l" t="t" r="r" b="b"/>
              <a:pathLst>
                <a:path w="3357245" h="6050915">
                  <a:moveTo>
                    <a:pt x="0" y="0"/>
                  </a:moveTo>
                  <a:lnTo>
                    <a:pt x="3356858" y="0"/>
                  </a:lnTo>
                  <a:lnTo>
                    <a:pt x="3356858" y="6050448"/>
                  </a:lnTo>
                  <a:lnTo>
                    <a:pt x="0" y="6050448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0652" y="549605"/>
              <a:ext cx="2356485" cy="6050915"/>
            </a:xfrm>
            <a:custGeom>
              <a:avLst/>
              <a:gdLst/>
              <a:ahLst/>
              <a:cxnLst/>
              <a:rect l="l" t="t" r="r" b="b"/>
              <a:pathLst>
                <a:path w="2356485" h="6050915">
                  <a:moveTo>
                    <a:pt x="2356483" y="0"/>
                  </a:moveTo>
                  <a:lnTo>
                    <a:pt x="0" y="0"/>
                  </a:lnTo>
                  <a:lnTo>
                    <a:pt x="0" y="6050446"/>
                  </a:lnTo>
                  <a:lnTo>
                    <a:pt x="2356483" y="6050446"/>
                  </a:lnTo>
                  <a:lnTo>
                    <a:pt x="2356483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0652" y="549605"/>
              <a:ext cx="2356485" cy="6050915"/>
            </a:xfrm>
            <a:custGeom>
              <a:avLst/>
              <a:gdLst/>
              <a:ahLst/>
              <a:cxnLst/>
              <a:rect l="l" t="t" r="r" b="b"/>
              <a:pathLst>
                <a:path w="2356485" h="6050915">
                  <a:moveTo>
                    <a:pt x="0" y="0"/>
                  </a:moveTo>
                  <a:lnTo>
                    <a:pt x="2356484" y="0"/>
                  </a:lnTo>
                  <a:lnTo>
                    <a:pt x="2356484" y="6050448"/>
                  </a:lnTo>
                  <a:lnTo>
                    <a:pt x="0" y="6050448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3887" y="1162164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620" y="0"/>
                  </a:moveTo>
                  <a:lnTo>
                    <a:pt x="166179" y="5694"/>
                  </a:lnTo>
                  <a:lnTo>
                    <a:pt x="120794" y="21915"/>
                  </a:lnTo>
                  <a:lnTo>
                    <a:pt x="80759" y="47368"/>
                  </a:lnTo>
                  <a:lnTo>
                    <a:pt x="47368" y="80759"/>
                  </a:lnTo>
                  <a:lnTo>
                    <a:pt x="21915" y="120794"/>
                  </a:lnTo>
                  <a:lnTo>
                    <a:pt x="5694" y="166179"/>
                  </a:lnTo>
                  <a:lnTo>
                    <a:pt x="0" y="215620"/>
                  </a:lnTo>
                  <a:lnTo>
                    <a:pt x="5694" y="265056"/>
                  </a:lnTo>
                  <a:lnTo>
                    <a:pt x="21915" y="310438"/>
                  </a:lnTo>
                  <a:lnTo>
                    <a:pt x="47368" y="350471"/>
                  </a:lnTo>
                  <a:lnTo>
                    <a:pt x="80759" y="383861"/>
                  </a:lnTo>
                  <a:lnTo>
                    <a:pt x="120794" y="409313"/>
                  </a:lnTo>
                  <a:lnTo>
                    <a:pt x="166179" y="425534"/>
                  </a:lnTo>
                  <a:lnTo>
                    <a:pt x="215620" y="431228"/>
                  </a:lnTo>
                  <a:lnTo>
                    <a:pt x="265061" y="425534"/>
                  </a:lnTo>
                  <a:lnTo>
                    <a:pt x="310446" y="409313"/>
                  </a:lnTo>
                  <a:lnTo>
                    <a:pt x="350481" y="383861"/>
                  </a:lnTo>
                  <a:lnTo>
                    <a:pt x="383873" y="350471"/>
                  </a:lnTo>
                  <a:lnTo>
                    <a:pt x="409325" y="310438"/>
                  </a:lnTo>
                  <a:lnTo>
                    <a:pt x="425546" y="265056"/>
                  </a:lnTo>
                  <a:lnTo>
                    <a:pt x="431241" y="215620"/>
                  </a:lnTo>
                  <a:lnTo>
                    <a:pt x="425546" y="166179"/>
                  </a:lnTo>
                  <a:lnTo>
                    <a:pt x="409325" y="120794"/>
                  </a:lnTo>
                  <a:lnTo>
                    <a:pt x="383873" y="80759"/>
                  </a:lnTo>
                  <a:lnTo>
                    <a:pt x="350481" y="47368"/>
                  </a:lnTo>
                  <a:lnTo>
                    <a:pt x="310446" y="21915"/>
                  </a:lnTo>
                  <a:lnTo>
                    <a:pt x="265061" y="5694"/>
                  </a:lnTo>
                  <a:lnTo>
                    <a:pt x="21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3887" y="1162164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17"/>
                  </a:moveTo>
                  <a:lnTo>
                    <a:pt x="5694" y="166178"/>
                  </a:lnTo>
                  <a:lnTo>
                    <a:pt x="21915" y="120794"/>
                  </a:lnTo>
                  <a:lnTo>
                    <a:pt x="47368" y="80759"/>
                  </a:lnTo>
                  <a:lnTo>
                    <a:pt x="80759" y="47368"/>
                  </a:lnTo>
                  <a:lnTo>
                    <a:pt x="120794" y="21915"/>
                  </a:lnTo>
                  <a:lnTo>
                    <a:pt x="166178" y="5694"/>
                  </a:lnTo>
                  <a:lnTo>
                    <a:pt x="215617" y="0"/>
                  </a:lnTo>
                  <a:lnTo>
                    <a:pt x="265057" y="5694"/>
                  </a:lnTo>
                  <a:lnTo>
                    <a:pt x="310441" y="21915"/>
                  </a:lnTo>
                  <a:lnTo>
                    <a:pt x="350475" y="47368"/>
                  </a:lnTo>
                  <a:lnTo>
                    <a:pt x="383866" y="80759"/>
                  </a:lnTo>
                  <a:lnTo>
                    <a:pt x="409320" y="120794"/>
                  </a:lnTo>
                  <a:lnTo>
                    <a:pt x="425541" y="166178"/>
                  </a:lnTo>
                  <a:lnTo>
                    <a:pt x="431235" y="215617"/>
                  </a:lnTo>
                  <a:lnTo>
                    <a:pt x="425541" y="265057"/>
                  </a:lnTo>
                  <a:lnTo>
                    <a:pt x="409320" y="310441"/>
                  </a:lnTo>
                  <a:lnTo>
                    <a:pt x="383866" y="350475"/>
                  </a:lnTo>
                  <a:lnTo>
                    <a:pt x="350475" y="383866"/>
                  </a:lnTo>
                  <a:lnTo>
                    <a:pt x="310441" y="409320"/>
                  </a:lnTo>
                  <a:lnTo>
                    <a:pt x="265057" y="425541"/>
                  </a:lnTo>
                  <a:lnTo>
                    <a:pt x="215617" y="431235"/>
                  </a:lnTo>
                  <a:lnTo>
                    <a:pt x="166178" y="425541"/>
                  </a:lnTo>
                  <a:lnTo>
                    <a:pt x="120794" y="409320"/>
                  </a:lnTo>
                  <a:lnTo>
                    <a:pt x="80759" y="383866"/>
                  </a:lnTo>
                  <a:lnTo>
                    <a:pt x="47368" y="350475"/>
                  </a:lnTo>
                  <a:lnTo>
                    <a:pt x="21915" y="310441"/>
                  </a:lnTo>
                  <a:lnTo>
                    <a:pt x="5694" y="265057"/>
                  </a:lnTo>
                  <a:lnTo>
                    <a:pt x="0" y="215617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62811" y="1953133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80">
                  <a:moveTo>
                    <a:pt x="1001534" y="0"/>
                  </a:moveTo>
                  <a:lnTo>
                    <a:pt x="91859" y="0"/>
                  </a:lnTo>
                  <a:lnTo>
                    <a:pt x="56101" y="7218"/>
                  </a:lnTo>
                  <a:lnTo>
                    <a:pt x="26903" y="26903"/>
                  </a:lnTo>
                  <a:lnTo>
                    <a:pt x="7218" y="56101"/>
                  </a:lnTo>
                  <a:lnTo>
                    <a:pt x="0" y="91859"/>
                  </a:lnTo>
                  <a:lnTo>
                    <a:pt x="0" y="459282"/>
                  </a:lnTo>
                  <a:lnTo>
                    <a:pt x="7218" y="495034"/>
                  </a:lnTo>
                  <a:lnTo>
                    <a:pt x="26903" y="524233"/>
                  </a:lnTo>
                  <a:lnTo>
                    <a:pt x="56101" y="543921"/>
                  </a:lnTo>
                  <a:lnTo>
                    <a:pt x="91859" y="551141"/>
                  </a:lnTo>
                  <a:lnTo>
                    <a:pt x="1001534" y="551141"/>
                  </a:lnTo>
                  <a:lnTo>
                    <a:pt x="1037292" y="543921"/>
                  </a:lnTo>
                  <a:lnTo>
                    <a:pt x="1066490" y="524233"/>
                  </a:lnTo>
                  <a:lnTo>
                    <a:pt x="1086175" y="495034"/>
                  </a:lnTo>
                  <a:lnTo>
                    <a:pt x="1093393" y="459282"/>
                  </a:lnTo>
                  <a:lnTo>
                    <a:pt x="1093393" y="91859"/>
                  </a:lnTo>
                  <a:lnTo>
                    <a:pt x="1086175" y="56101"/>
                  </a:lnTo>
                  <a:lnTo>
                    <a:pt x="1066490" y="26903"/>
                  </a:lnTo>
                  <a:lnTo>
                    <a:pt x="1037292" y="7218"/>
                  </a:lnTo>
                  <a:lnTo>
                    <a:pt x="1001534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62811" y="1953133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80">
                  <a:moveTo>
                    <a:pt x="0" y="91858"/>
                  </a:moveTo>
                  <a:lnTo>
                    <a:pt x="7218" y="56102"/>
                  </a:lnTo>
                  <a:lnTo>
                    <a:pt x="26904" y="26904"/>
                  </a:lnTo>
                  <a:lnTo>
                    <a:pt x="56102" y="7218"/>
                  </a:lnTo>
                  <a:lnTo>
                    <a:pt x="91858" y="0"/>
                  </a:lnTo>
                  <a:lnTo>
                    <a:pt x="1001545" y="0"/>
                  </a:lnTo>
                  <a:lnTo>
                    <a:pt x="1037300" y="7218"/>
                  </a:lnTo>
                  <a:lnTo>
                    <a:pt x="1066497" y="26904"/>
                  </a:lnTo>
                  <a:lnTo>
                    <a:pt x="1086182" y="56102"/>
                  </a:lnTo>
                  <a:lnTo>
                    <a:pt x="1093401" y="91858"/>
                  </a:lnTo>
                  <a:lnTo>
                    <a:pt x="1093401" y="459279"/>
                  </a:lnTo>
                  <a:lnTo>
                    <a:pt x="1086182" y="495035"/>
                  </a:lnTo>
                  <a:lnTo>
                    <a:pt x="1066497" y="524233"/>
                  </a:lnTo>
                  <a:lnTo>
                    <a:pt x="1037300" y="543919"/>
                  </a:lnTo>
                  <a:lnTo>
                    <a:pt x="1001545" y="551138"/>
                  </a:lnTo>
                  <a:lnTo>
                    <a:pt x="91858" y="551138"/>
                  </a:lnTo>
                  <a:lnTo>
                    <a:pt x="56102" y="543919"/>
                  </a:lnTo>
                  <a:lnTo>
                    <a:pt x="26904" y="524233"/>
                  </a:lnTo>
                  <a:lnTo>
                    <a:pt x="7218" y="495035"/>
                  </a:lnTo>
                  <a:lnTo>
                    <a:pt x="0" y="459279"/>
                  </a:lnTo>
                  <a:lnTo>
                    <a:pt x="0" y="918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6630" y="1912619"/>
            <a:ext cx="72453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0165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Carlito"/>
                <a:cs typeface="Carlito"/>
              </a:rPr>
              <a:t>Logon  </a:t>
            </a:r>
            <a:r>
              <a:rPr sz="1900" spc="-25" dirty="0">
                <a:latin typeface="Carlito"/>
                <a:cs typeface="Carlito"/>
              </a:rPr>
              <a:t>S</a:t>
            </a:r>
            <a:r>
              <a:rPr sz="1900" spc="-20" dirty="0">
                <a:latin typeface="Carlito"/>
                <a:cs typeface="Carlito"/>
              </a:rPr>
              <a:t>y</a:t>
            </a:r>
            <a:r>
              <a:rPr sz="1900" spc="-25" dirty="0">
                <a:latin typeface="Carlito"/>
                <a:cs typeface="Carlito"/>
              </a:rPr>
              <a:t>s</a:t>
            </a:r>
            <a:r>
              <a:rPr sz="1900" spc="-20" dirty="0">
                <a:latin typeface="Carlito"/>
                <a:cs typeface="Carlito"/>
              </a:rPr>
              <a:t>t</a:t>
            </a:r>
            <a:r>
              <a:rPr sz="1900" spc="5" dirty="0">
                <a:latin typeface="Carlito"/>
                <a:cs typeface="Carlito"/>
              </a:rPr>
              <a:t>e</a:t>
            </a:r>
            <a:r>
              <a:rPr sz="1900" dirty="0">
                <a:latin typeface="Carlito"/>
                <a:cs typeface="Carlito"/>
              </a:rPr>
              <a:t>m</a:t>
            </a:r>
            <a:endParaRPr sz="190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5826" y="1593392"/>
            <a:ext cx="1107440" cy="2892425"/>
            <a:chOff x="1555826" y="1593392"/>
            <a:chExt cx="1107440" cy="2892425"/>
          </a:xfrm>
        </p:grpSpPr>
        <p:sp>
          <p:nvSpPr>
            <p:cNvPr id="13" name="object 13"/>
            <p:cNvSpPr/>
            <p:nvPr/>
          </p:nvSpPr>
          <p:spPr>
            <a:xfrm>
              <a:off x="2027618" y="1593392"/>
              <a:ext cx="163830" cy="360045"/>
            </a:xfrm>
            <a:custGeom>
              <a:avLst/>
              <a:gdLst/>
              <a:ahLst/>
              <a:cxnLst/>
              <a:rect l="l" t="t" r="r" b="b"/>
              <a:pathLst>
                <a:path w="163830" h="360044">
                  <a:moveTo>
                    <a:pt x="14477" y="197789"/>
                  </a:moveTo>
                  <a:lnTo>
                    <a:pt x="2209" y="204597"/>
                  </a:lnTo>
                  <a:lnTo>
                    <a:pt x="0" y="212331"/>
                  </a:lnTo>
                  <a:lnTo>
                    <a:pt x="81889" y="359727"/>
                  </a:lnTo>
                  <a:lnTo>
                    <a:pt x="96418" y="333578"/>
                  </a:lnTo>
                  <a:lnTo>
                    <a:pt x="69189" y="333578"/>
                  </a:lnTo>
                  <a:lnTo>
                    <a:pt x="69189" y="284567"/>
                  </a:lnTo>
                  <a:lnTo>
                    <a:pt x="22199" y="199986"/>
                  </a:lnTo>
                  <a:lnTo>
                    <a:pt x="14477" y="197789"/>
                  </a:lnTo>
                  <a:close/>
                </a:path>
                <a:path w="163830" h="360044">
                  <a:moveTo>
                    <a:pt x="69189" y="284567"/>
                  </a:moveTo>
                  <a:lnTo>
                    <a:pt x="69189" y="333578"/>
                  </a:lnTo>
                  <a:lnTo>
                    <a:pt x="94589" y="333578"/>
                  </a:lnTo>
                  <a:lnTo>
                    <a:pt x="94589" y="327406"/>
                  </a:lnTo>
                  <a:lnTo>
                    <a:pt x="70789" y="327406"/>
                  </a:lnTo>
                  <a:lnTo>
                    <a:pt x="81889" y="307426"/>
                  </a:lnTo>
                  <a:lnTo>
                    <a:pt x="69189" y="284567"/>
                  </a:lnTo>
                  <a:close/>
                </a:path>
                <a:path w="163830" h="360044">
                  <a:moveTo>
                    <a:pt x="149313" y="197789"/>
                  </a:moveTo>
                  <a:lnTo>
                    <a:pt x="141579" y="199986"/>
                  </a:lnTo>
                  <a:lnTo>
                    <a:pt x="94589" y="284567"/>
                  </a:lnTo>
                  <a:lnTo>
                    <a:pt x="94589" y="333578"/>
                  </a:lnTo>
                  <a:lnTo>
                    <a:pt x="96418" y="333578"/>
                  </a:lnTo>
                  <a:lnTo>
                    <a:pt x="163779" y="212331"/>
                  </a:lnTo>
                  <a:lnTo>
                    <a:pt x="161569" y="204597"/>
                  </a:lnTo>
                  <a:lnTo>
                    <a:pt x="149313" y="197789"/>
                  </a:lnTo>
                  <a:close/>
                </a:path>
                <a:path w="163830" h="360044">
                  <a:moveTo>
                    <a:pt x="81889" y="307426"/>
                  </a:moveTo>
                  <a:lnTo>
                    <a:pt x="70789" y="327406"/>
                  </a:lnTo>
                  <a:lnTo>
                    <a:pt x="92989" y="327406"/>
                  </a:lnTo>
                  <a:lnTo>
                    <a:pt x="81889" y="307426"/>
                  </a:lnTo>
                  <a:close/>
                </a:path>
                <a:path w="163830" h="360044">
                  <a:moveTo>
                    <a:pt x="94589" y="284567"/>
                  </a:moveTo>
                  <a:lnTo>
                    <a:pt x="81889" y="307426"/>
                  </a:lnTo>
                  <a:lnTo>
                    <a:pt x="92989" y="327406"/>
                  </a:lnTo>
                  <a:lnTo>
                    <a:pt x="94589" y="327406"/>
                  </a:lnTo>
                  <a:lnTo>
                    <a:pt x="94589" y="284567"/>
                  </a:lnTo>
                  <a:close/>
                </a:path>
                <a:path w="163830" h="360044">
                  <a:moveTo>
                    <a:pt x="94589" y="0"/>
                  </a:moveTo>
                  <a:lnTo>
                    <a:pt x="69189" y="0"/>
                  </a:lnTo>
                  <a:lnTo>
                    <a:pt x="69189" y="284567"/>
                  </a:lnTo>
                  <a:lnTo>
                    <a:pt x="81889" y="307426"/>
                  </a:lnTo>
                  <a:lnTo>
                    <a:pt x="94589" y="284567"/>
                  </a:lnTo>
                  <a:lnTo>
                    <a:pt x="945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62811" y="3927690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1001534" y="0"/>
                  </a:moveTo>
                  <a:lnTo>
                    <a:pt x="91859" y="0"/>
                  </a:lnTo>
                  <a:lnTo>
                    <a:pt x="56101" y="7219"/>
                  </a:lnTo>
                  <a:lnTo>
                    <a:pt x="26903" y="26908"/>
                  </a:lnTo>
                  <a:lnTo>
                    <a:pt x="7218" y="56107"/>
                  </a:lnTo>
                  <a:lnTo>
                    <a:pt x="0" y="91859"/>
                  </a:lnTo>
                  <a:lnTo>
                    <a:pt x="0" y="459282"/>
                  </a:lnTo>
                  <a:lnTo>
                    <a:pt x="7218" y="495040"/>
                  </a:lnTo>
                  <a:lnTo>
                    <a:pt x="26903" y="524238"/>
                  </a:lnTo>
                  <a:lnTo>
                    <a:pt x="56101" y="543923"/>
                  </a:lnTo>
                  <a:lnTo>
                    <a:pt x="91859" y="551141"/>
                  </a:lnTo>
                  <a:lnTo>
                    <a:pt x="1001534" y="551141"/>
                  </a:lnTo>
                  <a:lnTo>
                    <a:pt x="1037292" y="543923"/>
                  </a:lnTo>
                  <a:lnTo>
                    <a:pt x="1066490" y="524238"/>
                  </a:lnTo>
                  <a:lnTo>
                    <a:pt x="1086175" y="495040"/>
                  </a:lnTo>
                  <a:lnTo>
                    <a:pt x="1093393" y="459282"/>
                  </a:lnTo>
                  <a:lnTo>
                    <a:pt x="1093393" y="91859"/>
                  </a:lnTo>
                  <a:lnTo>
                    <a:pt x="1086175" y="56107"/>
                  </a:lnTo>
                  <a:lnTo>
                    <a:pt x="1066490" y="26908"/>
                  </a:lnTo>
                  <a:lnTo>
                    <a:pt x="1037292" y="7219"/>
                  </a:lnTo>
                  <a:lnTo>
                    <a:pt x="1001534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62811" y="3927690"/>
              <a:ext cx="1093470" cy="551180"/>
            </a:xfrm>
            <a:custGeom>
              <a:avLst/>
              <a:gdLst/>
              <a:ahLst/>
              <a:cxnLst/>
              <a:rect l="l" t="t" r="r" b="b"/>
              <a:pathLst>
                <a:path w="1093470" h="551179">
                  <a:moveTo>
                    <a:pt x="0" y="91858"/>
                  </a:moveTo>
                  <a:lnTo>
                    <a:pt x="7218" y="56102"/>
                  </a:lnTo>
                  <a:lnTo>
                    <a:pt x="26904" y="26904"/>
                  </a:lnTo>
                  <a:lnTo>
                    <a:pt x="56102" y="7218"/>
                  </a:lnTo>
                  <a:lnTo>
                    <a:pt x="91858" y="0"/>
                  </a:lnTo>
                  <a:lnTo>
                    <a:pt x="1001545" y="0"/>
                  </a:lnTo>
                  <a:lnTo>
                    <a:pt x="1037300" y="7218"/>
                  </a:lnTo>
                  <a:lnTo>
                    <a:pt x="1066497" y="26904"/>
                  </a:lnTo>
                  <a:lnTo>
                    <a:pt x="1086182" y="56102"/>
                  </a:lnTo>
                  <a:lnTo>
                    <a:pt x="1093401" y="91858"/>
                  </a:lnTo>
                  <a:lnTo>
                    <a:pt x="1093401" y="459279"/>
                  </a:lnTo>
                  <a:lnTo>
                    <a:pt x="1086182" y="495035"/>
                  </a:lnTo>
                  <a:lnTo>
                    <a:pt x="1066497" y="524233"/>
                  </a:lnTo>
                  <a:lnTo>
                    <a:pt x="1037300" y="543919"/>
                  </a:lnTo>
                  <a:lnTo>
                    <a:pt x="1001545" y="551138"/>
                  </a:lnTo>
                  <a:lnTo>
                    <a:pt x="91858" y="551138"/>
                  </a:lnTo>
                  <a:lnTo>
                    <a:pt x="56102" y="543919"/>
                  </a:lnTo>
                  <a:lnTo>
                    <a:pt x="26904" y="524233"/>
                  </a:lnTo>
                  <a:lnTo>
                    <a:pt x="7218" y="495035"/>
                  </a:lnTo>
                  <a:lnTo>
                    <a:pt x="0" y="459279"/>
                  </a:lnTo>
                  <a:lnTo>
                    <a:pt x="0" y="918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09596" y="595889"/>
            <a:ext cx="1838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0" dirty="0">
                <a:solidFill>
                  <a:srgbClr val="000000"/>
                </a:solidFill>
                <a:latin typeface="Arial"/>
                <a:cs typeface="Arial"/>
              </a:rPr>
              <a:t>Client </a:t>
            </a:r>
            <a:r>
              <a:rPr sz="1900" b="0" spc="-10" dirty="0">
                <a:solidFill>
                  <a:srgbClr val="000000"/>
                </a:solidFill>
                <a:latin typeface="Arial"/>
                <a:cs typeface="Arial"/>
              </a:rPr>
              <a:t>Web</a:t>
            </a:r>
            <a:r>
              <a:rPr sz="19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0" dirty="0">
                <a:solidFill>
                  <a:srgbClr val="000000"/>
                </a:solidFill>
                <a:latin typeface="Arial"/>
                <a:cs typeface="Arial"/>
              </a:rPr>
              <a:t>Page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9294" y="617225"/>
            <a:ext cx="19342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"/>
                <a:cs typeface="Arial"/>
              </a:rPr>
              <a:t>Server </a:t>
            </a:r>
            <a:r>
              <a:rPr sz="1900" spc="-10" dirty="0">
                <a:latin typeface="Arial"/>
                <a:cs typeface="Arial"/>
              </a:rPr>
              <a:t>Web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Page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1746" y="3887723"/>
            <a:ext cx="85725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51130">
              <a:lnSpc>
                <a:spcPct val="101099"/>
              </a:lnSpc>
              <a:spcBef>
                <a:spcPts val="75"/>
              </a:spcBef>
            </a:pPr>
            <a:r>
              <a:rPr sz="1900" spc="-10" dirty="0">
                <a:latin typeface="Carlito"/>
                <a:cs typeface="Carlito"/>
              </a:rPr>
              <a:t>Enter  </a:t>
            </a:r>
            <a:r>
              <a:rPr sz="1900" spc="5" dirty="0">
                <a:latin typeface="Carlito"/>
                <a:cs typeface="Carlito"/>
              </a:rPr>
              <a:t>C</a:t>
            </a:r>
            <a:r>
              <a:rPr sz="1900" spc="10" dirty="0">
                <a:latin typeface="Carlito"/>
                <a:cs typeface="Carlito"/>
              </a:rPr>
              <a:t>h</a:t>
            </a:r>
            <a:r>
              <a:rPr sz="1900" dirty="0">
                <a:latin typeface="Carlito"/>
                <a:cs typeface="Carlito"/>
              </a:rPr>
              <a:t>a</a:t>
            </a:r>
            <a:r>
              <a:rPr sz="1900" spc="5" dirty="0">
                <a:latin typeface="Carlito"/>
                <a:cs typeface="Carlito"/>
              </a:rPr>
              <a:t>n</a:t>
            </a:r>
            <a:r>
              <a:rPr sz="1900" spc="-10" dirty="0">
                <a:latin typeface="Carlito"/>
                <a:cs typeface="Carlito"/>
              </a:rPr>
              <a:t>g</a:t>
            </a:r>
            <a:r>
              <a:rPr sz="1900" spc="5" dirty="0">
                <a:latin typeface="Carlito"/>
                <a:cs typeface="Carlito"/>
              </a:rPr>
              <a:t>es</a:t>
            </a:r>
            <a:endParaRPr sz="1900">
              <a:latin typeface="Carlito"/>
              <a:cs typeface="Carli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46373" y="1135202"/>
            <a:ext cx="1838960" cy="465455"/>
            <a:chOff x="3546373" y="1135202"/>
            <a:chExt cx="1838960" cy="465455"/>
          </a:xfrm>
        </p:grpSpPr>
        <p:sp>
          <p:nvSpPr>
            <p:cNvPr id="20" name="object 20"/>
            <p:cNvSpPr/>
            <p:nvPr/>
          </p:nvSpPr>
          <p:spPr>
            <a:xfrm>
              <a:off x="3553358" y="1142187"/>
              <a:ext cx="1824989" cy="451484"/>
            </a:xfrm>
            <a:custGeom>
              <a:avLst/>
              <a:gdLst/>
              <a:ahLst/>
              <a:cxnLst/>
              <a:rect l="l" t="t" r="r" b="b"/>
              <a:pathLst>
                <a:path w="1824989" h="451484">
                  <a:moveTo>
                    <a:pt x="1749780" y="0"/>
                  </a:moveTo>
                  <a:lnTo>
                    <a:pt x="75209" y="0"/>
                  </a:lnTo>
                  <a:lnTo>
                    <a:pt x="45937" y="5909"/>
                  </a:lnTo>
                  <a:lnTo>
                    <a:pt x="22031" y="22026"/>
                  </a:lnTo>
                  <a:lnTo>
                    <a:pt x="5911" y="45932"/>
                  </a:lnTo>
                  <a:lnTo>
                    <a:pt x="0" y="75209"/>
                  </a:lnTo>
                  <a:lnTo>
                    <a:pt x="0" y="376008"/>
                  </a:lnTo>
                  <a:lnTo>
                    <a:pt x="5911" y="405278"/>
                  </a:lnTo>
                  <a:lnTo>
                    <a:pt x="22031" y="429180"/>
                  </a:lnTo>
                  <a:lnTo>
                    <a:pt x="45937" y="445296"/>
                  </a:lnTo>
                  <a:lnTo>
                    <a:pt x="75209" y="451205"/>
                  </a:lnTo>
                  <a:lnTo>
                    <a:pt x="1749780" y="451205"/>
                  </a:lnTo>
                  <a:lnTo>
                    <a:pt x="1779050" y="445296"/>
                  </a:lnTo>
                  <a:lnTo>
                    <a:pt x="1802952" y="429180"/>
                  </a:lnTo>
                  <a:lnTo>
                    <a:pt x="1819067" y="405278"/>
                  </a:lnTo>
                  <a:lnTo>
                    <a:pt x="1824977" y="376008"/>
                  </a:lnTo>
                  <a:lnTo>
                    <a:pt x="1824977" y="75209"/>
                  </a:lnTo>
                  <a:lnTo>
                    <a:pt x="1819067" y="45932"/>
                  </a:lnTo>
                  <a:lnTo>
                    <a:pt x="1802952" y="22026"/>
                  </a:lnTo>
                  <a:lnTo>
                    <a:pt x="1779050" y="5909"/>
                  </a:lnTo>
                  <a:lnTo>
                    <a:pt x="1749780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53358" y="1142187"/>
              <a:ext cx="1824989" cy="451484"/>
            </a:xfrm>
            <a:custGeom>
              <a:avLst/>
              <a:gdLst/>
              <a:ahLst/>
              <a:cxnLst/>
              <a:rect l="l" t="t" r="r" b="b"/>
              <a:pathLst>
                <a:path w="1824989" h="451484">
                  <a:moveTo>
                    <a:pt x="0" y="75202"/>
                  </a:moveTo>
                  <a:lnTo>
                    <a:pt x="5909" y="45930"/>
                  </a:lnTo>
                  <a:lnTo>
                    <a:pt x="22026" y="22026"/>
                  </a:lnTo>
                  <a:lnTo>
                    <a:pt x="45930" y="5909"/>
                  </a:lnTo>
                  <a:lnTo>
                    <a:pt x="75202" y="0"/>
                  </a:lnTo>
                  <a:lnTo>
                    <a:pt x="1749773" y="0"/>
                  </a:lnTo>
                  <a:lnTo>
                    <a:pt x="1779044" y="5909"/>
                  </a:lnTo>
                  <a:lnTo>
                    <a:pt x="1802948" y="22026"/>
                  </a:lnTo>
                  <a:lnTo>
                    <a:pt x="1819064" y="45930"/>
                  </a:lnTo>
                  <a:lnTo>
                    <a:pt x="1824974" y="75202"/>
                  </a:lnTo>
                  <a:lnTo>
                    <a:pt x="1824974" y="376002"/>
                  </a:lnTo>
                  <a:lnTo>
                    <a:pt x="1819064" y="405275"/>
                  </a:lnTo>
                  <a:lnTo>
                    <a:pt x="1802948" y="429179"/>
                  </a:lnTo>
                  <a:lnTo>
                    <a:pt x="1779044" y="445296"/>
                  </a:lnTo>
                  <a:lnTo>
                    <a:pt x="1749773" y="451205"/>
                  </a:lnTo>
                  <a:lnTo>
                    <a:pt x="75202" y="451205"/>
                  </a:lnTo>
                  <a:lnTo>
                    <a:pt x="45930" y="445296"/>
                  </a:lnTo>
                  <a:lnTo>
                    <a:pt x="22026" y="429179"/>
                  </a:lnTo>
                  <a:lnTo>
                    <a:pt x="5909" y="405275"/>
                  </a:lnTo>
                  <a:lnTo>
                    <a:pt x="0" y="376002"/>
                  </a:lnTo>
                  <a:lnTo>
                    <a:pt x="0" y="75202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739489" y="1228857"/>
            <a:ext cx="14554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latin typeface="Carlito"/>
                <a:cs typeface="Carlito"/>
              </a:rPr>
              <a:t>Receive </a:t>
            </a:r>
            <a:r>
              <a:rPr sz="1500" spc="-25" dirty="0">
                <a:latin typeface="Carlito"/>
                <a:cs typeface="Carlito"/>
              </a:rPr>
              <a:t>Web</a:t>
            </a:r>
            <a:r>
              <a:rPr sz="1500" spc="-70" dirty="0">
                <a:latin typeface="Carlito"/>
                <a:cs typeface="Carlito"/>
              </a:rPr>
              <a:t> </a:t>
            </a:r>
            <a:r>
              <a:rPr sz="1500" spc="-15" dirty="0">
                <a:latin typeface="Carlito"/>
                <a:cs typeface="Carlito"/>
              </a:rPr>
              <a:t>Form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08144" y="1966848"/>
            <a:ext cx="1406525" cy="554355"/>
            <a:chOff x="4608144" y="1966848"/>
            <a:chExt cx="1406525" cy="554355"/>
          </a:xfrm>
        </p:grpSpPr>
        <p:sp>
          <p:nvSpPr>
            <p:cNvPr id="24" name="object 24"/>
            <p:cNvSpPr/>
            <p:nvPr/>
          </p:nvSpPr>
          <p:spPr>
            <a:xfrm>
              <a:off x="4615129" y="1973833"/>
              <a:ext cx="1392555" cy="540385"/>
            </a:xfrm>
            <a:custGeom>
              <a:avLst/>
              <a:gdLst/>
              <a:ahLst/>
              <a:cxnLst/>
              <a:rect l="l" t="t" r="r" b="b"/>
              <a:pathLst>
                <a:path w="1392554" h="540385">
                  <a:moveTo>
                    <a:pt x="1302181" y="0"/>
                  </a:moveTo>
                  <a:lnTo>
                    <a:pt x="90030" y="0"/>
                  </a:lnTo>
                  <a:lnTo>
                    <a:pt x="54987" y="7075"/>
                  </a:lnTo>
                  <a:lnTo>
                    <a:pt x="26369" y="26369"/>
                  </a:lnTo>
                  <a:lnTo>
                    <a:pt x="7075" y="54987"/>
                  </a:lnTo>
                  <a:lnTo>
                    <a:pt x="0" y="90030"/>
                  </a:lnTo>
                  <a:lnTo>
                    <a:pt x="0" y="450113"/>
                  </a:lnTo>
                  <a:lnTo>
                    <a:pt x="7075" y="485156"/>
                  </a:lnTo>
                  <a:lnTo>
                    <a:pt x="26369" y="513773"/>
                  </a:lnTo>
                  <a:lnTo>
                    <a:pt x="54987" y="533068"/>
                  </a:lnTo>
                  <a:lnTo>
                    <a:pt x="90030" y="540143"/>
                  </a:lnTo>
                  <a:lnTo>
                    <a:pt x="1302181" y="540143"/>
                  </a:lnTo>
                  <a:lnTo>
                    <a:pt x="1337224" y="533068"/>
                  </a:lnTo>
                  <a:lnTo>
                    <a:pt x="1365842" y="513773"/>
                  </a:lnTo>
                  <a:lnTo>
                    <a:pt x="1385136" y="485156"/>
                  </a:lnTo>
                  <a:lnTo>
                    <a:pt x="1392212" y="450113"/>
                  </a:lnTo>
                  <a:lnTo>
                    <a:pt x="1392212" y="90030"/>
                  </a:lnTo>
                  <a:lnTo>
                    <a:pt x="1385136" y="54987"/>
                  </a:lnTo>
                  <a:lnTo>
                    <a:pt x="1365842" y="26369"/>
                  </a:lnTo>
                  <a:lnTo>
                    <a:pt x="1337224" y="7075"/>
                  </a:lnTo>
                  <a:lnTo>
                    <a:pt x="1302181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15129" y="1973833"/>
              <a:ext cx="1392555" cy="540385"/>
            </a:xfrm>
            <a:custGeom>
              <a:avLst/>
              <a:gdLst/>
              <a:ahLst/>
              <a:cxnLst/>
              <a:rect l="l" t="t" r="r" b="b"/>
              <a:pathLst>
                <a:path w="1392554" h="540385">
                  <a:moveTo>
                    <a:pt x="0" y="90025"/>
                  </a:moveTo>
                  <a:lnTo>
                    <a:pt x="7074" y="54983"/>
                  </a:lnTo>
                  <a:lnTo>
                    <a:pt x="26367" y="26368"/>
                  </a:lnTo>
                  <a:lnTo>
                    <a:pt x="54983" y="7074"/>
                  </a:lnTo>
                  <a:lnTo>
                    <a:pt x="90025" y="0"/>
                  </a:lnTo>
                  <a:lnTo>
                    <a:pt x="1302174" y="0"/>
                  </a:lnTo>
                  <a:lnTo>
                    <a:pt x="1337220" y="7074"/>
                  </a:lnTo>
                  <a:lnTo>
                    <a:pt x="1365839" y="26368"/>
                  </a:lnTo>
                  <a:lnTo>
                    <a:pt x="1385134" y="54983"/>
                  </a:lnTo>
                  <a:lnTo>
                    <a:pt x="1392210" y="90025"/>
                  </a:lnTo>
                  <a:lnTo>
                    <a:pt x="1392210" y="450115"/>
                  </a:lnTo>
                  <a:lnTo>
                    <a:pt x="1385134" y="485156"/>
                  </a:lnTo>
                  <a:lnTo>
                    <a:pt x="1365839" y="513772"/>
                  </a:lnTo>
                  <a:lnTo>
                    <a:pt x="1337220" y="533066"/>
                  </a:lnTo>
                  <a:lnTo>
                    <a:pt x="1302174" y="540140"/>
                  </a:lnTo>
                  <a:lnTo>
                    <a:pt x="90025" y="540140"/>
                  </a:lnTo>
                  <a:lnTo>
                    <a:pt x="54983" y="533066"/>
                  </a:lnTo>
                  <a:lnTo>
                    <a:pt x="26367" y="513772"/>
                  </a:lnTo>
                  <a:lnTo>
                    <a:pt x="7074" y="485156"/>
                  </a:lnTo>
                  <a:lnTo>
                    <a:pt x="0" y="450115"/>
                  </a:lnTo>
                  <a:lnTo>
                    <a:pt x="0" y="90025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809083" y="1993900"/>
            <a:ext cx="100456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 marR="5080" indent="-15113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rlito"/>
                <a:cs typeface="Carlito"/>
              </a:rPr>
              <a:t>Display</a:t>
            </a:r>
            <a:r>
              <a:rPr sz="1500" spc="-75" dirty="0">
                <a:latin typeface="Carlito"/>
                <a:cs typeface="Carlito"/>
              </a:rPr>
              <a:t> </a:t>
            </a:r>
            <a:r>
              <a:rPr sz="1500" spc="-15" dirty="0">
                <a:latin typeface="Carlito"/>
                <a:cs typeface="Carlito"/>
              </a:rPr>
              <a:t>Error  </a:t>
            </a:r>
            <a:r>
              <a:rPr sz="1500" spc="-10" dirty="0">
                <a:latin typeface="Carlito"/>
                <a:cs typeface="Carlito"/>
              </a:rPr>
              <a:t>Message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16172" y="2991281"/>
            <a:ext cx="1564640" cy="664210"/>
            <a:chOff x="3516172" y="2991281"/>
            <a:chExt cx="1564640" cy="664210"/>
          </a:xfrm>
        </p:grpSpPr>
        <p:sp>
          <p:nvSpPr>
            <p:cNvPr id="28" name="object 28"/>
            <p:cNvSpPr/>
            <p:nvPr/>
          </p:nvSpPr>
          <p:spPr>
            <a:xfrm>
              <a:off x="3523157" y="2998266"/>
              <a:ext cx="1550670" cy="650240"/>
            </a:xfrm>
            <a:custGeom>
              <a:avLst/>
              <a:gdLst/>
              <a:ahLst/>
              <a:cxnLst/>
              <a:rect l="l" t="t" r="r" b="b"/>
              <a:pathLst>
                <a:path w="1550670" h="650239">
                  <a:moveTo>
                    <a:pt x="1441856" y="0"/>
                  </a:moveTo>
                  <a:lnTo>
                    <a:pt x="108280" y="0"/>
                  </a:lnTo>
                  <a:lnTo>
                    <a:pt x="66131" y="8508"/>
                  </a:lnTo>
                  <a:lnTo>
                    <a:pt x="31713" y="31711"/>
                  </a:lnTo>
                  <a:lnTo>
                    <a:pt x="8508" y="66126"/>
                  </a:lnTo>
                  <a:lnTo>
                    <a:pt x="0" y="108267"/>
                  </a:lnTo>
                  <a:lnTo>
                    <a:pt x="0" y="541350"/>
                  </a:lnTo>
                  <a:lnTo>
                    <a:pt x="8508" y="583491"/>
                  </a:lnTo>
                  <a:lnTo>
                    <a:pt x="31713" y="617905"/>
                  </a:lnTo>
                  <a:lnTo>
                    <a:pt x="66131" y="641109"/>
                  </a:lnTo>
                  <a:lnTo>
                    <a:pt x="108280" y="649617"/>
                  </a:lnTo>
                  <a:lnTo>
                    <a:pt x="1441856" y="649617"/>
                  </a:lnTo>
                  <a:lnTo>
                    <a:pt x="1483997" y="641109"/>
                  </a:lnTo>
                  <a:lnTo>
                    <a:pt x="1518412" y="617905"/>
                  </a:lnTo>
                  <a:lnTo>
                    <a:pt x="1541615" y="583491"/>
                  </a:lnTo>
                  <a:lnTo>
                    <a:pt x="1550123" y="541350"/>
                  </a:lnTo>
                  <a:lnTo>
                    <a:pt x="1550123" y="108267"/>
                  </a:lnTo>
                  <a:lnTo>
                    <a:pt x="1541615" y="66126"/>
                  </a:lnTo>
                  <a:lnTo>
                    <a:pt x="1518412" y="31711"/>
                  </a:lnTo>
                  <a:lnTo>
                    <a:pt x="1483997" y="8508"/>
                  </a:lnTo>
                  <a:lnTo>
                    <a:pt x="1441856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23157" y="2998266"/>
              <a:ext cx="1550670" cy="650240"/>
            </a:xfrm>
            <a:custGeom>
              <a:avLst/>
              <a:gdLst/>
              <a:ahLst/>
              <a:cxnLst/>
              <a:rect l="l" t="t" r="r" b="b"/>
              <a:pathLst>
                <a:path w="1550670" h="650239">
                  <a:moveTo>
                    <a:pt x="0" y="108273"/>
                  </a:moveTo>
                  <a:lnTo>
                    <a:pt x="8508" y="66128"/>
                  </a:lnTo>
                  <a:lnTo>
                    <a:pt x="31712" y="31712"/>
                  </a:lnTo>
                  <a:lnTo>
                    <a:pt x="66128" y="8508"/>
                  </a:lnTo>
                  <a:lnTo>
                    <a:pt x="108273" y="0"/>
                  </a:lnTo>
                  <a:lnTo>
                    <a:pt x="1441849" y="0"/>
                  </a:lnTo>
                  <a:lnTo>
                    <a:pt x="1483997" y="8508"/>
                  </a:lnTo>
                  <a:lnTo>
                    <a:pt x="1518413" y="31712"/>
                  </a:lnTo>
                  <a:lnTo>
                    <a:pt x="1541616" y="66128"/>
                  </a:lnTo>
                  <a:lnTo>
                    <a:pt x="1550124" y="108273"/>
                  </a:lnTo>
                  <a:lnTo>
                    <a:pt x="1550124" y="541353"/>
                  </a:lnTo>
                  <a:lnTo>
                    <a:pt x="1541616" y="583498"/>
                  </a:lnTo>
                  <a:lnTo>
                    <a:pt x="1518413" y="617914"/>
                  </a:lnTo>
                  <a:lnTo>
                    <a:pt x="1483997" y="641118"/>
                  </a:lnTo>
                  <a:lnTo>
                    <a:pt x="1441849" y="649627"/>
                  </a:lnTo>
                  <a:lnTo>
                    <a:pt x="108273" y="649627"/>
                  </a:lnTo>
                  <a:lnTo>
                    <a:pt x="66128" y="641118"/>
                  </a:lnTo>
                  <a:lnTo>
                    <a:pt x="31712" y="617914"/>
                  </a:lnTo>
                  <a:lnTo>
                    <a:pt x="8508" y="583498"/>
                  </a:lnTo>
                  <a:lnTo>
                    <a:pt x="0" y="541353"/>
                  </a:lnTo>
                  <a:lnTo>
                    <a:pt x="0" y="108273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96449" y="3072891"/>
            <a:ext cx="12039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rlito"/>
                <a:cs typeface="Carlito"/>
              </a:rPr>
              <a:t>Display</a:t>
            </a:r>
            <a:r>
              <a:rPr sz="1500" spc="-85" dirty="0">
                <a:latin typeface="Carlito"/>
                <a:cs typeface="Carlito"/>
              </a:rPr>
              <a:t> </a:t>
            </a:r>
            <a:r>
              <a:rPr sz="1500" spc="-10" dirty="0">
                <a:latin typeface="Carlito"/>
                <a:cs typeface="Carlito"/>
              </a:rPr>
              <a:t>Current  Student</a:t>
            </a:r>
            <a:r>
              <a:rPr sz="1500" spc="-40" dirty="0">
                <a:latin typeface="Carlito"/>
                <a:cs typeface="Carlito"/>
              </a:rPr>
              <a:t> </a:t>
            </a:r>
            <a:r>
              <a:rPr sz="1500" spc="-15" dirty="0"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02520" y="3852329"/>
            <a:ext cx="2905760" cy="1828164"/>
            <a:chOff x="3402520" y="3852329"/>
            <a:chExt cx="2905760" cy="1828164"/>
          </a:xfrm>
        </p:grpSpPr>
        <p:sp>
          <p:nvSpPr>
            <p:cNvPr id="32" name="object 32"/>
            <p:cNvSpPr/>
            <p:nvPr/>
          </p:nvSpPr>
          <p:spPr>
            <a:xfrm>
              <a:off x="4750866" y="3859314"/>
              <a:ext cx="1550670" cy="650240"/>
            </a:xfrm>
            <a:custGeom>
              <a:avLst/>
              <a:gdLst/>
              <a:ahLst/>
              <a:cxnLst/>
              <a:rect l="l" t="t" r="r" b="b"/>
              <a:pathLst>
                <a:path w="1550670" h="650239">
                  <a:moveTo>
                    <a:pt x="1441856" y="0"/>
                  </a:moveTo>
                  <a:lnTo>
                    <a:pt x="108280" y="0"/>
                  </a:lnTo>
                  <a:lnTo>
                    <a:pt x="66131" y="8508"/>
                  </a:lnTo>
                  <a:lnTo>
                    <a:pt x="31713" y="31711"/>
                  </a:lnTo>
                  <a:lnTo>
                    <a:pt x="8508" y="66126"/>
                  </a:lnTo>
                  <a:lnTo>
                    <a:pt x="0" y="108267"/>
                  </a:lnTo>
                  <a:lnTo>
                    <a:pt x="0" y="541350"/>
                  </a:lnTo>
                  <a:lnTo>
                    <a:pt x="8508" y="583491"/>
                  </a:lnTo>
                  <a:lnTo>
                    <a:pt x="31713" y="617905"/>
                  </a:lnTo>
                  <a:lnTo>
                    <a:pt x="66131" y="641109"/>
                  </a:lnTo>
                  <a:lnTo>
                    <a:pt x="108280" y="649617"/>
                  </a:lnTo>
                  <a:lnTo>
                    <a:pt x="1441856" y="649617"/>
                  </a:lnTo>
                  <a:lnTo>
                    <a:pt x="1483997" y="641109"/>
                  </a:lnTo>
                  <a:lnTo>
                    <a:pt x="1518412" y="617905"/>
                  </a:lnTo>
                  <a:lnTo>
                    <a:pt x="1541615" y="583491"/>
                  </a:lnTo>
                  <a:lnTo>
                    <a:pt x="1550123" y="541350"/>
                  </a:lnTo>
                  <a:lnTo>
                    <a:pt x="1550123" y="108267"/>
                  </a:lnTo>
                  <a:lnTo>
                    <a:pt x="1541615" y="66126"/>
                  </a:lnTo>
                  <a:lnTo>
                    <a:pt x="1518412" y="31711"/>
                  </a:lnTo>
                  <a:lnTo>
                    <a:pt x="1483997" y="8508"/>
                  </a:lnTo>
                  <a:lnTo>
                    <a:pt x="1441856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50866" y="3859314"/>
              <a:ext cx="1550670" cy="650240"/>
            </a:xfrm>
            <a:custGeom>
              <a:avLst/>
              <a:gdLst/>
              <a:ahLst/>
              <a:cxnLst/>
              <a:rect l="l" t="t" r="r" b="b"/>
              <a:pathLst>
                <a:path w="1550670" h="650239">
                  <a:moveTo>
                    <a:pt x="0" y="108273"/>
                  </a:moveTo>
                  <a:lnTo>
                    <a:pt x="8508" y="66128"/>
                  </a:lnTo>
                  <a:lnTo>
                    <a:pt x="31712" y="31712"/>
                  </a:lnTo>
                  <a:lnTo>
                    <a:pt x="66128" y="8508"/>
                  </a:lnTo>
                  <a:lnTo>
                    <a:pt x="108273" y="0"/>
                  </a:lnTo>
                  <a:lnTo>
                    <a:pt x="1441849" y="0"/>
                  </a:lnTo>
                  <a:lnTo>
                    <a:pt x="1483997" y="8508"/>
                  </a:lnTo>
                  <a:lnTo>
                    <a:pt x="1518413" y="31712"/>
                  </a:lnTo>
                  <a:lnTo>
                    <a:pt x="1541616" y="66128"/>
                  </a:lnTo>
                  <a:lnTo>
                    <a:pt x="1550124" y="108273"/>
                  </a:lnTo>
                  <a:lnTo>
                    <a:pt x="1550124" y="541353"/>
                  </a:lnTo>
                  <a:lnTo>
                    <a:pt x="1541616" y="583498"/>
                  </a:lnTo>
                  <a:lnTo>
                    <a:pt x="1518413" y="617914"/>
                  </a:lnTo>
                  <a:lnTo>
                    <a:pt x="1483997" y="641118"/>
                  </a:lnTo>
                  <a:lnTo>
                    <a:pt x="1441849" y="649627"/>
                  </a:lnTo>
                  <a:lnTo>
                    <a:pt x="108273" y="649627"/>
                  </a:lnTo>
                  <a:lnTo>
                    <a:pt x="66128" y="641118"/>
                  </a:lnTo>
                  <a:lnTo>
                    <a:pt x="31712" y="617914"/>
                  </a:lnTo>
                  <a:lnTo>
                    <a:pt x="8508" y="583498"/>
                  </a:lnTo>
                  <a:lnTo>
                    <a:pt x="0" y="541353"/>
                  </a:lnTo>
                  <a:lnTo>
                    <a:pt x="0" y="108273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09505" y="5023650"/>
              <a:ext cx="1267460" cy="650240"/>
            </a:xfrm>
            <a:custGeom>
              <a:avLst/>
              <a:gdLst/>
              <a:ahLst/>
              <a:cxnLst/>
              <a:rect l="l" t="t" r="r" b="b"/>
              <a:pathLst>
                <a:path w="1267460" h="650239">
                  <a:moveTo>
                    <a:pt x="1158684" y="0"/>
                  </a:moveTo>
                  <a:lnTo>
                    <a:pt x="108280" y="0"/>
                  </a:lnTo>
                  <a:lnTo>
                    <a:pt x="66131" y="8508"/>
                  </a:lnTo>
                  <a:lnTo>
                    <a:pt x="31713" y="31713"/>
                  </a:lnTo>
                  <a:lnTo>
                    <a:pt x="8508" y="66131"/>
                  </a:lnTo>
                  <a:lnTo>
                    <a:pt x="0" y="108280"/>
                  </a:lnTo>
                  <a:lnTo>
                    <a:pt x="0" y="541350"/>
                  </a:lnTo>
                  <a:lnTo>
                    <a:pt x="8508" y="583498"/>
                  </a:lnTo>
                  <a:lnTo>
                    <a:pt x="31713" y="617916"/>
                  </a:lnTo>
                  <a:lnTo>
                    <a:pt x="66131" y="641121"/>
                  </a:lnTo>
                  <a:lnTo>
                    <a:pt x="108280" y="649630"/>
                  </a:lnTo>
                  <a:lnTo>
                    <a:pt x="1158684" y="649630"/>
                  </a:lnTo>
                  <a:lnTo>
                    <a:pt x="1200833" y="641121"/>
                  </a:lnTo>
                  <a:lnTo>
                    <a:pt x="1235251" y="617916"/>
                  </a:lnTo>
                  <a:lnTo>
                    <a:pt x="1258455" y="583498"/>
                  </a:lnTo>
                  <a:lnTo>
                    <a:pt x="1266964" y="541350"/>
                  </a:lnTo>
                  <a:lnTo>
                    <a:pt x="1266964" y="108280"/>
                  </a:lnTo>
                  <a:lnTo>
                    <a:pt x="1258455" y="66131"/>
                  </a:lnTo>
                  <a:lnTo>
                    <a:pt x="1235251" y="31713"/>
                  </a:lnTo>
                  <a:lnTo>
                    <a:pt x="1200833" y="8508"/>
                  </a:lnTo>
                  <a:lnTo>
                    <a:pt x="1158684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9505" y="5023650"/>
              <a:ext cx="1267460" cy="650240"/>
            </a:xfrm>
            <a:custGeom>
              <a:avLst/>
              <a:gdLst/>
              <a:ahLst/>
              <a:cxnLst/>
              <a:rect l="l" t="t" r="r" b="b"/>
              <a:pathLst>
                <a:path w="1267460" h="650239">
                  <a:moveTo>
                    <a:pt x="0" y="108273"/>
                  </a:moveTo>
                  <a:lnTo>
                    <a:pt x="8508" y="66128"/>
                  </a:lnTo>
                  <a:lnTo>
                    <a:pt x="31712" y="31712"/>
                  </a:lnTo>
                  <a:lnTo>
                    <a:pt x="66128" y="8508"/>
                  </a:lnTo>
                  <a:lnTo>
                    <a:pt x="108273" y="0"/>
                  </a:lnTo>
                  <a:lnTo>
                    <a:pt x="1158691" y="0"/>
                  </a:lnTo>
                  <a:lnTo>
                    <a:pt x="1200833" y="8508"/>
                  </a:lnTo>
                  <a:lnTo>
                    <a:pt x="1235246" y="31712"/>
                  </a:lnTo>
                  <a:lnTo>
                    <a:pt x="1258448" y="66128"/>
                  </a:lnTo>
                  <a:lnTo>
                    <a:pt x="1266956" y="108273"/>
                  </a:lnTo>
                  <a:lnTo>
                    <a:pt x="1266956" y="541353"/>
                  </a:lnTo>
                  <a:lnTo>
                    <a:pt x="1258448" y="583498"/>
                  </a:lnTo>
                  <a:lnTo>
                    <a:pt x="1235246" y="617914"/>
                  </a:lnTo>
                  <a:lnTo>
                    <a:pt x="1200833" y="641118"/>
                  </a:lnTo>
                  <a:lnTo>
                    <a:pt x="1158691" y="649627"/>
                  </a:lnTo>
                  <a:lnTo>
                    <a:pt x="108273" y="649627"/>
                  </a:lnTo>
                  <a:lnTo>
                    <a:pt x="66128" y="641118"/>
                  </a:lnTo>
                  <a:lnTo>
                    <a:pt x="31712" y="617914"/>
                  </a:lnTo>
                  <a:lnTo>
                    <a:pt x="8508" y="583498"/>
                  </a:lnTo>
                  <a:lnTo>
                    <a:pt x="0" y="541353"/>
                  </a:lnTo>
                  <a:lnTo>
                    <a:pt x="0" y="108273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540836" y="5096764"/>
            <a:ext cx="100456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 marR="5080" indent="-15113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rlito"/>
                <a:cs typeface="Carlito"/>
              </a:rPr>
              <a:t>Display</a:t>
            </a:r>
            <a:r>
              <a:rPr sz="1500" spc="-75" dirty="0">
                <a:latin typeface="Carlito"/>
                <a:cs typeface="Carlito"/>
              </a:rPr>
              <a:t> </a:t>
            </a:r>
            <a:r>
              <a:rPr sz="1500" spc="-15" dirty="0">
                <a:latin typeface="Carlito"/>
                <a:cs typeface="Carlito"/>
              </a:rPr>
              <a:t>Error  </a:t>
            </a:r>
            <a:r>
              <a:rPr sz="1500" spc="-10" dirty="0">
                <a:latin typeface="Carlito"/>
                <a:cs typeface="Carlito"/>
              </a:rPr>
              <a:t>Message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49380" y="5837656"/>
            <a:ext cx="1353185" cy="597535"/>
            <a:chOff x="4849380" y="5837656"/>
            <a:chExt cx="1353185" cy="597535"/>
          </a:xfrm>
        </p:grpSpPr>
        <p:sp>
          <p:nvSpPr>
            <p:cNvPr id="38" name="object 38"/>
            <p:cNvSpPr/>
            <p:nvPr/>
          </p:nvSpPr>
          <p:spPr>
            <a:xfrm>
              <a:off x="4856365" y="5844641"/>
              <a:ext cx="1339215" cy="583565"/>
            </a:xfrm>
            <a:custGeom>
              <a:avLst/>
              <a:gdLst/>
              <a:ahLst/>
              <a:cxnLst/>
              <a:rect l="l" t="t" r="r" b="b"/>
              <a:pathLst>
                <a:path w="1339214" h="583564">
                  <a:moveTo>
                    <a:pt x="1241882" y="0"/>
                  </a:moveTo>
                  <a:lnTo>
                    <a:pt x="97243" y="0"/>
                  </a:lnTo>
                  <a:lnTo>
                    <a:pt x="59396" y="7641"/>
                  </a:lnTo>
                  <a:lnTo>
                    <a:pt x="28486" y="28481"/>
                  </a:lnTo>
                  <a:lnTo>
                    <a:pt x="7643" y="59391"/>
                  </a:lnTo>
                  <a:lnTo>
                    <a:pt x="0" y="97243"/>
                  </a:lnTo>
                  <a:lnTo>
                    <a:pt x="0" y="486215"/>
                  </a:lnTo>
                  <a:lnTo>
                    <a:pt x="7643" y="524067"/>
                  </a:lnTo>
                  <a:lnTo>
                    <a:pt x="28486" y="554978"/>
                  </a:lnTo>
                  <a:lnTo>
                    <a:pt x="59396" y="575818"/>
                  </a:lnTo>
                  <a:lnTo>
                    <a:pt x="97243" y="583460"/>
                  </a:lnTo>
                  <a:lnTo>
                    <a:pt x="1241882" y="583460"/>
                  </a:lnTo>
                  <a:lnTo>
                    <a:pt x="1279734" y="575818"/>
                  </a:lnTo>
                  <a:lnTo>
                    <a:pt x="1310644" y="554978"/>
                  </a:lnTo>
                  <a:lnTo>
                    <a:pt x="1331484" y="524067"/>
                  </a:lnTo>
                  <a:lnTo>
                    <a:pt x="1339126" y="486215"/>
                  </a:lnTo>
                  <a:lnTo>
                    <a:pt x="1339126" y="97243"/>
                  </a:lnTo>
                  <a:lnTo>
                    <a:pt x="1331484" y="59391"/>
                  </a:lnTo>
                  <a:lnTo>
                    <a:pt x="1310644" y="28481"/>
                  </a:lnTo>
                  <a:lnTo>
                    <a:pt x="1279734" y="7641"/>
                  </a:lnTo>
                  <a:lnTo>
                    <a:pt x="1241882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56365" y="5844641"/>
              <a:ext cx="1339215" cy="583565"/>
            </a:xfrm>
            <a:custGeom>
              <a:avLst/>
              <a:gdLst/>
              <a:ahLst/>
              <a:cxnLst/>
              <a:rect l="l" t="t" r="r" b="b"/>
              <a:pathLst>
                <a:path w="1339214" h="583564">
                  <a:moveTo>
                    <a:pt x="0" y="97245"/>
                  </a:moveTo>
                  <a:lnTo>
                    <a:pt x="7641" y="59393"/>
                  </a:lnTo>
                  <a:lnTo>
                    <a:pt x="28482" y="28482"/>
                  </a:lnTo>
                  <a:lnTo>
                    <a:pt x="59392" y="7642"/>
                  </a:lnTo>
                  <a:lnTo>
                    <a:pt x="97245" y="0"/>
                  </a:lnTo>
                  <a:lnTo>
                    <a:pt x="1241882" y="0"/>
                  </a:lnTo>
                  <a:lnTo>
                    <a:pt x="1279733" y="7642"/>
                  </a:lnTo>
                  <a:lnTo>
                    <a:pt x="1310646" y="28482"/>
                  </a:lnTo>
                  <a:lnTo>
                    <a:pt x="1331490" y="59393"/>
                  </a:lnTo>
                  <a:lnTo>
                    <a:pt x="1339133" y="97245"/>
                  </a:lnTo>
                  <a:lnTo>
                    <a:pt x="1339133" y="486217"/>
                  </a:lnTo>
                  <a:lnTo>
                    <a:pt x="1331490" y="524069"/>
                  </a:lnTo>
                  <a:lnTo>
                    <a:pt x="1310646" y="554980"/>
                  </a:lnTo>
                  <a:lnTo>
                    <a:pt x="1279733" y="575820"/>
                  </a:lnTo>
                  <a:lnTo>
                    <a:pt x="1241882" y="583462"/>
                  </a:lnTo>
                  <a:lnTo>
                    <a:pt x="97245" y="583462"/>
                  </a:lnTo>
                  <a:lnTo>
                    <a:pt x="59392" y="575820"/>
                  </a:lnTo>
                  <a:lnTo>
                    <a:pt x="28482" y="554980"/>
                  </a:lnTo>
                  <a:lnTo>
                    <a:pt x="7641" y="524069"/>
                  </a:lnTo>
                  <a:lnTo>
                    <a:pt x="0" y="486217"/>
                  </a:lnTo>
                  <a:lnTo>
                    <a:pt x="0" y="97245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007609" y="5886196"/>
            <a:ext cx="1037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987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rlito"/>
                <a:cs typeface="Carlito"/>
              </a:rPr>
              <a:t>Display  </a:t>
            </a:r>
            <a:r>
              <a:rPr sz="1500" spc="-5" dirty="0">
                <a:latin typeface="Carlito"/>
                <a:cs typeface="Carlito"/>
              </a:rPr>
              <a:t>C</a:t>
            </a:r>
            <a:r>
              <a:rPr sz="1500" spc="-10" dirty="0">
                <a:latin typeface="Carlito"/>
                <a:cs typeface="Carlito"/>
              </a:rPr>
              <a:t>o</a:t>
            </a:r>
            <a:r>
              <a:rPr sz="1500" spc="-15" dirty="0">
                <a:latin typeface="Carlito"/>
                <a:cs typeface="Carlito"/>
              </a:rPr>
              <a:t>n</a:t>
            </a:r>
            <a:r>
              <a:rPr sz="1500" spc="-10" dirty="0">
                <a:latin typeface="Carlito"/>
                <a:cs typeface="Carlito"/>
              </a:rPr>
              <a:t>f</a:t>
            </a:r>
            <a:r>
              <a:rPr sz="1500" dirty="0">
                <a:latin typeface="Carlito"/>
                <a:cs typeface="Carlito"/>
              </a:rPr>
              <a:t>i</a:t>
            </a:r>
            <a:r>
              <a:rPr sz="1500" spc="-10" dirty="0">
                <a:latin typeface="Carlito"/>
                <a:cs typeface="Carlito"/>
              </a:rPr>
              <a:t>r</a:t>
            </a:r>
            <a:r>
              <a:rPr sz="1500" spc="-20" dirty="0">
                <a:latin typeface="Carlito"/>
                <a:cs typeface="Carlito"/>
              </a:rPr>
              <a:t>ma</a:t>
            </a:r>
            <a:r>
              <a:rPr sz="1500" dirty="0">
                <a:latin typeface="Carlito"/>
                <a:cs typeface="Carlito"/>
              </a:rPr>
              <a:t>ti</a:t>
            </a:r>
            <a:r>
              <a:rPr sz="1500" spc="-10" dirty="0">
                <a:latin typeface="Carlito"/>
                <a:cs typeface="Carlito"/>
              </a:rPr>
              <a:t>o</a:t>
            </a:r>
            <a:r>
              <a:rPr sz="1500" dirty="0">
                <a:latin typeface="Carlito"/>
                <a:cs typeface="Carlito"/>
              </a:rPr>
              <a:t>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304256" y="542620"/>
            <a:ext cx="4618990" cy="6064885"/>
            <a:chOff x="5304256" y="542620"/>
            <a:chExt cx="4618990" cy="6064885"/>
          </a:xfrm>
        </p:grpSpPr>
        <p:sp>
          <p:nvSpPr>
            <p:cNvPr id="42" name="object 42"/>
            <p:cNvSpPr/>
            <p:nvPr/>
          </p:nvSpPr>
          <p:spPr>
            <a:xfrm>
              <a:off x="5311241" y="4854739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214693" y="0"/>
                  </a:moveTo>
                  <a:lnTo>
                    <a:pt x="0" y="214706"/>
                  </a:lnTo>
                  <a:lnTo>
                    <a:pt x="214693" y="429399"/>
                  </a:lnTo>
                  <a:lnTo>
                    <a:pt x="429386" y="214706"/>
                  </a:lnTo>
                  <a:lnTo>
                    <a:pt x="21469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311241" y="4854739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0" y="214698"/>
                  </a:moveTo>
                  <a:lnTo>
                    <a:pt x="214698" y="0"/>
                  </a:lnTo>
                  <a:lnTo>
                    <a:pt x="429397" y="214698"/>
                  </a:lnTo>
                  <a:lnTo>
                    <a:pt x="214698" y="429397"/>
                  </a:lnTo>
                  <a:lnTo>
                    <a:pt x="0" y="21469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44045" y="4508931"/>
              <a:ext cx="163830" cy="346075"/>
            </a:xfrm>
            <a:custGeom>
              <a:avLst/>
              <a:gdLst/>
              <a:ahLst/>
              <a:cxnLst/>
              <a:rect l="l" t="t" r="r" b="b"/>
              <a:pathLst>
                <a:path w="163829" h="346075">
                  <a:moveTo>
                    <a:pt x="14465" y="183857"/>
                  </a:moveTo>
                  <a:lnTo>
                    <a:pt x="2209" y="190665"/>
                  </a:lnTo>
                  <a:lnTo>
                    <a:pt x="0" y="198399"/>
                  </a:lnTo>
                  <a:lnTo>
                    <a:pt x="81889" y="345795"/>
                  </a:lnTo>
                  <a:lnTo>
                    <a:pt x="96418" y="319646"/>
                  </a:lnTo>
                  <a:lnTo>
                    <a:pt x="69189" y="319646"/>
                  </a:lnTo>
                  <a:lnTo>
                    <a:pt x="69184" y="270629"/>
                  </a:lnTo>
                  <a:lnTo>
                    <a:pt x="22199" y="186067"/>
                  </a:lnTo>
                  <a:lnTo>
                    <a:pt x="14465" y="183857"/>
                  </a:lnTo>
                  <a:close/>
                </a:path>
                <a:path w="163829" h="346075">
                  <a:moveTo>
                    <a:pt x="69189" y="270639"/>
                  </a:moveTo>
                  <a:lnTo>
                    <a:pt x="69189" y="319646"/>
                  </a:lnTo>
                  <a:lnTo>
                    <a:pt x="94589" y="319646"/>
                  </a:lnTo>
                  <a:lnTo>
                    <a:pt x="94589" y="313474"/>
                  </a:lnTo>
                  <a:lnTo>
                    <a:pt x="70789" y="313474"/>
                  </a:lnTo>
                  <a:lnTo>
                    <a:pt x="81888" y="293494"/>
                  </a:lnTo>
                  <a:lnTo>
                    <a:pt x="69189" y="270639"/>
                  </a:lnTo>
                  <a:close/>
                </a:path>
                <a:path w="163829" h="346075">
                  <a:moveTo>
                    <a:pt x="149301" y="183857"/>
                  </a:moveTo>
                  <a:lnTo>
                    <a:pt x="141579" y="186067"/>
                  </a:lnTo>
                  <a:lnTo>
                    <a:pt x="94589" y="270629"/>
                  </a:lnTo>
                  <a:lnTo>
                    <a:pt x="94589" y="319646"/>
                  </a:lnTo>
                  <a:lnTo>
                    <a:pt x="96418" y="319646"/>
                  </a:lnTo>
                  <a:lnTo>
                    <a:pt x="163779" y="198399"/>
                  </a:lnTo>
                  <a:lnTo>
                    <a:pt x="161569" y="190665"/>
                  </a:lnTo>
                  <a:lnTo>
                    <a:pt x="149301" y="183857"/>
                  </a:lnTo>
                  <a:close/>
                </a:path>
                <a:path w="163829" h="346075">
                  <a:moveTo>
                    <a:pt x="81888" y="293494"/>
                  </a:moveTo>
                  <a:lnTo>
                    <a:pt x="70789" y="313474"/>
                  </a:lnTo>
                  <a:lnTo>
                    <a:pt x="92989" y="313474"/>
                  </a:lnTo>
                  <a:lnTo>
                    <a:pt x="81888" y="293494"/>
                  </a:lnTo>
                  <a:close/>
                </a:path>
                <a:path w="163829" h="346075">
                  <a:moveTo>
                    <a:pt x="94589" y="270629"/>
                  </a:moveTo>
                  <a:lnTo>
                    <a:pt x="81888" y="293494"/>
                  </a:lnTo>
                  <a:lnTo>
                    <a:pt x="92989" y="313474"/>
                  </a:lnTo>
                  <a:lnTo>
                    <a:pt x="94589" y="313474"/>
                  </a:lnTo>
                  <a:lnTo>
                    <a:pt x="94589" y="270629"/>
                  </a:lnTo>
                  <a:close/>
                </a:path>
                <a:path w="163829" h="346075">
                  <a:moveTo>
                    <a:pt x="94589" y="0"/>
                  </a:moveTo>
                  <a:lnTo>
                    <a:pt x="69189" y="0"/>
                  </a:lnTo>
                  <a:lnTo>
                    <a:pt x="69189" y="270639"/>
                  </a:lnTo>
                  <a:lnTo>
                    <a:pt x="81888" y="293494"/>
                  </a:lnTo>
                  <a:lnTo>
                    <a:pt x="94584" y="270639"/>
                  </a:lnTo>
                  <a:lnTo>
                    <a:pt x="945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59016" y="549605"/>
              <a:ext cx="3357245" cy="6050915"/>
            </a:xfrm>
            <a:custGeom>
              <a:avLst/>
              <a:gdLst/>
              <a:ahLst/>
              <a:cxnLst/>
              <a:rect l="l" t="t" r="r" b="b"/>
              <a:pathLst>
                <a:path w="3357245" h="6050915">
                  <a:moveTo>
                    <a:pt x="3356851" y="0"/>
                  </a:moveTo>
                  <a:lnTo>
                    <a:pt x="0" y="0"/>
                  </a:lnTo>
                  <a:lnTo>
                    <a:pt x="0" y="6050446"/>
                  </a:lnTo>
                  <a:lnTo>
                    <a:pt x="3356851" y="6050446"/>
                  </a:lnTo>
                  <a:lnTo>
                    <a:pt x="3356851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59016" y="549605"/>
              <a:ext cx="3357245" cy="6050915"/>
            </a:xfrm>
            <a:custGeom>
              <a:avLst/>
              <a:gdLst/>
              <a:ahLst/>
              <a:cxnLst/>
              <a:rect l="l" t="t" r="r" b="b"/>
              <a:pathLst>
                <a:path w="3357245" h="6050915">
                  <a:moveTo>
                    <a:pt x="0" y="0"/>
                  </a:moveTo>
                  <a:lnTo>
                    <a:pt x="3356858" y="0"/>
                  </a:lnTo>
                  <a:lnTo>
                    <a:pt x="3356858" y="6050448"/>
                  </a:lnTo>
                  <a:lnTo>
                    <a:pt x="0" y="6050448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630619" y="617225"/>
            <a:ext cx="11715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"/>
                <a:cs typeface="Arial"/>
              </a:rPr>
              <a:t>Mainframe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719568" y="1141120"/>
            <a:ext cx="1838960" cy="465455"/>
            <a:chOff x="7719568" y="1141120"/>
            <a:chExt cx="1838960" cy="465455"/>
          </a:xfrm>
        </p:grpSpPr>
        <p:sp>
          <p:nvSpPr>
            <p:cNvPr id="49" name="object 49"/>
            <p:cNvSpPr/>
            <p:nvPr/>
          </p:nvSpPr>
          <p:spPr>
            <a:xfrm>
              <a:off x="7726553" y="1148105"/>
              <a:ext cx="1824989" cy="451484"/>
            </a:xfrm>
            <a:custGeom>
              <a:avLst/>
              <a:gdLst/>
              <a:ahLst/>
              <a:cxnLst/>
              <a:rect l="l" t="t" r="r" b="b"/>
              <a:pathLst>
                <a:path w="1824990" h="451484">
                  <a:moveTo>
                    <a:pt x="1749767" y="0"/>
                  </a:moveTo>
                  <a:lnTo>
                    <a:pt x="75209" y="0"/>
                  </a:lnTo>
                  <a:lnTo>
                    <a:pt x="45932" y="5911"/>
                  </a:lnTo>
                  <a:lnTo>
                    <a:pt x="22026" y="22031"/>
                  </a:lnTo>
                  <a:lnTo>
                    <a:pt x="5909" y="45937"/>
                  </a:lnTo>
                  <a:lnTo>
                    <a:pt x="0" y="75209"/>
                  </a:lnTo>
                  <a:lnTo>
                    <a:pt x="0" y="376008"/>
                  </a:lnTo>
                  <a:lnTo>
                    <a:pt x="5909" y="405278"/>
                  </a:lnTo>
                  <a:lnTo>
                    <a:pt x="22026" y="429180"/>
                  </a:lnTo>
                  <a:lnTo>
                    <a:pt x="45932" y="445296"/>
                  </a:lnTo>
                  <a:lnTo>
                    <a:pt x="75209" y="451205"/>
                  </a:lnTo>
                  <a:lnTo>
                    <a:pt x="1749767" y="451205"/>
                  </a:lnTo>
                  <a:lnTo>
                    <a:pt x="1779044" y="445296"/>
                  </a:lnTo>
                  <a:lnTo>
                    <a:pt x="1802950" y="429180"/>
                  </a:lnTo>
                  <a:lnTo>
                    <a:pt x="1819067" y="405278"/>
                  </a:lnTo>
                  <a:lnTo>
                    <a:pt x="1824977" y="376008"/>
                  </a:lnTo>
                  <a:lnTo>
                    <a:pt x="1824977" y="75209"/>
                  </a:lnTo>
                  <a:lnTo>
                    <a:pt x="1819067" y="45937"/>
                  </a:lnTo>
                  <a:lnTo>
                    <a:pt x="1802950" y="22031"/>
                  </a:lnTo>
                  <a:lnTo>
                    <a:pt x="1779044" y="5911"/>
                  </a:lnTo>
                  <a:lnTo>
                    <a:pt x="1749767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726553" y="1148105"/>
              <a:ext cx="1824989" cy="451484"/>
            </a:xfrm>
            <a:custGeom>
              <a:avLst/>
              <a:gdLst/>
              <a:ahLst/>
              <a:cxnLst/>
              <a:rect l="l" t="t" r="r" b="b"/>
              <a:pathLst>
                <a:path w="1824990" h="451484">
                  <a:moveTo>
                    <a:pt x="0" y="75202"/>
                  </a:moveTo>
                  <a:lnTo>
                    <a:pt x="5909" y="45930"/>
                  </a:lnTo>
                  <a:lnTo>
                    <a:pt x="22026" y="22026"/>
                  </a:lnTo>
                  <a:lnTo>
                    <a:pt x="45930" y="5909"/>
                  </a:lnTo>
                  <a:lnTo>
                    <a:pt x="75202" y="0"/>
                  </a:lnTo>
                  <a:lnTo>
                    <a:pt x="1749773" y="0"/>
                  </a:lnTo>
                  <a:lnTo>
                    <a:pt x="1779044" y="5909"/>
                  </a:lnTo>
                  <a:lnTo>
                    <a:pt x="1802948" y="22026"/>
                  </a:lnTo>
                  <a:lnTo>
                    <a:pt x="1819064" y="45930"/>
                  </a:lnTo>
                  <a:lnTo>
                    <a:pt x="1824974" y="75202"/>
                  </a:lnTo>
                  <a:lnTo>
                    <a:pt x="1824974" y="376002"/>
                  </a:lnTo>
                  <a:lnTo>
                    <a:pt x="1819064" y="405275"/>
                  </a:lnTo>
                  <a:lnTo>
                    <a:pt x="1802948" y="429179"/>
                  </a:lnTo>
                  <a:lnTo>
                    <a:pt x="1779044" y="445296"/>
                  </a:lnTo>
                  <a:lnTo>
                    <a:pt x="1749773" y="451205"/>
                  </a:lnTo>
                  <a:lnTo>
                    <a:pt x="75202" y="451205"/>
                  </a:lnTo>
                  <a:lnTo>
                    <a:pt x="45930" y="445296"/>
                  </a:lnTo>
                  <a:lnTo>
                    <a:pt x="22026" y="429179"/>
                  </a:lnTo>
                  <a:lnTo>
                    <a:pt x="5909" y="405275"/>
                  </a:lnTo>
                  <a:lnTo>
                    <a:pt x="0" y="376002"/>
                  </a:lnTo>
                  <a:lnTo>
                    <a:pt x="0" y="75202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876768" y="1234952"/>
            <a:ext cx="15252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rlito"/>
                <a:cs typeface="Carlito"/>
              </a:rPr>
              <a:t>Get Student</a:t>
            </a:r>
            <a:r>
              <a:rPr sz="1500" spc="-70" dirty="0">
                <a:latin typeface="Carlito"/>
                <a:cs typeface="Carlito"/>
              </a:rPr>
              <a:t> </a:t>
            </a:r>
            <a:r>
              <a:rPr sz="1500" spc="-20" dirty="0">
                <a:latin typeface="Carlito"/>
                <a:cs typeface="Carlito"/>
              </a:rPr>
              <a:t>Record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086460" y="1285900"/>
            <a:ext cx="8684260" cy="5149215"/>
            <a:chOff x="1086460" y="1285900"/>
            <a:chExt cx="8684260" cy="5149215"/>
          </a:xfrm>
        </p:grpSpPr>
        <p:sp>
          <p:nvSpPr>
            <p:cNvPr id="53" name="object 53"/>
            <p:cNvSpPr/>
            <p:nvPr/>
          </p:nvSpPr>
          <p:spPr>
            <a:xfrm>
              <a:off x="8424341" y="2029205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4">
                  <a:moveTo>
                    <a:pt x="214706" y="0"/>
                  </a:moveTo>
                  <a:lnTo>
                    <a:pt x="0" y="214693"/>
                  </a:lnTo>
                  <a:lnTo>
                    <a:pt x="214706" y="429399"/>
                  </a:lnTo>
                  <a:lnTo>
                    <a:pt x="429399" y="214693"/>
                  </a:lnTo>
                  <a:lnTo>
                    <a:pt x="21470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424341" y="2029205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4">
                  <a:moveTo>
                    <a:pt x="0" y="214698"/>
                  </a:moveTo>
                  <a:lnTo>
                    <a:pt x="214698" y="0"/>
                  </a:lnTo>
                  <a:lnTo>
                    <a:pt x="429397" y="214698"/>
                  </a:lnTo>
                  <a:lnTo>
                    <a:pt x="214698" y="429397"/>
                  </a:lnTo>
                  <a:lnTo>
                    <a:pt x="0" y="21469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25068" y="5039931"/>
              <a:ext cx="1353185" cy="481965"/>
            </a:xfrm>
            <a:custGeom>
              <a:avLst/>
              <a:gdLst/>
              <a:ahLst/>
              <a:cxnLst/>
              <a:rect l="l" t="t" r="r" b="b"/>
              <a:pathLst>
                <a:path w="1353184" h="481964">
                  <a:moveTo>
                    <a:pt x="1272705" y="0"/>
                  </a:moveTo>
                  <a:lnTo>
                    <a:pt x="80238" y="0"/>
                  </a:lnTo>
                  <a:lnTo>
                    <a:pt x="49007" y="6304"/>
                  </a:lnTo>
                  <a:lnTo>
                    <a:pt x="23502" y="23496"/>
                  </a:lnTo>
                  <a:lnTo>
                    <a:pt x="6306" y="48997"/>
                  </a:lnTo>
                  <a:lnTo>
                    <a:pt x="0" y="80225"/>
                  </a:lnTo>
                  <a:lnTo>
                    <a:pt x="0" y="401167"/>
                  </a:lnTo>
                  <a:lnTo>
                    <a:pt x="6306" y="432396"/>
                  </a:lnTo>
                  <a:lnTo>
                    <a:pt x="23502" y="457896"/>
                  </a:lnTo>
                  <a:lnTo>
                    <a:pt x="49007" y="475089"/>
                  </a:lnTo>
                  <a:lnTo>
                    <a:pt x="80238" y="481393"/>
                  </a:lnTo>
                  <a:lnTo>
                    <a:pt x="1272705" y="481393"/>
                  </a:lnTo>
                  <a:lnTo>
                    <a:pt x="1303935" y="475089"/>
                  </a:lnTo>
                  <a:lnTo>
                    <a:pt x="1329440" y="457896"/>
                  </a:lnTo>
                  <a:lnTo>
                    <a:pt x="1346637" y="432396"/>
                  </a:lnTo>
                  <a:lnTo>
                    <a:pt x="1352943" y="401167"/>
                  </a:lnTo>
                  <a:lnTo>
                    <a:pt x="1352943" y="80225"/>
                  </a:lnTo>
                  <a:lnTo>
                    <a:pt x="1346637" y="48997"/>
                  </a:lnTo>
                  <a:lnTo>
                    <a:pt x="1329440" y="23496"/>
                  </a:lnTo>
                  <a:lnTo>
                    <a:pt x="1303935" y="6304"/>
                  </a:lnTo>
                  <a:lnTo>
                    <a:pt x="1272705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25068" y="5039931"/>
              <a:ext cx="1353185" cy="481965"/>
            </a:xfrm>
            <a:custGeom>
              <a:avLst/>
              <a:gdLst/>
              <a:ahLst/>
              <a:cxnLst/>
              <a:rect l="l" t="t" r="r" b="b"/>
              <a:pathLst>
                <a:path w="1353184" h="481964">
                  <a:moveTo>
                    <a:pt x="0" y="80235"/>
                  </a:moveTo>
                  <a:lnTo>
                    <a:pt x="6305" y="49003"/>
                  </a:lnTo>
                  <a:lnTo>
                    <a:pt x="23500" y="23500"/>
                  </a:lnTo>
                  <a:lnTo>
                    <a:pt x="49003" y="6305"/>
                  </a:lnTo>
                  <a:lnTo>
                    <a:pt x="80235" y="0"/>
                  </a:lnTo>
                  <a:lnTo>
                    <a:pt x="1272697" y="0"/>
                  </a:lnTo>
                  <a:lnTo>
                    <a:pt x="1303929" y="6305"/>
                  </a:lnTo>
                  <a:lnTo>
                    <a:pt x="1329434" y="23500"/>
                  </a:lnTo>
                  <a:lnTo>
                    <a:pt x="1346632" y="49003"/>
                  </a:lnTo>
                  <a:lnTo>
                    <a:pt x="1352938" y="80235"/>
                  </a:lnTo>
                  <a:lnTo>
                    <a:pt x="1352938" y="401167"/>
                  </a:lnTo>
                  <a:lnTo>
                    <a:pt x="1346632" y="432397"/>
                  </a:lnTo>
                  <a:lnTo>
                    <a:pt x="1329434" y="457901"/>
                  </a:lnTo>
                  <a:lnTo>
                    <a:pt x="1303929" y="475096"/>
                  </a:lnTo>
                  <a:lnTo>
                    <a:pt x="1272697" y="481401"/>
                  </a:lnTo>
                  <a:lnTo>
                    <a:pt x="80235" y="481401"/>
                  </a:lnTo>
                  <a:lnTo>
                    <a:pt x="49003" y="475096"/>
                  </a:lnTo>
                  <a:lnTo>
                    <a:pt x="23500" y="457901"/>
                  </a:lnTo>
                  <a:lnTo>
                    <a:pt x="6305" y="432397"/>
                  </a:lnTo>
                  <a:lnTo>
                    <a:pt x="0" y="401167"/>
                  </a:lnTo>
                  <a:lnTo>
                    <a:pt x="0" y="80235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92582" y="4616284"/>
              <a:ext cx="2850515" cy="0"/>
            </a:xfrm>
            <a:custGeom>
              <a:avLst/>
              <a:gdLst/>
              <a:ahLst/>
              <a:cxnLst/>
              <a:rect l="l" t="t" r="r" b="b"/>
              <a:pathLst>
                <a:path w="2850515">
                  <a:moveTo>
                    <a:pt x="0" y="0"/>
                  </a:moveTo>
                  <a:lnTo>
                    <a:pt x="2850368" y="1"/>
                  </a:lnTo>
                </a:path>
              </a:pathLst>
            </a:custGeom>
            <a:ln w="808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58073" y="4942331"/>
              <a:ext cx="1505585" cy="686435"/>
            </a:xfrm>
            <a:custGeom>
              <a:avLst/>
              <a:gdLst/>
              <a:ahLst/>
              <a:cxnLst/>
              <a:rect l="l" t="t" r="r" b="b"/>
              <a:pathLst>
                <a:path w="1505584" h="686435">
                  <a:moveTo>
                    <a:pt x="1391145" y="0"/>
                  </a:moveTo>
                  <a:lnTo>
                    <a:pt x="114363" y="0"/>
                  </a:lnTo>
                  <a:lnTo>
                    <a:pt x="69849" y="8987"/>
                  </a:lnTo>
                  <a:lnTo>
                    <a:pt x="33497" y="33497"/>
                  </a:lnTo>
                  <a:lnTo>
                    <a:pt x="8987" y="69849"/>
                  </a:lnTo>
                  <a:lnTo>
                    <a:pt x="0" y="114363"/>
                  </a:lnTo>
                  <a:lnTo>
                    <a:pt x="0" y="571817"/>
                  </a:lnTo>
                  <a:lnTo>
                    <a:pt x="8987" y="616331"/>
                  </a:lnTo>
                  <a:lnTo>
                    <a:pt x="33497" y="652683"/>
                  </a:lnTo>
                  <a:lnTo>
                    <a:pt x="69849" y="677193"/>
                  </a:lnTo>
                  <a:lnTo>
                    <a:pt x="114363" y="686180"/>
                  </a:lnTo>
                  <a:lnTo>
                    <a:pt x="1391145" y="686180"/>
                  </a:lnTo>
                  <a:lnTo>
                    <a:pt x="1435658" y="677193"/>
                  </a:lnTo>
                  <a:lnTo>
                    <a:pt x="1472010" y="652683"/>
                  </a:lnTo>
                  <a:lnTo>
                    <a:pt x="1496520" y="616331"/>
                  </a:lnTo>
                  <a:lnTo>
                    <a:pt x="1505508" y="571817"/>
                  </a:lnTo>
                  <a:lnTo>
                    <a:pt x="1505508" y="114363"/>
                  </a:lnTo>
                  <a:lnTo>
                    <a:pt x="1496520" y="69849"/>
                  </a:lnTo>
                  <a:lnTo>
                    <a:pt x="1472010" y="33497"/>
                  </a:lnTo>
                  <a:lnTo>
                    <a:pt x="1435658" y="8987"/>
                  </a:lnTo>
                  <a:lnTo>
                    <a:pt x="1391145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258073" y="4942331"/>
              <a:ext cx="1505585" cy="686435"/>
            </a:xfrm>
            <a:custGeom>
              <a:avLst/>
              <a:gdLst/>
              <a:ahLst/>
              <a:cxnLst/>
              <a:rect l="l" t="t" r="r" b="b"/>
              <a:pathLst>
                <a:path w="1505584" h="686435">
                  <a:moveTo>
                    <a:pt x="0" y="114366"/>
                  </a:moveTo>
                  <a:lnTo>
                    <a:pt x="8987" y="69850"/>
                  </a:lnTo>
                  <a:lnTo>
                    <a:pt x="33497" y="33497"/>
                  </a:lnTo>
                  <a:lnTo>
                    <a:pt x="69850" y="8987"/>
                  </a:lnTo>
                  <a:lnTo>
                    <a:pt x="114366" y="0"/>
                  </a:lnTo>
                  <a:lnTo>
                    <a:pt x="1391138" y="0"/>
                  </a:lnTo>
                  <a:lnTo>
                    <a:pt x="1435657" y="8987"/>
                  </a:lnTo>
                  <a:lnTo>
                    <a:pt x="1472009" y="33497"/>
                  </a:lnTo>
                  <a:lnTo>
                    <a:pt x="1496518" y="69850"/>
                  </a:lnTo>
                  <a:lnTo>
                    <a:pt x="1505505" y="114366"/>
                  </a:lnTo>
                  <a:lnTo>
                    <a:pt x="1505505" y="571818"/>
                  </a:lnTo>
                  <a:lnTo>
                    <a:pt x="1496518" y="616334"/>
                  </a:lnTo>
                  <a:lnTo>
                    <a:pt x="1472009" y="652687"/>
                  </a:lnTo>
                  <a:lnTo>
                    <a:pt x="1435657" y="677197"/>
                  </a:lnTo>
                  <a:lnTo>
                    <a:pt x="1391138" y="686184"/>
                  </a:lnTo>
                  <a:lnTo>
                    <a:pt x="114366" y="686184"/>
                  </a:lnTo>
                  <a:lnTo>
                    <a:pt x="69850" y="677197"/>
                  </a:lnTo>
                  <a:lnTo>
                    <a:pt x="33497" y="652687"/>
                  </a:lnTo>
                  <a:lnTo>
                    <a:pt x="8987" y="616334"/>
                  </a:lnTo>
                  <a:lnTo>
                    <a:pt x="0" y="571818"/>
                  </a:lnTo>
                  <a:lnTo>
                    <a:pt x="0" y="114366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06602" y="5977369"/>
              <a:ext cx="2850515" cy="0"/>
            </a:xfrm>
            <a:custGeom>
              <a:avLst/>
              <a:gdLst/>
              <a:ahLst/>
              <a:cxnLst/>
              <a:rect l="l" t="t" r="r" b="b"/>
              <a:pathLst>
                <a:path w="2850515">
                  <a:moveTo>
                    <a:pt x="0" y="0"/>
                  </a:moveTo>
                  <a:lnTo>
                    <a:pt x="2850368" y="1"/>
                  </a:lnTo>
                </a:path>
              </a:pathLst>
            </a:custGeom>
            <a:ln w="808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419658" y="4277588"/>
              <a:ext cx="1673225" cy="1699895"/>
            </a:xfrm>
            <a:custGeom>
              <a:avLst/>
              <a:gdLst/>
              <a:ahLst/>
              <a:cxnLst/>
              <a:rect l="l" t="t" r="r" b="b"/>
              <a:pathLst>
                <a:path w="1673225" h="1699895">
                  <a:moveTo>
                    <a:pt x="163779" y="1552371"/>
                  </a:moveTo>
                  <a:lnTo>
                    <a:pt x="161569" y="1544637"/>
                  </a:lnTo>
                  <a:lnTo>
                    <a:pt x="149301" y="1537830"/>
                  </a:lnTo>
                  <a:lnTo>
                    <a:pt x="141566" y="1540040"/>
                  </a:lnTo>
                  <a:lnTo>
                    <a:pt x="94589" y="1624609"/>
                  </a:lnTo>
                  <a:lnTo>
                    <a:pt x="94589" y="1243736"/>
                  </a:lnTo>
                  <a:lnTo>
                    <a:pt x="69189" y="1243736"/>
                  </a:lnTo>
                  <a:lnTo>
                    <a:pt x="69189" y="1624622"/>
                  </a:lnTo>
                  <a:lnTo>
                    <a:pt x="69189" y="1673618"/>
                  </a:lnTo>
                  <a:lnTo>
                    <a:pt x="69176" y="1624609"/>
                  </a:lnTo>
                  <a:lnTo>
                    <a:pt x="22199" y="1540040"/>
                  </a:lnTo>
                  <a:lnTo>
                    <a:pt x="14465" y="1537830"/>
                  </a:lnTo>
                  <a:lnTo>
                    <a:pt x="2209" y="1544637"/>
                  </a:lnTo>
                  <a:lnTo>
                    <a:pt x="0" y="1552371"/>
                  </a:lnTo>
                  <a:lnTo>
                    <a:pt x="81889" y="1699768"/>
                  </a:lnTo>
                  <a:lnTo>
                    <a:pt x="96405" y="1673618"/>
                  </a:lnTo>
                  <a:lnTo>
                    <a:pt x="163779" y="1552371"/>
                  </a:lnTo>
                  <a:close/>
                </a:path>
                <a:path w="1673225" h="1699895">
                  <a:moveTo>
                    <a:pt x="163779" y="614934"/>
                  </a:moveTo>
                  <a:lnTo>
                    <a:pt x="161569" y="607199"/>
                  </a:lnTo>
                  <a:lnTo>
                    <a:pt x="149301" y="600379"/>
                  </a:lnTo>
                  <a:lnTo>
                    <a:pt x="141566" y="602589"/>
                  </a:lnTo>
                  <a:lnTo>
                    <a:pt x="94589" y="687171"/>
                  </a:lnTo>
                  <a:lnTo>
                    <a:pt x="81876" y="710031"/>
                  </a:lnTo>
                  <a:lnTo>
                    <a:pt x="94576" y="687171"/>
                  </a:lnTo>
                  <a:lnTo>
                    <a:pt x="94589" y="356920"/>
                  </a:lnTo>
                  <a:lnTo>
                    <a:pt x="69189" y="356920"/>
                  </a:lnTo>
                  <a:lnTo>
                    <a:pt x="69189" y="687171"/>
                  </a:lnTo>
                  <a:lnTo>
                    <a:pt x="69189" y="736180"/>
                  </a:lnTo>
                  <a:lnTo>
                    <a:pt x="69176" y="687171"/>
                  </a:lnTo>
                  <a:lnTo>
                    <a:pt x="22199" y="602589"/>
                  </a:lnTo>
                  <a:lnTo>
                    <a:pt x="14465" y="600379"/>
                  </a:lnTo>
                  <a:lnTo>
                    <a:pt x="2209" y="607199"/>
                  </a:lnTo>
                  <a:lnTo>
                    <a:pt x="0" y="614934"/>
                  </a:lnTo>
                  <a:lnTo>
                    <a:pt x="81889" y="762330"/>
                  </a:lnTo>
                  <a:lnTo>
                    <a:pt x="96405" y="736180"/>
                  </a:lnTo>
                  <a:lnTo>
                    <a:pt x="163779" y="614934"/>
                  </a:lnTo>
                  <a:close/>
                </a:path>
                <a:path w="1673225" h="1699895">
                  <a:moveTo>
                    <a:pt x="1061478" y="160413"/>
                  </a:moveTo>
                  <a:lnTo>
                    <a:pt x="1059268" y="152679"/>
                  </a:lnTo>
                  <a:lnTo>
                    <a:pt x="1047000" y="145859"/>
                  </a:lnTo>
                  <a:lnTo>
                    <a:pt x="1039279" y="148069"/>
                  </a:lnTo>
                  <a:lnTo>
                    <a:pt x="992289" y="232651"/>
                  </a:lnTo>
                  <a:lnTo>
                    <a:pt x="992289" y="0"/>
                  </a:lnTo>
                  <a:lnTo>
                    <a:pt x="966889" y="0"/>
                  </a:lnTo>
                  <a:lnTo>
                    <a:pt x="966889" y="232651"/>
                  </a:lnTo>
                  <a:lnTo>
                    <a:pt x="919899" y="148069"/>
                  </a:lnTo>
                  <a:lnTo>
                    <a:pt x="912164" y="145859"/>
                  </a:lnTo>
                  <a:lnTo>
                    <a:pt x="899909" y="152679"/>
                  </a:lnTo>
                  <a:lnTo>
                    <a:pt x="897699" y="160413"/>
                  </a:lnTo>
                  <a:lnTo>
                    <a:pt x="979589" y="307809"/>
                  </a:lnTo>
                  <a:lnTo>
                    <a:pt x="994105" y="281660"/>
                  </a:lnTo>
                  <a:lnTo>
                    <a:pt x="1061478" y="160413"/>
                  </a:lnTo>
                  <a:close/>
                </a:path>
                <a:path w="1673225" h="1699895">
                  <a:moveTo>
                    <a:pt x="1673059" y="1552371"/>
                  </a:moveTo>
                  <a:lnTo>
                    <a:pt x="1670850" y="1544637"/>
                  </a:lnTo>
                  <a:lnTo>
                    <a:pt x="1658581" y="1537830"/>
                  </a:lnTo>
                  <a:lnTo>
                    <a:pt x="1650847" y="1540040"/>
                  </a:lnTo>
                  <a:lnTo>
                    <a:pt x="1603870" y="1624609"/>
                  </a:lnTo>
                  <a:lnTo>
                    <a:pt x="1603870" y="1350924"/>
                  </a:lnTo>
                  <a:lnTo>
                    <a:pt x="1578470" y="1350924"/>
                  </a:lnTo>
                  <a:lnTo>
                    <a:pt x="1578470" y="1624622"/>
                  </a:lnTo>
                  <a:lnTo>
                    <a:pt x="1578470" y="1673618"/>
                  </a:lnTo>
                  <a:lnTo>
                    <a:pt x="1578457" y="1624609"/>
                  </a:lnTo>
                  <a:lnTo>
                    <a:pt x="1531480" y="1540040"/>
                  </a:lnTo>
                  <a:lnTo>
                    <a:pt x="1523746" y="1537830"/>
                  </a:lnTo>
                  <a:lnTo>
                    <a:pt x="1511490" y="1544637"/>
                  </a:lnTo>
                  <a:lnTo>
                    <a:pt x="1509280" y="1552371"/>
                  </a:lnTo>
                  <a:lnTo>
                    <a:pt x="1591170" y="1699768"/>
                  </a:lnTo>
                  <a:lnTo>
                    <a:pt x="1605686" y="1673618"/>
                  </a:lnTo>
                  <a:lnTo>
                    <a:pt x="1673059" y="1552371"/>
                  </a:lnTo>
                  <a:close/>
                </a:path>
                <a:path w="1673225" h="1699895">
                  <a:moveTo>
                    <a:pt x="1673059" y="517334"/>
                  </a:moveTo>
                  <a:lnTo>
                    <a:pt x="1670850" y="509600"/>
                  </a:lnTo>
                  <a:lnTo>
                    <a:pt x="1658581" y="502780"/>
                  </a:lnTo>
                  <a:lnTo>
                    <a:pt x="1650847" y="504990"/>
                  </a:lnTo>
                  <a:lnTo>
                    <a:pt x="1603870" y="589572"/>
                  </a:lnTo>
                  <a:lnTo>
                    <a:pt x="1591157" y="612432"/>
                  </a:lnTo>
                  <a:lnTo>
                    <a:pt x="1603857" y="589572"/>
                  </a:lnTo>
                  <a:lnTo>
                    <a:pt x="1603870" y="356920"/>
                  </a:lnTo>
                  <a:lnTo>
                    <a:pt x="1578470" y="356920"/>
                  </a:lnTo>
                  <a:lnTo>
                    <a:pt x="1578470" y="589572"/>
                  </a:lnTo>
                  <a:lnTo>
                    <a:pt x="1578470" y="638581"/>
                  </a:lnTo>
                  <a:lnTo>
                    <a:pt x="1578457" y="589572"/>
                  </a:lnTo>
                  <a:lnTo>
                    <a:pt x="1531480" y="504990"/>
                  </a:lnTo>
                  <a:lnTo>
                    <a:pt x="1523746" y="502780"/>
                  </a:lnTo>
                  <a:lnTo>
                    <a:pt x="1511490" y="509600"/>
                  </a:lnTo>
                  <a:lnTo>
                    <a:pt x="1509280" y="517334"/>
                  </a:lnTo>
                  <a:lnTo>
                    <a:pt x="1591170" y="664730"/>
                  </a:lnTo>
                  <a:lnTo>
                    <a:pt x="1605686" y="638581"/>
                  </a:lnTo>
                  <a:lnTo>
                    <a:pt x="1673059" y="5173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685026" y="4277588"/>
              <a:ext cx="1714500" cy="0"/>
            </a:xfrm>
            <a:custGeom>
              <a:avLst/>
              <a:gdLst/>
              <a:ahLst/>
              <a:cxnLst/>
              <a:rect l="l" t="t" r="r" b="b"/>
              <a:pathLst>
                <a:path w="1714500">
                  <a:moveTo>
                    <a:pt x="0" y="0"/>
                  </a:moveTo>
                  <a:lnTo>
                    <a:pt x="1714225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95504" y="6081839"/>
              <a:ext cx="2136775" cy="163830"/>
            </a:xfrm>
            <a:custGeom>
              <a:avLst/>
              <a:gdLst/>
              <a:ahLst/>
              <a:cxnLst/>
              <a:rect l="l" t="t" r="r" b="b"/>
              <a:pathLst>
                <a:path w="2136775" h="163829">
                  <a:moveTo>
                    <a:pt x="147408" y="0"/>
                  </a:moveTo>
                  <a:lnTo>
                    <a:pt x="0" y="81889"/>
                  </a:lnTo>
                  <a:lnTo>
                    <a:pt x="147408" y="163779"/>
                  </a:lnTo>
                  <a:lnTo>
                    <a:pt x="155130" y="161569"/>
                  </a:lnTo>
                  <a:lnTo>
                    <a:pt x="161950" y="149301"/>
                  </a:lnTo>
                  <a:lnTo>
                    <a:pt x="159740" y="141579"/>
                  </a:lnTo>
                  <a:lnTo>
                    <a:pt x="75160" y="94589"/>
                  </a:lnTo>
                  <a:lnTo>
                    <a:pt x="26149" y="94589"/>
                  </a:lnTo>
                  <a:lnTo>
                    <a:pt x="26149" y="69189"/>
                  </a:lnTo>
                  <a:lnTo>
                    <a:pt x="75160" y="69189"/>
                  </a:lnTo>
                  <a:lnTo>
                    <a:pt x="159740" y="22199"/>
                  </a:lnTo>
                  <a:lnTo>
                    <a:pt x="161950" y="14478"/>
                  </a:lnTo>
                  <a:lnTo>
                    <a:pt x="155130" y="2209"/>
                  </a:lnTo>
                  <a:lnTo>
                    <a:pt x="147408" y="0"/>
                  </a:lnTo>
                  <a:close/>
                </a:path>
                <a:path w="2136775" h="163829">
                  <a:moveTo>
                    <a:pt x="75160" y="69189"/>
                  </a:moveTo>
                  <a:lnTo>
                    <a:pt x="26149" y="69189"/>
                  </a:lnTo>
                  <a:lnTo>
                    <a:pt x="26149" y="94589"/>
                  </a:lnTo>
                  <a:lnTo>
                    <a:pt x="75160" y="94589"/>
                  </a:lnTo>
                  <a:lnTo>
                    <a:pt x="72279" y="92989"/>
                  </a:lnTo>
                  <a:lnTo>
                    <a:pt x="32321" y="92989"/>
                  </a:lnTo>
                  <a:lnTo>
                    <a:pt x="32321" y="70789"/>
                  </a:lnTo>
                  <a:lnTo>
                    <a:pt x="72279" y="70789"/>
                  </a:lnTo>
                  <a:lnTo>
                    <a:pt x="75160" y="69189"/>
                  </a:lnTo>
                  <a:close/>
                </a:path>
                <a:path w="2136775" h="163829">
                  <a:moveTo>
                    <a:pt x="2136279" y="69189"/>
                  </a:moveTo>
                  <a:lnTo>
                    <a:pt x="75160" y="69189"/>
                  </a:lnTo>
                  <a:lnTo>
                    <a:pt x="52300" y="81889"/>
                  </a:lnTo>
                  <a:lnTo>
                    <a:pt x="75160" y="94589"/>
                  </a:lnTo>
                  <a:lnTo>
                    <a:pt x="2136279" y="94589"/>
                  </a:lnTo>
                  <a:lnTo>
                    <a:pt x="2136279" y="69189"/>
                  </a:lnTo>
                  <a:close/>
                </a:path>
                <a:path w="2136775" h="163829">
                  <a:moveTo>
                    <a:pt x="32321" y="70789"/>
                  </a:moveTo>
                  <a:lnTo>
                    <a:pt x="32321" y="92989"/>
                  </a:lnTo>
                  <a:lnTo>
                    <a:pt x="52300" y="81889"/>
                  </a:lnTo>
                  <a:lnTo>
                    <a:pt x="32321" y="70789"/>
                  </a:lnTo>
                  <a:close/>
                </a:path>
                <a:path w="2136775" h="163829">
                  <a:moveTo>
                    <a:pt x="52300" y="81889"/>
                  </a:moveTo>
                  <a:lnTo>
                    <a:pt x="32321" y="92989"/>
                  </a:lnTo>
                  <a:lnTo>
                    <a:pt x="72279" y="92989"/>
                  </a:lnTo>
                  <a:lnTo>
                    <a:pt x="52300" y="81889"/>
                  </a:lnTo>
                  <a:close/>
                </a:path>
                <a:path w="2136775" h="163829">
                  <a:moveTo>
                    <a:pt x="72279" y="70789"/>
                  </a:moveTo>
                  <a:lnTo>
                    <a:pt x="32321" y="70789"/>
                  </a:lnTo>
                  <a:lnTo>
                    <a:pt x="52300" y="81889"/>
                  </a:lnTo>
                  <a:lnTo>
                    <a:pt x="72279" y="707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331784" y="5954555"/>
              <a:ext cx="0" cy="209550"/>
            </a:xfrm>
            <a:custGeom>
              <a:avLst/>
              <a:gdLst/>
              <a:ahLst/>
              <a:cxnLst/>
              <a:rect l="l" t="t" r="r" b="b"/>
              <a:pathLst>
                <a:path h="209550">
                  <a:moveTo>
                    <a:pt x="0" y="209173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85026" y="4277588"/>
              <a:ext cx="0" cy="791845"/>
            </a:xfrm>
            <a:custGeom>
              <a:avLst/>
              <a:gdLst/>
              <a:ahLst/>
              <a:cxnLst/>
              <a:rect l="l" t="t" r="r" b="b"/>
              <a:pathLst>
                <a:path h="791845">
                  <a:moveTo>
                    <a:pt x="0" y="0"/>
                  </a:moveTo>
                  <a:lnTo>
                    <a:pt x="1" y="79184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740628" y="5069446"/>
              <a:ext cx="944880" cy="0"/>
            </a:xfrm>
            <a:custGeom>
              <a:avLst/>
              <a:gdLst/>
              <a:ahLst/>
              <a:cxnLst/>
              <a:rect l="l" t="t" r="r" b="b"/>
              <a:pathLst>
                <a:path w="944879">
                  <a:moveTo>
                    <a:pt x="0" y="0"/>
                  </a:moveTo>
                  <a:lnTo>
                    <a:pt x="944390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27618" y="1285900"/>
              <a:ext cx="6687184" cy="4144645"/>
            </a:xfrm>
            <a:custGeom>
              <a:avLst/>
              <a:gdLst/>
              <a:ahLst/>
              <a:cxnLst/>
              <a:rect l="l" t="t" r="r" b="b"/>
              <a:pathLst>
                <a:path w="6687184" h="4144645">
                  <a:moveTo>
                    <a:pt x="1381887" y="4049865"/>
                  </a:moveTo>
                  <a:lnTo>
                    <a:pt x="94589" y="4049865"/>
                  </a:lnTo>
                  <a:lnTo>
                    <a:pt x="94589" y="3268116"/>
                  </a:lnTo>
                  <a:lnTo>
                    <a:pt x="141579" y="3352685"/>
                  </a:lnTo>
                  <a:lnTo>
                    <a:pt x="149301" y="3354882"/>
                  </a:lnTo>
                  <a:lnTo>
                    <a:pt x="161569" y="3348075"/>
                  </a:lnTo>
                  <a:lnTo>
                    <a:pt x="163779" y="3340341"/>
                  </a:lnTo>
                  <a:lnTo>
                    <a:pt x="96405" y="3219094"/>
                  </a:lnTo>
                  <a:lnTo>
                    <a:pt x="81889" y="3192945"/>
                  </a:lnTo>
                  <a:lnTo>
                    <a:pt x="0" y="3340341"/>
                  </a:lnTo>
                  <a:lnTo>
                    <a:pt x="2209" y="3348075"/>
                  </a:lnTo>
                  <a:lnTo>
                    <a:pt x="14478" y="3354882"/>
                  </a:lnTo>
                  <a:lnTo>
                    <a:pt x="22199" y="3352685"/>
                  </a:lnTo>
                  <a:lnTo>
                    <a:pt x="69189" y="3268116"/>
                  </a:lnTo>
                  <a:lnTo>
                    <a:pt x="69189" y="4075265"/>
                  </a:lnTo>
                  <a:lnTo>
                    <a:pt x="1381887" y="4075265"/>
                  </a:lnTo>
                  <a:lnTo>
                    <a:pt x="1381887" y="4062565"/>
                  </a:lnTo>
                  <a:lnTo>
                    <a:pt x="1381887" y="4049865"/>
                  </a:lnTo>
                  <a:close/>
                </a:path>
                <a:path w="6687184" h="4144645">
                  <a:moveTo>
                    <a:pt x="1495539" y="2024481"/>
                  </a:moveTo>
                  <a:lnTo>
                    <a:pt x="69189" y="2024481"/>
                  </a:lnTo>
                  <a:lnTo>
                    <a:pt x="69189" y="2566632"/>
                  </a:lnTo>
                  <a:lnTo>
                    <a:pt x="22212" y="2482050"/>
                  </a:lnTo>
                  <a:lnTo>
                    <a:pt x="14478" y="2479840"/>
                  </a:lnTo>
                  <a:lnTo>
                    <a:pt x="2209" y="2486647"/>
                  </a:lnTo>
                  <a:lnTo>
                    <a:pt x="0" y="2494381"/>
                  </a:lnTo>
                  <a:lnTo>
                    <a:pt x="81889" y="2641790"/>
                  </a:lnTo>
                  <a:lnTo>
                    <a:pt x="96418" y="2615628"/>
                  </a:lnTo>
                  <a:lnTo>
                    <a:pt x="163779" y="2494381"/>
                  </a:lnTo>
                  <a:lnTo>
                    <a:pt x="161569" y="2486647"/>
                  </a:lnTo>
                  <a:lnTo>
                    <a:pt x="149313" y="2479840"/>
                  </a:lnTo>
                  <a:lnTo>
                    <a:pt x="141579" y="2482050"/>
                  </a:lnTo>
                  <a:lnTo>
                    <a:pt x="94589" y="2566632"/>
                  </a:lnTo>
                  <a:lnTo>
                    <a:pt x="94589" y="2049881"/>
                  </a:lnTo>
                  <a:lnTo>
                    <a:pt x="1495539" y="2049881"/>
                  </a:lnTo>
                  <a:lnTo>
                    <a:pt x="1495539" y="2037181"/>
                  </a:lnTo>
                  <a:lnTo>
                    <a:pt x="1495539" y="2024481"/>
                  </a:lnTo>
                  <a:close/>
                </a:path>
                <a:path w="6687184" h="4144645">
                  <a:moveTo>
                    <a:pt x="1525739" y="81889"/>
                  </a:moveTo>
                  <a:lnTo>
                    <a:pt x="1502867" y="69189"/>
                  </a:lnTo>
                  <a:lnTo>
                    <a:pt x="1473428" y="52844"/>
                  </a:lnTo>
                  <a:lnTo>
                    <a:pt x="1473428" y="81889"/>
                  </a:lnTo>
                  <a:lnTo>
                    <a:pt x="1473428" y="52844"/>
                  </a:lnTo>
                  <a:lnTo>
                    <a:pt x="1378331" y="0"/>
                  </a:lnTo>
                  <a:lnTo>
                    <a:pt x="1370609" y="2209"/>
                  </a:lnTo>
                  <a:lnTo>
                    <a:pt x="1363789" y="14478"/>
                  </a:lnTo>
                  <a:lnTo>
                    <a:pt x="1365999" y="22212"/>
                  </a:lnTo>
                  <a:lnTo>
                    <a:pt x="1450555" y="69189"/>
                  </a:lnTo>
                  <a:lnTo>
                    <a:pt x="917079" y="69189"/>
                  </a:lnTo>
                  <a:lnTo>
                    <a:pt x="917079" y="930097"/>
                  </a:lnTo>
                  <a:lnTo>
                    <a:pt x="628586" y="930097"/>
                  </a:lnTo>
                  <a:lnTo>
                    <a:pt x="628586" y="955497"/>
                  </a:lnTo>
                  <a:lnTo>
                    <a:pt x="942479" y="955497"/>
                  </a:lnTo>
                  <a:lnTo>
                    <a:pt x="942479" y="942797"/>
                  </a:lnTo>
                  <a:lnTo>
                    <a:pt x="942479" y="930097"/>
                  </a:lnTo>
                  <a:lnTo>
                    <a:pt x="942479" y="94589"/>
                  </a:lnTo>
                  <a:lnTo>
                    <a:pt x="1450568" y="94589"/>
                  </a:lnTo>
                  <a:lnTo>
                    <a:pt x="1365999" y="141579"/>
                  </a:lnTo>
                  <a:lnTo>
                    <a:pt x="1363789" y="149313"/>
                  </a:lnTo>
                  <a:lnTo>
                    <a:pt x="1370609" y="161569"/>
                  </a:lnTo>
                  <a:lnTo>
                    <a:pt x="1378331" y="163779"/>
                  </a:lnTo>
                  <a:lnTo>
                    <a:pt x="1502867" y="94589"/>
                  </a:lnTo>
                  <a:lnTo>
                    <a:pt x="1525739" y="81889"/>
                  </a:lnTo>
                  <a:close/>
                </a:path>
                <a:path w="6687184" h="4144645">
                  <a:moveTo>
                    <a:pt x="2587510" y="945299"/>
                  </a:moveTo>
                  <a:lnTo>
                    <a:pt x="1595335" y="945299"/>
                  </a:lnTo>
                  <a:lnTo>
                    <a:pt x="1595335" y="1457947"/>
                  </a:lnTo>
                  <a:lnTo>
                    <a:pt x="94589" y="1457947"/>
                  </a:lnTo>
                  <a:lnTo>
                    <a:pt x="94589" y="1293545"/>
                  </a:lnTo>
                  <a:lnTo>
                    <a:pt x="141579" y="1378115"/>
                  </a:lnTo>
                  <a:lnTo>
                    <a:pt x="149301" y="1380324"/>
                  </a:lnTo>
                  <a:lnTo>
                    <a:pt x="161569" y="1373517"/>
                  </a:lnTo>
                  <a:lnTo>
                    <a:pt x="163779" y="1365783"/>
                  </a:lnTo>
                  <a:lnTo>
                    <a:pt x="96418" y="1244536"/>
                  </a:lnTo>
                  <a:lnTo>
                    <a:pt x="81889" y="1218374"/>
                  </a:lnTo>
                  <a:lnTo>
                    <a:pt x="0" y="1365783"/>
                  </a:lnTo>
                  <a:lnTo>
                    <a:pt x="2209" y="1373517"/>
                  </a:lnTo>
                  <a:lnTo>
                    <a:pt x="14478" y="1380324"/>
                  </a:lnTo>
                  <a:lnTo>
                    <a:pt x="22199" y="1378115"/>
                  </a:lnTo>
                  <a:lnTo>
                    <a:pt x="69189" y="1293545"/>
                  </a:lnTo>
                  <a:lnTo>
                    <a:pt x="69189" y="1483347"/>
                  </a:lnTo>
                  <a:lnTo>
                    <a:pt x="1620735" y="1483347"/>
                  </a:lnTo>
                  <a:lnTo>
                    <a:pt x="1620735" y="1470647"/>
                  </a:lnTo>
                  <a:lnTo>
                    <a:pt x="1620735" y="1457947"/>
                  </a:lnTo>
                  <a:lnTo>
                    <a:pt x="1620735" y="970699"/>
                  </a:lnTo>
                  <a:lnTo>
                    <a:pt x="2587510" y="970699"/>
                  </a:lnTo>
                  <a:lnTo>
                    <a:pt x="2587510" y="957999"/>
                  </a:lnTo>
                  <a:lnTo>
                    <a:pt x="2587510" y="945299"/>
                  </a:lnTo>
                  <a:close/>
                </a:path>
                <a:path w="6687184" h="4144645">
                  <a:moveTo>
                    <a:pt x="2723235" y="2898229"/>
                  </a:moveTo>
                  <a:lnTo>
                    <a:pt x="2700375" y="2885529"/>
                  </a:lnTo>
                  <a:lnTo>
                    <a:pt x="2575839" y="2816339"/>
                  </a:lnTo>
                  <a:lnTo>
                    <a:pt x="2568105" y="2818549"/>
                  </a:lnTo>
                  <a:lnTo>
                    <a:pt x="2561298" y="2830804"/>
                  </a:lnTo>
                  <a:lnTo>
                    <a:pt x="2563507" y="2838539"/>
                  </a:lnTo>
                  <a:lnTo>
                    <a:pt x="2648064" y="2885529"/>
                  </a:lnTo>
                  <a:lnTo>
                    <a:pt x="1678063" y="2885529"/>
                  </a:lnTo>
                  <a:lnTo>
                    <a:pt x="1678063" y="2953905"/>
                  </a:lnTo>
                  <a:lnTo>
                    <a:pt x="658266" y="2953905"/>
                  </a:lnTo>
                  <a:lnTo>
                    <a:pt x="658266" y="2979305"/>
                  </a:lnTo>
                  <a:lnTo>
                    <a:pt x="1703463" y="2979305"/>
                  </a:lnTo>
                  <a:lnTo>
                    <a:pt x="1703463" y="2966605"/>
                  </a:lnTo>
                  <a:lnTo>
                    <a:pt x="1703463" y="2953905"/>
                  </a:lnTo>
                  <a:lnTo>
                    <a:pt x="1703463" y="2910929"/>
                  </a:lnTo>
                  <a:lnTo>
                    <a:pt x="2648051" y="2910929"/>
                  </a:lnTo>
                  <a:lnTo>
                    <a:pt x="2670911" y="2898229"/>
                  </a:lnTo>
                  <a:lnTo>
                    <a:pt x="2563507" y="2957906"/>
                  </a:lnTo>
                  <a:lnTo>
                    <a:pt x="2561298" y="2965640"/>
                  </a:lnTo>
                  <a:lnTo>
                    <a:pt x="2568105" y="2977908"/>
                  </a:lnTo>
                  <a:lnTo>
                    <a:pt x="2575839" y="2980105"/>
                  </a:lnTo>
                  <a:lnTo>
                    <a:pt x="2700363" y="2910929"/>
                  </a:lnTo>
                  <a:lnTo>
                    <a:pt x="2723235" y="2898229"/>
                  </a:lnTo>
                  <a:close/>
                </a:path>
                <a:path w="6687184" h="4144645">
                  <a:moveTo>
                    <a:pt x="3511016" y="3998239"/>
                  </a:moveTo>
                  <a:lnTo>
                    <a:pt x="3485616" y="3998239"/>
                  </a:lnTo>
                  <a:lnTo>
                    <a:pt x="3485616" y="4049865"/>
                  </a:lnTo>
                  <a:lnTo>
                    <a:pt x="2724023" y="4049865"/>
                  </a:lnTo>
                  <a:lnTo>
                    <a:pt x="2808592" y="4002875"/>
                  </a:lnTo>
                  <a:lnTo>
                    <a:pt x="2810802" y="3995153"/>
                  </a:lnTo>
                  <a:lnTo>
                    <a:pt x="2803995" y="3982885"/>
                  </a:lnTo>
                  <a:lnTo>
                    <a:pt x="2796260" y="3980675"/>
                  </a:lnTo>
                  <a:lnTo>
                    <a:pt x="2721140" y="4022420"/>
                  </a:lnTo>
                  <a:lnTo>
                    <a:pt x="2721140" y="4051465"/>
                  </a:lnTo>
                  <a:lnTo>
                    <a:pt x="2701163" y="4062577"/>
                  </a:lnTo>
                  <a:lnTo>
                    <a:pt x="2681186" y="4051465"/>
                  </a:lnTo>
                  <a:lnTo>
                    <a:pt x="2701163" y="4062565"/>
                  </a:lnTo>
                  <a:lnTo>
                    <a:pt x="2721140" y="4051465"/>
                  </a:lnTo>
                  <a:lnTo>
                    <a:pt x="2721140" y="4022420"/>
                  </a:lnTo>
                  <a:lnTo>
                    <a:pt x="2648864" y="4062565"/>
                  </a:lnTo>
                  <a:lnTo>
                    <a:pt x="2796260" y="4144454"/>
                  </a:lnTo>
                  <a:lnTo>
                    <a:pt x="2803995" y="4142244"/>
                  </a:lnTo>
                  <a:lnTo>
                    <a:pt x="2810802" y="4129976"/>
                  </a:lnTo>
                  <a:lnTo>
                    <a:pt x="2808592" y="4122255"/>
                  </a:lnTo>
                  <a:lnTo>
                    <a:pt x="2724010" y="4075265"/>
                  </a:lnTo>
                  <a:lnTo>
                    <a:pt x="3511016" y="4075265"/>
                  </a:lnTo>
                  <a:lnTo>
                    <a:pt x="3511016" y="4062565"/>
                  </a:lnTo>
                  <a:lnTo>
                    <a:pt x="3511016" y="4049865"/>
                  </a:lnTo>
                  <a:lnTo>
                    <a:pt x="3511016" y="3998239"/>
                  </a:lnTo>
                  <a:close/>
                </a:path>
                <a:path w="6687184" h="4144645">
                  <a:moveTo>
                    <a:pt x="5698922" y="87807"/>
                  </a:moveTo>
                  <a:lnTo>
                    <a:pt x="5676049" y="75107"/>
                  </a:lnTo>
                  <a:lnTo>
                    <a:pt x="5646623" y="58762"/>
                  </a:lnTo>
                  <a:lnTo>
                    <a:pt x="5646623" y="87807"/>
                  </a:lnTo>
                  <a:lnTo>
                    <a:pt x="5646623" y="58762"/>
                  </a:lnTo>
                  <a:lnTo>
                    <a:pt x="5551525" y="5918"/>
                  </a:lnTo>
                  <a:lnTo>
                    <a:pt x="5543791" y="8128"/>
                  </a:lnTo>
                  <a:lnTo>
                    <a:pt x="5536984" y="20396"/>
                  </a:lnTo>
                  <a:lnTo>
                    <a:pt x="5539194" y="28130"/>
                  </a:lnTo>
                  <a:lnTo>
                    <a:pt x="5623750" y="75107"/>
                  </a:lnTo>
                  <a:lnTo>
                    <a:pt x="4537532" y="75107"/>
                  </a:lnTo>
                  <a:lnTo>
                    <a:pt x="4537532" y="69189"/>
                  </a:lnTo>
                  <a:lnTo>
                    <a:pt x="3350717" y="69189"/>
                  </a:lnTo>
                  <a:lnTo>
                    <a:pt x="3350717" y="94589"/>
                  </a:lnTo>
                  <a:lnTo>
                    <a:pt x="4512132" y="94589"/>
                  </a:lnTo>
                  <a:lnTo>
                    <a:pt x="4512132" y="100507"/>
                  </a:lnTo>
                  <a:lnTo>
                    <a:pt x="5623763" y="100507"/>
                  </a:lnTo>
                  <a:lnTo>
                    <a:pt x="5539194" y="147497"/>
                  </a:lnTo>
                  <a:lnTo>
                    <a:pt x="5536984" y="155232"/>
                  </a:lnTo>
                  <a:lnTo>
                    <a:pt x="5543791" y="167487"/>
                  </a:lnTo>
                  <a:lnTo>
                    <a:pt x="5551525" y="169697"/>
                  </a:lnTo>
                  <a:lnTo>
                    <a:pt x="5676062" y="100507"/>
                  </a:lnTo>
                  <a:lnTo>
                    <a:pt x="5698922" y="87807"/>
                  </a:lnTo>
                  <a:close/>
                </a:path>
                <a:path w="6687184" h="4144645">
                  <a:moveTo>
                    <a:pt x="6396723" y="945299"/>
                  </a:moveTo>
                  <a:lnTo>
                    <a:pt x="5188216" y="945299"/>
                  </a:lnTo>
                  <a:lnTo>
                    <a:pt x="5175516" y="945299"/>
                  </a:lnTo>
                  <a:lnTo>
                    <a:pt x="4054894" y="945299"/>
                  </a:lnTo>
                  <a:lnTo>
                    <a:pt x="4139463" y="898321"/>
                  </a:lnTo>
                  <a:lnTo>
                    <a:pt x="4141673" y="890587"/>
                  </a:lnTo>
                  <a:lnTo>
                    <a:pt x="4134866" y="878319"/>
                  </a:lnTo>
                  <a:lnTo>
                    <a:pt x="4127131" y="876109"/>
                  </a:lnTo>
                  <a:lnTo>
                    <a:pt x="4047185" y="920534"/>
                  </a:lnTo>
                  <a:lnTo>
                    <a:pt x="4047185" y="949591"/>
                  </a:lnTo>
                  <a:lnTo>
                    <a:pt x="4032034" y="958011"/>
                  </a:lnTo>
                  <a:lnTo>
                    <a:pt x="4012044" y="946899"/>
                  </a:lnTo>
                  <a:lnTo>
                    <a:pt x="4032034" y="957999"/>
                  </a:lnTo>
                  <a:lnTo>
                    <a:pt x="4047185" y="949591"/>
                  </a:lnTo>
                  <a:lnTo>
                    <a:pt x="4047185" y="920534"/>
                  </a:lnTo>
                  <a:lnTo>
                    <a:pt x="3979722" y="957999"/>
                  </a:lnTo>
                  <a:lnTo>
                    <a:pt x="4127131" y="1039888"/>
                  </a:lnTo>
                  <a:lnTo>
                    <a:pt x="4134866" y="1037678"/>
                  </a:lnTo>
                  <a:lnTo>
                    <a:pt x="4141673" y="1025423"/>
                  </a:lnTo>
                  <a:lnTo>
                    <a:pt x="4139463" y="1017689"/>
                  </a:lnTo>
                  <a:lnTo>
                    <a:pt x="4054881" y="970699"/>
                  </a:lnTo>
                  <a:lnTo>
                    <a:pt x="5188216" y="970699"/>
                  </a:lnTo>
                  <a:lnTo>
                    <a:pt x="5200916" y="970699"/>
                  </a:lnTo>
                  <a:lnTo>
                    <a:pt x="6396723" y="970699"/>
                  </a:lnTo>
                  <a:lnTo>
                    <a:pt x="6396723" y="945299"/>
                  </a:lnTo>
                  <a:close/>
                </a:path>
                <a:path w="6687184" h="4144645">
                  <a:moveTo>
                    <a:pt x="6624129" y="1172705"/>
                  </a:moveTo>
                  <a:lnTo>
                    <a:pt x="6598729" y="1172705"/>
                  </a:lnTo>
                  <a:lnTo>
                    <a:pt x="6598729" y="2024481"/>
                  </a:lnTo>
                  <a:lnTo>
                    <a:pt x="3120834" y="2024481"/>
                  </a:lnTo>
                  <a:lnTo>
                    <a:pt x="3205416" y="1977491"/>
                  </a:lnTo>
                  <a:lnTo>
                    <a:pt x="3207626" y="1969757"/>
                  </a:lnTo>
                  <a:lnTo>
                    <a:pt x="3200806" y="1957501"/>
                  </a:lnTo>
                  <a:lnTo>
                    <a:pt x="3193084" y="1955292"/>
                  </a:lnTo>
                  <a:lnTo>
                    <a:pt x="3045676" y="2037181"/>
                  </a:lnTo>
                  <a:lnTo>
                    <a:pt x="3193084" y="2119071"/>
                  </a:lnTo>
                  <a:lnTo>
                    <a:pt x="3200806" y="2116848"/>
                  </a:lnTo>
                  <a:lnTo>
                    <a:pt x="3207626" y="2104593"/>
                  </a:lnTo>
                  <a:lnTo>
                    <a:pt x="3205416" y="2096858"/>
                  </a:lnTo>
                  <a:lnTo>
                    <a:pt x="3120847" y="2049881"/>
                  </a:lnTo>
                  <a:lnTo>
                    <a:pt x="6624129" y="2049881"/>
                  </a:lnTo>
                  <a:lnTo>
                    <a:pt x="6624129" y="2037181"/>
                  </a:lnTo>
                  <a:lnTo>
                    <a:pt x="6624129" y="2024481"/>
                  </a:lnTo>
                  <a:lnTo>
                    <a:pt x="6624129" y="1172705"/>
                  </a:lnTo>
                  <a:close/>
                </a:path>
                <a:path w="6687184" h="4144645">
                  <a:moveTo>
                    <a:pt x="6686575" y="602627"/>
                  </a:moveTo>
                  <a:lnTo>
                    <a:pt x="6684365" y="594893"/>
                  </a:lnTo>
                  <a:lnTo>
                    <a:pt x="6672097" y="588086"/>
                  </a:lnTo>
                  <a:lnTo>
                    <a:pt x="6664376" y="590296"/>
                  </a:lnTo>
                  <a:lnTo>
                    <a:pt x="6617386" y="674878"/>
                  </a:lnTo>
                  <a:lnTo>
                    <a:pt x="6617386" y="547801"/>
                  </a:lnTo>
                  <a:lnTo>
                    <a:pt x="6630860" y="547801"/>
                  </a:lnTo>
                  <a:lnTo>
                    <a:pt x="6630860" y="522401"/>
                  </a:lnTo>
                  <a:lnTo>
                    <a:pt x="6630860" y="320154"/>
                  </a:lnTo>
                  <a:lnTo>
                    <a:pt x="6605460" y="320154"/>
                  </a:lnTo>
                  <a:lnTo>
                    <a:pt x="6605460" y="522401"/>
                  </a:lnTo>
                  <a:lnTo>
                    <a:pt x="6591986" y="522401"/>
                  </a:lnTo>
                  <a:lnTo>
                    <a:pt x="6591986" y="674878"/>
                  </a:lnTo>
                  <a:lnTo>
                    <a:pt x="6544996" y="590296"/>
                  </a:lnTo>
                  <a:lnTo>
                    <a:pt x="6537274" y="588086"/>
                  </a:lnTo>
                  <a:lnTo>
                    <a:pt x="6525006" y="594893"/>
                  </a:lnTo>
                  <a:lnTo>
                    <a:pt x="6522796" y="602627"/>
                  </a:lnTo>
                  <a:lnTo>
                    <a:pt x="6604686" y="750036"/>
                  </a:lnTo>
                  <a:lnTo>
                    <a:pt x="6619214" y="723874"/>
                  </a:lnTo>
                  <a:lnTo>
                    <a:pt x="6686575" y="6026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78266" y="5996863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17"/>
                  </a:moveTo>
                  <a:lnTo>
                    <a:pt x="5694" y="166178"/>
                  </a:lnTo>
                  <a:lnTo>
                    <a:pt x="21915" y="120794"/>
                  </a:lnTo>
                  <a:lnTo>
                    <a:pt x="47368" y="80759"/>
                  </a:lnTo>
                  <a:lnTo>
                    <a:pt x="80759" y="47368"/>
                  </a:lnTo>
                  <a:lnTo>
                    <a:pt x="120794" y="21915"/>
                  </a:lnTo>
                  <a:lnTo>
                    <a:pt x="166178" y="5694"/>
                  </a:lnTo>
                  <a:lnTo>
                    <a:pt x="215617" y="0"/>
                  </a:lnTo>
                  <a:lnTo>
                    <a:pt x="265057" y="5694"/>
                  </a:lnTo>
                  <a:lnTo>
                    <a:pt x="310441" y="21915"/>
                  </a:lnTo>
                  <a:lnTo>
                    <a:pt x="350475" y="47368"/>
                  </a:lnTo>
                  <a:lnTo>
                    <a:pt x="383866" y="80759"/>
                  </a:lnTo>
                  <a:lnTo>
                    <a:pt x="409320" y="120794"/>
                  </a:lnTo>
                  <a:lnTo>
                    <a:pt x="425541" y="166178"/>
                  </a:lnTo>
                  <a:lnTo>
                    <a:pt x="431235" y="215617"/>
                  </a:lnTo>
                  <a:lnTo>
                    <a:pt x="425541" y="265057"/>
                  </a:lnTo>
                  <a:lnTo>
                    <a:pt x="409320" y="310441"/>
                  </a:lnTo>
                  <a:lnTo>
                    <a:pt x="383866" y="350475"/>
                  </a:lnTo>
                  <a:lnTo>
                    <a:pt x="350475" y="383866"/>
                  </a:lnTo>
                  <a:lnTo>
                    <a:pt x="310441" y="409320"/>
                  </a:lnTo>
                  <a:lnTo>
                    <a:pt x="265057" y="425541"/>
                  </a:lnTo>
                  <a:lnTo>
                    <a:pt x="215617" y="431235"/>
                  </a:lnTo>
                  <a:lnTo>
                    <a:pt x="166178" y="425541"/>
                  </a:lnTo>
                  <a:lnTo>
                    <a:pt x="120794" y="409320"/>
                  </a:lnTo>
                  <a:lnTo>
                    <a:pt x="80759" y="383866"/>
                  </a:lnTo>
                  <a:lnTo>
                    <a:pt x="47368" y="350475"/>
                  </a:lnTo>
                  <a:lnTo>
                    <a:pt x="21915" y="310441"/>
                  </a:lnTo>
                  <a:lnTo>
                    <a:pt x="5694" y="265057"/>
                  </a:lnTo>
                  <a:lnTo>
                    <a:pt x="0" y="215617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729816" y="6054458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655" y="0"/>
                  </a:moveTo>
                  <a:lnTo>
                    <a:pt x="120885" y="5882"/>
                  </a:lnTo>
                  <a:lnTo>
                    <a:pt x="81552" y="22481"/>
                  </a:lnTo>
                  <a:lnTo>
                    <a:pt x="48228" y="48229"/>
                  </a:lnTo>
                  <a:lnTo>
                    <a:pt x="22481" y="81556"/>
                  </a:lnTo>
                  <a:lnTo>
                    <a:pt x="5881" y="120892"/>
                  </a:lnTo>
                  <a:lnTo>
                    <a:pt x="0" y="164668"/>
                  </a:lnTo>
                  <a:lnTo>
                    <a:pt x="5881" y="208438"/>
                  </a:lnTo>
                  <a:lnTo>
                    <a:pt x="22481" y="247770"/>
                  </a:lnTo>
                  <a:lnTo>
                    <a:pt x="48228" y="281094"/>
                  </a:lnTo>
                  <a:lnTo>
                    <a:pt x="81552" y="306840"/>
                  </a:lnTo>
                  <a:lnTo>
                    <a:pt x="120885" y="323439"/>
                  </a:lnTo>
                  <a:lnTo>
                    <a:pt x="164655" y="329321"/>
                  </a:lnTo>
                  <a:lnTo>
                    <a:pt x="208430" y="323439"/>
                  </a:lnTo>
                  <a:lnTo>
                    <a:pt x="247763" y="306840"/>
                  </a:lnTo>
                  <a:lnTo>
                    <a:pt x="281087" y="281094"/>
                  </a:lnTo>
                  <a:lnTo>
                    <a:pt x="306832" y="247770"/>
                  </a:lnTo>
                  <a:lnTo>
                    <a:pt x="323429" y="208438"/>
                  </a:lnTo>
                  <a:lnTo>
                    <a:pt x="329311" y="164668"/>
                  </a:lnTo>
                  <a:lnTo>
                    <a:pt x="323429" y="120892"/>
                  </a:lnTo>
                  <a:lnTo>
                    <a:pt x="306832" y="81556"/>
                  </a:lnTo>
                  <a:lnTo>
                    <a:pt x="281087" y="48229"/>
                  </a:lnTo>
                  <a:lnTo>
                    <a:pt x="247763" y="22481"/>
                  </a:lnTo>
                  <a:lnTo>
                    <a:pt x="208430" y="5882"/>
                  </a:lnTo>
                  <a:lnTo>
                    <a:pt x="164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29816" y="6054458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0" y="164658"/>
                  </a:moveTo>
                  <a:lnTo>
                    <a:pt x="5881" y="120885"/>
                  </a:lnTo>
                  <a:lnTo>
                    <a:pt x="22480" y="81551"/>
                  </a:lnTo>
                  <a:lnTo>
                    <a:pt x="48227" y="48227"/>
                  </a:lnTo>
                  <a:lnTo>
                    <a:pt x="81551" y="22480"/>
                  </a:lnTo>
                  <a:lnTo>
                    <a:pt x="120885" y="5881"/>
                  </a:lnTo>
                  <a:lnTo>
                    <a:pt x="164658" y="0"/>
                  </a:lnTo>
                  <a:lnTo>
                    <a:pt x="208430" y="5881"/>
                  </a:lnTo>
                  <a:lnTo>
                    <a:pt x="247763" y="22480"/>
                  </a:lnTo>
                  <a:lnTo>
                    <a:pt x="281087" y="48227"/>
                  </a:lnTo>
                  <a:lnTo>
                    <a:pt x="306834" y="81551"/>
                  </a:lnTo>
                  <a:lnTo>
                    <a:pt x="323433" y="120885"/>
                  </a:lnTo>
                  <a:lnTo>
                    <a:pt x="329314" y="164658"/>
                  </a:lnTo>
                  <a:lnTo>
                    <a:pt x="323433" y="208430"/>
                  </a:lnTo>
                  <a:lnTo>
                    <a:pt x="306834" y="247763"/>
                  </a:lnTo>
                  <a:lnTo>
                    <a:pt x="281087" y="281087"/>
                  </a:lnTo>
                  <a:lnTo>
                    <a:pt x="247763" y="306834"/>
                  </a:lnTo>
                  <a:lnTo>
                    <a:pt x="208430" y="323433"/>
                  </a:lnTo>
                  <a:lnTo>
                    <a:pt x="164658" y="329314"/>
                  </a:lnTo>
                  <a:lnTo>
                    <a:pt x="120885" y="323433"/>
                  </a:lnTo>
                  <a:lnTo>
                    <a:pt x="81551" y="306834"/>
                  </a:lnTo>
                  <a:lnTo>
                    <a:pt x="48227" y="281087"/>
                  </a:lnTo>
                  <a:lnTo>
                    <a:pt x="22480" y="247763"/>
                  </a:lnTo>
                  <a:lnTo>
                    <a:pt x="5881" y="208430"/>
                  </a:lnTo>
                  <a:lnTo>
                    <a:pt x="0" y="16465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86459" y="2215997"/>
              <a:ext cx="3769995" cy="4078604"/>
            </a:xfrm>
            <a:custGeom>
              <a:avLst/>
              <a:gdLst/>
              <a:ahLst/>
              <a:cxnLst/>
              <a:rect l="l" t="t" r="r" b="b"/>
              <a:pathLst>
                <a:path w="3769995" h="4078604">
                  <a:moveTo>
                    <a:pt x="591794" y="3996486"/>
                  </a:moveTo>
                  <a:lnTo>
                    <a:pt x="568934" y="3983799"/>
                  </a:lnTo>
                  <a:lnTo>
                    <a:pt x="444398" y="3914597"/>
                  </a:lnTo>
                  <a:lnTo>
                    <a:pt x="436664" y="3916807"/>
                  </a:lnTo>
                  <a:lnTo>
                    <a:pt x="429856" y="3929075"/>
                  </a:lnTo>
                  <a:lnTo>
                    <a:pt x="432066" y="3936796"/>
                  </a:lnTo>
                  <a:lnTo>
                    <a:pt x="516636" y="3983799"/>
                  </a:lnTo>
                  <a:lnTo>
                    <a:pt x="25400" y="3983799"/>
                  </a:lnTo>
                  <a:lnTo>
                    <a:pt x="25400" y="25400"/>
                  </a:lnTo>
                  <a:lnTo>
                    <a:pt x="476351" y="25400"/>
                  </a:lnTo>
                  <a:lnTo>
                    <a:pt x="476351" y="12700"/>
                  </a:lnTo>
                  <a:lnTo>
                    <a:pt x="476351" y="0"/>
                  </a:lnTo>
                  <a:lnTo>
                    <a:pt x="0" y="0"/>
                  </a:lnTo>
                  <a:lnTo>
                    <a:pt x="0" y="4009186"/>
                  </a:lnTo>
                  <a:lnTo>
                    <a:pt x="516636" y="4009186"/>
                  </a:lnTo>
                  <a:lnTo>
                    <a:pt x="432066" y="4056176"/>
                  </a:lnTo>
                  <a:lnTo>
                    <a:pt x="429856" y="4063898"/>
                  </a:lnTo>
                  <a:lnTo>
                    <a:pt x="436664" y="4076166"/>
                  </a:lnTo>
                  <a:lnTo>
                    <a:pt x="444398" y="4078376"/>
                  </a:lnTo>
                  <a:lnTo>
                    <a:pt x="568934" y="4009186"/>
                  </a:lnTo>
                  <a:lnTo>
                    <a:pt x="591794" y="3996486"/>
                  </a:lnTo>
                  <a:close/>
                </a:path>
                <a:path w="3769995" h="4078604">
                  <a:moveTo>
                    <a:pt x="889317" y="3633457"/>
                  </a:moveTo>
                  <a:lnTo>
                    <a:pt x="887107" y="3625723"/>
                  </a:lnTo>
                  <a:lnTo>
                    <a:pt x="874852" y="3618915"/>
                  </a:lnTo>
                  <a:lnTo>
                    <a:pt x="867117" y="3621125"/>
                  </a:lnTo>
                  <a:lnTo>
                    <a:pt x="820127" y="3705707"/>
                  </a:lnTo>
                  <a:lnTo>
                    <a:pt x="807427" y="3728567"/>
                  </a:lnTo>
                  <a:lnTo>
                    <a:pt x="820115" y="3705707"/>
                  </a:lnTo>
                  <a:lnTo>
                    <a:pt x="820127" y="3034550"/>
                  </a:lnTo>
                  <a:lnTo>
                    <a:pt x="820127" y="3009150"/>
                  </a:lnTo>
                  <a:lnTo>
                    <a:pt x="246481" y="3009150"/>
                  </a:lnTo>
                  <a:lnTo>
                    <a:pt x="246481" y="1999970"/>
                  </a:lnTo>
                  <a:lnTo>
                    <a:pt x="476351" y="1999970"/>
                  </a:lnTo>
                  <a:lnTo>
                    <a:pt x="476351" y="1987270"/>
                  </a:lnTo>
                  <a:lnTo>
                    <a:pt x="476351" y="1974570"/>
                  </a:lnTo>
                  <a:lnTo>
                    <a:pt x="221081" y="1974570"/>
                  </a:lnTo>
                  <a:lnTo>
                    <a:pt x="221081" y="3034550"/>
                  </a:lnTo>
                  <a:lnTo>
                    <a:pt x="794727" y="3034550"/>
                  </a:lnTo>
                  <a:lnTo>
                    <a:pt x="794727" y="3705707"/>
                  </a:lnTo>
                  <a:lnTo>
                    <a:pt x="747750" y="3621125"/>
                  </a:lnTo>
                  <a:lnTo>
                    <a:pt x="740016" y="3618915"/>
                  </a:lnTo>
                  <a:lnTo>
                    <a:pt x="727748" y="3625723"/>
                  </a:lnTo>
                  <a:lnTo>
                    <a:pt x="725538" y="3633457"/>
                  </a:lnTo>
                  <a:lnTo>
                    <a:pt x="807427" y="3780853"/>
                  </a:lnTo>
                  <a:lnTo>
                    <a:pt x="821944" y="3754704"/>
                  </a:lnTo>
                  <a:lnTo>
                    <a:pt x="889317" y="3633457"/>
                  </a:lnTo>
                  <a:close/>
                </a:path>
                <a:path w="3769995" h="4078604">
                  <a:moveTo>
                    <a:pt x="3769906" y="3907675"/>
                  </a:moveTo>
                  <a:lnTo>
                    <a:pt x="2383777" y="3907675"/>
                  </a:lnTo>
                  <a:lnTo>
                    <a:pt x="2383777" y="3983786"/>
                  </a:lnTo>
                  <a:lnTo>
                    <a:pt x="1098219" y="3983786"/>
                  </a:lnTo>
                  <a:lnTo>
                    <a:pt x="1182801" y="3936796"/>
                  </a:lnTo>
                  <a:lnTo>
                    <a:pt x="1185011" y="3929075"/>
                  </a:lnTo>
                  <a:lnTo>
                    <a:pt x="1178191" y="3916807"/>
                  </a:lnTo>
                  <a:lnTo>
                    <a:pt x="1170457" y="3914597"/>
                  </a:lnTo>
                  <a:lnTo>
                    <a:pt x="1023061" y="3996486"/>
                  </a:lnTo>
                  <a:lnTo>
                    <a:pt x="1170457" y="4078376"/>
                  </a:lnTo>
                  <a:lnTo>
                    <a:pt x="1178191" y="4076179"/>
                  </a:lnTo>
                  <a:lnTo>
                    <a:pt x="1185011" y="4063911"/>
                  </a:lnTo>
                  <a:lnTo>
                    <a:pt x="1182801" y="4056176"/>
                  </a:lnTo>
                  <a:lnTo>
                    <a:pt x="1098219" y="4009186"/>
                  </a:lnTo>
                  <a:lnTo>
                    <a:pt x="2409177" y="4009186"/>
                  </a:lnTo>
                  <a:lnTo>
                    <a:pt x="2409177" y="3996486"/>
                  </a:lnTo>
                  <a:lnTo>
                    <a:pt x="2409177" y="3983786"/>
                  </a:lnTo>
                  <a:lnTo>
                    <a:pt x="2409177" y="3933075"/>
                  </a:lnTo>
                  <a:lnTo>
                    <a:pt x="3769906" y="3933075"/>
                  </a:lnTo>
                  <a:lnTo>
                    <a:pt x="3769906" y="3920375"/>
                  </a:lnTo>
                  <a:lnTo>
                    <a:pt x="3769906" y="3907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042056" y="1705864"/>
            <a:ext cx="807085" cy="3854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z="1200" spc="-15" dirty="0">
                <a:latin typeface="Arial"/>
                <a:cs typeface="Arial"/>
              </a:rPr>
              <a:t>Form  </a:t>
            </a:r>
            <a:r>
              <a:rPr sz="1200" spc="-20" dirty="0">
                <a:latin typeface="Arial"/>
                <a:cs typeface="Arial"/>
              </a:rPr>
              <a:t>T</a:t>
            </a:r>
            <a:r>
              <a:rPr sz="1200" spc="-15" dirty="0">
                <a:latin typeface="Arial"/>
                <a:cs typeface="Arial"/>
              </a:rPr>
              <a:t>r</a:t>
            </a:r>
            <a:r>
              <a:rPr sz="1200" spc="-20" dirty="0">
                <a:latin typeface="Arial"/>
                <a:cs typeface="Arial"/>
              </a:rPr>
              <a:t>ans</a:t>
            </a:r>
            <a:r>
              <a:rPr sz="1200" spc="-35" dirty="0">
                <a:latin typeface="Arial"/>
                <a:cs typeface="Arial"/>
              </a:rPr>
              <a:t>m</a:t>
            </a:r>
            <a:r>
              <a:rPr sz="1200" spc="-5" dirty="0">
                <a:latin typeface="Arial"/>
                <a:cs typeface="Arial"/>
              </a:rPr>
              <a:t>i</a:t>
            </a:r>
            <a:r>
              <a:rPr sz="1200" spc="-20" dirty="0">
                <a:latin typeface="Arial"/>
                <a:cs typeface="Arial"/>
              </a:rPr>
              <a:t>tted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896984" y="2516632"/>
            <a:ext cx="1385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Send </a:t>
            </a:r>
            <a:r>
              <a:rPr sz="1200" spc="-20" dirty="0">
                <a:latin typeface="Arial"/>
                <a:cs typeface="Arial"/>
              </a:rPr>
              <a:t>Error</a:t>
            </a:r>
            <a:r>
              <a:rPr sz="1200" spc="-114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Message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139962" y="3071367"/>
            <a:ext cx="10636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Web </a:t>
            </a:r>
            <a:r>
              <a:rPr sz="1200" spc="-15" dirty="0">
                <a:latin typeface="Arial"/>
                <a:cs typeface="Arial"/>
              </a:rPr>
              <a:t>Form</a:t>
            </a:r>
            <a:r>
              <a:rPr sz="1200" spc="-145" dirty="0">
                <a:latin typeface="Arial"/>
                <a:cs typeface="Arial"/>
              </a:rPr>
              <a:t> </a:t>
            </a:r>
            <a:r>
              <a:rPr sz="1200" spc="-15" dirty="0">
                <a:latin typeface="Arial"/>
                <a:cs typeface="Arial"/>
              </a:rPr>
              <a:t>Sent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82201" y="3973576"/>
            <a:ext cx="137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Web </a:t>
            </a:r>
            <a:r>
              <a:rPr sz="1200" spc="-15" dirty="0">
                <a:latin typeface="Arial"/>
                <a:cs typeface="Arial"/>
              </a:rPr>
              <a:t>Form</a:t>
            </a:r>
            <a:r>
              <a:rPr sz="1200" spc="-114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Received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381097" y="4860544"/>
            <a:ext cx="743585" cy="3854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z="1200" spc="-15" dirty="0">
                <a:latin typeface="Arial"/>
                <a:cs typeface="Arial"/>
              </a:rPr>
              <a:t>Send</a:t>
            </a:r>
            <a:r>
              <a:rPr sz="1200" spc="-1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Error  Messages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363281" y="5268976"/>
            <a:ext cx="487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Cancel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11938" y="6262623"/>
            <a:ext cx="487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Cancel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331364" y="6201664"/>
            <a:ext cx="866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Confirmation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331364" y="6378447"/>
            <a:ext cx="332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Sen</a:t>
            </a:r>
            <a:r>
              <a:rPr sz="120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891021" y="1120652"/>
            <a:ext cx="1362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User </a:t>
            </a:r>
            <a:r>
              <a:rPr sz="1200" spc="-10" dirty="0">
                <a:latin typeface="Arial"/>
                <a:cs typeface="Arial"/>
              </a:rPr>
              <a:t>ID </a:t>
            </a:r>
            <a:r>
              <a:rPr sz="1200" dirty="0">
                <a:latin typeface="Arial"/>
                <a:cs typeface="Arial"/>
              </a:rPr>
              <a:t>&amp;</a:t>
            </a:r>
            <a:r>
              <a:rPr sz="1200" spc="-1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Password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605143" y="2007615"/>
            <a:ext cx="718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Not</a:t>
            </a:r>
            <a:r>
              <a:rPr sz="1200" spc="-10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Found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554522" y="3089655"/>
            <a:ext cx="2748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Exchange </a:t>
            </a:r>
            <a:r>
              <a:rPr sz="1200" spc="-15" dirty="0">
                <a:latin typeface="Arial"/>
                <a:cs typeface="Arial"/>
              </a:rPr>
              <a:t>data placed </a:t>
            </a:r>
            <a:r>
              <a:rPr sz="1200" spc="-5" dirty="0">
                <a:latin typeface="Arial"/>
                <a:cs typeface="Arial"/>
              </a:rPr>
              <a:t>in </a:t>
            </a:r>
            <a:r>
              <a:rPr sz="1200" spc="-20" dirty="0">
                <a:latin typeface="Arial"/>
                <a:cs typeface="Arial"/>
              </a:rPr>
              <a:t>message</a:t>
            </a:r>
            <a:r>
              <a:rPr sz="1200" spc="-16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queue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19651" y="3932428"/>
            <a:ext cx="1543050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0" marR="5080" indent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latin typeface="Carlito"/>
                <a:cs typeface="Carlito"/>
              </a:rPr>
              <a:t>Validate  </a:t>
            </a:r>
            <a:r>
              <a:rPr sz="1500" spc="-5" dirty="0">
                <a:latin typeface="Carlito"/>
                <a:cs typeface="Carlito"/>
              </a:rPr>
              <a:t>C</a:t>
            </a:r>
            <a:r>
              <a:rPr sz="1500" spc="-10" dirty="0">
                <a:latin typeface="Carlito"/>
                <a:cs typeface="Carlito"/>
              </a:rPr>
              <a:t>h</a:t>
            </a:r>
            <a:r>
              <a:rPr sz="1500" spc="-5" dirty="0">
                <a:latin typeface="Carlito"/>
                <a:cs typeface="Carlito"/>
              </a:rPr>
              <a:t>a</a:t>
            </a:r>
            <a:r>
              <a:rPr sz="1500" spc="-10" dirty="0">
                <a:latin typeface="Carlito"/>
                <a:cs typeface="Carlito"/>
              </a:rPr>
              <a:t>n</a:t>
            </a:r>
            <a:r>
              <a:rPr sz="1500" spc="-20" dirty="0">
                <a:latin typeface="Carlito"/>
                <a:cs typeface="Carlito"/>
              </a:rPr>
              <a:t>g</a:t>
            </a:r>
            <a:r>
              <a:rPr sz="1500" spc="-5" dirty="0">
                <a:latin typeface="Carlito"/>
                <a:cs typeface="Carlito"/>
              </a:rPr>
              <a:t>es</a:t>
            </a:r>
            <a:endParaRPr sz="15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200" spc="-15" dirty="0">
                <a:latin typeface="Arial"/>
                <a:cs typeface="Arial"/>
              </a:rPr>
              <a:t>Validation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Status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912635" y="4040632"/>
            <a:ext cx="1374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Valid </a:t>
            </a:r>
            <a:r>
              <a:rPr sz="1200" spc="-15" dirty="0">
                <a:latin typeface="Arial"/>
                <a:cs typeface="Arial"/>
              </a:rPr>
              <a:t>Data</a:t>
            </a:r>
            <a:r>
              <a:rPr sz="1200" spc="-114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Received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900853" y="5378704"/>
            <a:ext cx="1471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Arial"/>
                <a:cs typeface="Arial"/>
              </a:rPr>
              <a:t>Invalid Data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Received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767118" y="4677664"/>
            <a:ext cx="713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Valid</a:t>
            </a:r>
            <a:r>
              <a:rPr sz="1200" spc="-105" dirty="0">
                <a:latin typeface="Arial"/>
                <a:cs typeface="Arial"/>
              </a:rPr>
              <a:t> </a:t>
            </a:r>
            <a:r>
              <a:rPr sz="1200" spc="-15" dirty="0"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972363" y="5061203"/>
            <a:ext cx="1123950" cy="7454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00355" marR="68580" indent="-288290">
              <a:lnSpc>
                <a:spcPts val="1510"/>
              </a:lnSpc>
              <a:spcBef>
                <a:spcPts val="190"/>
              </a:spcBef>
            </a:pPr>
            <a:r>
              <a:rPr sz="1300" spc="-20" dirty="0">
                <a:latin typeface="Carlito"/>
                <a:cs typeface="Carlito"/>
              </a:rPr>
              <a:t>Update</a:t>
            </a:r>
            <a:r>
              <a:rPr sz="1300" spc="-85" dirty="0">
                <a:latin typeface="Carlito"/>
                <a:cs typeface="Carlito"/>
              </a:rPr>
              <a:t> </a:t>
            </a:r>
            <a:r>
              <a:rPr sz="1300" spc="-20" dirty="0">
                <a:latin typeface="Carlito"/>
                <a:cs typeface="Carlito"/>
              </a:rPr>
              <a:t>Student  Record</a:t>
            </a:r>
            <a:endParaRPr sz="1300">
              <a:latin typeface="Carlito"/>
              <a:cs typeface="Carlito"/>
            </a:endParaRPr>
          </a:p>
          <a:p>
            <a:pPr marL="31115">
              <a:lnSpc>
                <a:spcPct val="100000"/>
              </a:lnSpc>
              <a:spcBef>
                <a:spcPts val="1115"/>
              </a:spcBef>
            </a:pPr>
            <a:r>
              <a:rPr sz="1200" spc="-20" dirty="0">
                <a:latin typeface="Arial"/>
                <a:cs typeface="Arial"/>
              </a:rPr>
              <a:t>Record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Updated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176082" y="4576845"/>
            <a:ext cx="1360805" cy="12941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spc="-10" dirty="0">
                <a:latin typeface="Arial"/>
                <a:cs typeface="Arial"/>
              </a:rPr>
              <a:t>Valid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5" dirty="0"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marL="320675" marR="5080" indent="1905" algn="ctr">
              <a:lnSpc>
                <a:spcPct val="96200"/>
              </a:lnSpc>
              <a:spcBef>
                <a:spcPts val="919"/>
              </a:spcBef>
            </a:pPr>
            <a:r>
              <a:rPr sz="1300" spc="-25" dirty="0">
                <a:latin typeface="Carlito"/>
                <a:cs typeface="Carlito"/>
              </a:rPr>
              <a:t>Create </a:t>
            </a:r>
            <a:r>
              <a:rPr sz="1300" spc="-20" dirty="0">
                <a:latin typeface="Carlito"/>
                <a:cs typeface="Carlito"/>
              </a:rPr>
              <a:t>change  Student</a:t>
            </a:r>
            <a:r>
              <a:rPr sz="1300" spc="-70" dirty="0">
                <a:latin typeface="Carlito"/>
                <a:cs typeface="Carlito"/>
              </a:rPr>
              <a:t> </a:t>
            </a:r>
            <a:r>
              <a:rPr sz="1300" spc="-20" dirty="0">
                <a:latin typeface="Carlito"/>
                <a:cs typeface="Carlito"/>
              </a:rPr>
              <a:t>Journal  Record</a:t>
            </a:r>
            <a:endParaRPr sz="1300">
              <a:latin typeface="Carlito"/>
              <a:cs typeface="Carlito"/>
            </a:endParaRPr>
          </a:p>
          <a:p>
            <a:pPr marL="286385" algn="ctr">
              <a:lnSpc>
                <a:spcPct val="100000"/>
              </a:lnSpc>
              <a:spcBef>
                <a:spcPts val="894"/>
              </a:spcBef>
            </a:pPr>
            <a:r>
              <a:rPr sz="1200" spc="-20" dirty="0">
                <a:latin typeface="Arial"/>
                <a:cs typeface="Arial"/>
              </a:rPr>
              <a:t>Record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Written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094639" y="6174232"/>
            <a:ext cx="878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Valid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Update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927" y="907802"/>
            <a:ext cx="716025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More </a:t>
            </a:r>
            <a:r>
              <a:rPr spc="-10" dirty="0"/>
              <a:t>on </a:t>
            </a:r>
            <a:r>
              <a:rPr spc="-15" dirty="0"/>
              <a:t>Activity</a:t>
            </a:r>
            <a:r>
              <a:rPr spc="-280" dirty="0"/>
              <a:t> </a:t>
            </a:r>
            <a:r>
              <a:rPr spc="-15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13928" y="2802634"/>
            <a:ext cx="7543800" cy="31102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5"/>
              </a:spcBef>
            </a:pPr>
            <a:r>
              <a:rPr sz="2500" spc="20" dirty="0">
                <a:latin typeface="Arial"/>
                <a:cs typeface="Arial"/>
              </a:rPr>
              <a:t>Not </a:t>
            </a:r>
            <a:r>
              <a:rPr sz="2500" spc="10" dirty="0">
                <a:latin typeface="Arial"/>
                <a:cs typeface="Arial"/>
              </a:rPr>
              <a:t>all </a:t>
            </a:r>
            <a:r>
              <a:rPr sz="2500" spc="15" dirty="0">
                <a:latin typeface="Arial"/>
                <a:cs typeface="Arial"/>
              </a:rPr>
              <a:t>use cases need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0" dirty="0">
                <a:latin typeface="Arial"/>
                <a:cs typeface="Arial"/>
              </a:rPr>
              <a:t>be </a:t>
            </a:r>
            <a:r>
              <a:rPr sz="2500" spc="15" dirty="0">
                <a:latin typeface="Arial"/>
                <a:cs typeface="Arial"/>
              </a:rPr>
              <a:t>described using </a:t>
            </a:r>
            <a:r>
              <a:rPr sz="2500" spc="10" dirty="0">
                <a:latin typeface="Arial"/>
                <a:cs typeface="Arial"/>
              </a:rPr>
              <a:t>activity  </a:t>
            </a:r>
            <a:r>
              <a:rPr sz="2500" spc="20" dirty="0">
                <a:latin typeface="Arial"/>
                <a:cs typeface="Arial"/>
              </a:rPr>
              <a:t>diagrams.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spc="15" dirty="0">
                <a:latin typeface="Arial"/>
                <a:cs typeface="Arial"/>
              </a:rPr>
              <a:t>Use </a:t>
            </a:r>
            <a:r>
              <a:rPr sz="2500" spc="5" dirty="0">
                <a:latin typeface="Arial"/>
                <a:cs typeface="Arial"/>
              </a:rPr>
              <a:t>it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when: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Arial"/>
              <a:cs typeface="Arial"/>
            </a:endParaRPr>
          </a:p>
          <a:p>
            <a:pPr marL="497840" indent="-485140">
              <a:lnSpc>
                <a:spcPct val="100000"/>
              </a:lnSpc>
              <a:buAutoNum type="alphaLcPeriod"/>
              <a:tabLst>
                <a:tab pos="497205" algn="l"/>
                <a:tab pos="497840" algn="l"/>
              </a:tabLst>
            </a:pPr>
            <a:r>
              <a:rPr sz="2500" dirty="0">
                <a:latin typeface="Arial"/>
                <a:cs typeface="Arial"/>
              </a:rPr>
              <a:t>It </a:t>
            </a:r>
            <a:r>
              <a:rPr sz="2500" spc="20" dirty="0">
                <a:latin typeface="Arial"/>
                <a:cs typeface="Arial"/>
              </a:rPr>
              <a:t>helps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20" dirty="0">
                <a:latin typeface="Arial"/>
                <a:cs typeface="Arial"/>
              </a:rPr>
              <a:t>understand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15" dirty="0">
                <a:latin typeface="Arial"/>
                <a:cs typeface="Arial"/>
              </a:rPr>
              <a:t>activities of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use</a:t>
            </a:r>
            <a:r>
              <a:rPr sz="2500" spc="145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case</a:t>
            </a:r>
            <a:endParaRPr sz="2500">
              <a:latin typeface="Arial"/>
              <a:cs typeface="Arial"/>
            </a:endParaRPr>
          </a:p>
          <a:p>
            <a:pPr marL="497840" indent="-485140">
              <a:lnSpc>
                <a:spcPct val="100000"/>
              </a:lnSpc>
              <a:buAutoNum type="alphaLcPeriod"/>
              <a:tabLst>
                <a:tab pos="497205" algn="l"/>
                <a:tab pos="497840" algn="l"/>
              </a:tabLst>
            </a:pPr>
            <a:r>
              <a:rPr sz="2500" spc="15" dirty="0">
                <a:latin typeface="Arial"/>
                <a:cs typeface="Arial"/>
              </a:rPr>
              <a:t>The </a:t>
            </a:r>
            <a:r>
              <a:rPr sz="2500" spc="10" dirty="0">
                <a:latin typeface="Arial"/>
                <a:cs typeface="Arial"/>
              </a:rPr>
              <a:t>flow of </a:t>
            </a:r>
            <a:r>
              <a:rPr sz="2500" spc="15" dirty="0">
                <a:latin typeface="Arial"/>
                <a:cs typeface="Arial"/>
              </a:rPr>
              <a:t>control </a:t>
            </a:r>
            <a:r>
              <a:rPr sz="2500" spc="5" dirty="0">
                <a:latin typeface="Arial"/>
                <a:cs typeface="Arial"/>
              </a:rPr>
              <a:t>is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complex</a:t>
            </a:r>
            <a:endParaRPr sz="2500">
              <a:latin typeface="Arial"/>
              <a:cs typeface="Arial"/>
            </a:endParaRPr>
          </a:p>
          <a:p>
            <a:pPr marL="497840" indent="-485140">
              <a:lnSpc>
                <a:spcPct val="100000"/>
              </a:lnSpc>
              <a:spcBef>
                <a:spcPts val="95"/>
              </a:spcBef>
              <a:buAutoNum type="alphaLcPeriod"/>
              <a:tabLst>
                <a:tab pos="497205" algn="l"/>
                <a:tab pos="497840" algn="l"/>
              </a:tabLst>
            </a:pPr>
            <a:r>
              <a:rPr sz="2500" spc="15" dirty="0">
                <a:latin typeface="Arial"/>
                <a:cs typeface="Arial"/>
              </a:rPr>
              <a:t>There </a:t>
            </a:r>
            <a:r>
              <a:rPr sz="2500" spc="5" dirty="0">
                <a:latin typeface="Arial"/>
                <a:cs typeface="Arial"/>
              </a:rPr>
              <a:t>is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need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20" dirty="0">
                <a:latin typeface="Arial"/>
                <a:cs typeface="Arial"/>
              </a:rPr>
              <a:t>model</a:t>
            </a:r>
            <a:r>
              <a:rPr sz="2500" spc="145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workflow</a:t>
            </a:r>
            <a:endParaRPr sz="2500">
              <a:latin typeface="Arial"/>
              <a:cs typeface="Arial"/>
            </a:endParaRPr>
          </a:p>
          <a:p>
            <a:pPr marL="497840" indent="-485140">
              <a:lnSpc>
                <a:spcPct val="100000"/>
              </a:lnSpc>
              <a:buAutoNum type="alphaLcPeriod"/>
              <a:tabLst>
                <a:tab pos="497205" algn="l"/>
                <a:tab pos="497840" algn="l"/>
              </a:tabLst>
            </a:pPr>
            <a:r>
              <a:rPr sz="2500" spc="15" dirty="0">
                <a:latin typeface="Arial"/>
                <a:cs typeface="Arial"/>
              </a:rPr>
              <a:t>All scenarios need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0" dirty="0">
                <a:latin typeface="Arial"/>
                <a:cs typeface="Arial"/>
              </a:rPr>
              <a:t>be</a:t>
            </a:r>
            <a:r>
              <a:rPr sz="2500" spc="10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shown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502" y="907802"/>
            <a:ext cx="537210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Sequence</a:t>
            </a:r>
            <a:r>
              <a:rPr spc="-80" dirty="0"/>
              <a:t> </a:t>
            </a:r>
            <a:r>
              <a:rPr spc="-15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3862" y="2759963"/>
            <a:ext cx="7183755" cy="35064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algn="just">
              <a:lnSpc>
                <a:spcPct val="103200"/>
              </a:lnSpc>
              <a:spcBef>
                <a:spcPts val="5"/>
              </a:spcBef>
            </a:pPr>
            <a:r>
              <a:rPr sz="2500" dirty="0">
                <a:latin typeface="Arial"/>
                <a:cs typeface="Arial"/>
              </a:rPr>
              <a:t>A </a:t>
            </a:r>
            <a:r>
              <a:rPr sz="2500" spc="10" dirty="0">
                <a:latin typeface="Arial"/>
                <a:cs typeface="Arial"/>
              </a:rPr>
              <a:t>form of </a:t>
            </a:r>
            <a:r>
              <a:rPr sz="2500" spc="25" dirty="0">
                <a:latin typeface="Arial"/>
                <a:cs typeface="Arial"/>
              </a:rPr>
              <a:t>UML </a:t>
            </a:r>
            <a:r>
              <a:rPr sz="2500" spc="15" dirty="0">
                <a:latin typeface="Arial"/>
                <a:cs typeface="Arial"/>
              </a:rPr>
              <a:t>interaction </a:t>
            </a:r>
            <a:r>
              <a:rPr sz="2500" spc="20" dirty="0">
                <a:latin typeface="Arial"/>
                <a:cs typeface="Arial"/>
              </a:rPr>
              <a:t>diagrams </a:t>
            </a:r>
            <a:r>
              <a:rPr sz="2500" spc="10" dirty="0">
                <a:latin typeface="Arial"/>
                <a:cs typeface="Arial"/>
              </a:rPr>
              <a:t>(the </a:t>
            </a:r>
            <a:r>
              <a:rPr sz="2500" spc="15" dirty="0">
                <a:latin typeface="Arial"/>
                <a:cs typeface="Arial"/>
              </a:rPr>
              <a:t>other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one  </a:t>
            </a:r>
            <a:r>
              <a:rPr sz="2500" spc="5" dirty="0">
                <a:latin typeface="Arial"/>
                <a:cs typeface="Arial"/>
              </a:rPr>
              <a:t>is </a:t>
            </a:r>
            <a:r>
              <a:rPr sz="2500" spc="15" dirty="0">
                <a:latin typeface="Arial"/>
                <a:cs typeface="Arial"/>
              </a:rPr>
              <a:t>called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20" dirty="0">
                <a:latin typeface="Arial"/>
                <a:cs typeface="Arial"/>
              </a:rPr>
              <a:t>communication</a:t>
            </a:r>
            <a:r>
              <a:rPr sz="2500" spc="85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diagram).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Arial"/>
              <a:cs typeface="Arial"/>
            </a:endParaRPr>
          </a:p>
          <a:p>
            <a:pPr marL="12700" marR="363220">
              <a:lnSpc>
                <a:spcPct val="100000"/>
              </a:lnSpc>
              <a:spcBef>
                <a:spcPts val="5"/>
              </a:spcBef>
            </a:pPr>
            <a:r>
              <a:rPr sz="2500" spc="15" dirty="0">
                <a:latin typeface="Arial"/>
                <a:cs typeface="Arial"/>
              </a:rPr>
              <a:t>Illustrates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20" dirty="0">
                <a:latin typeface="Arial"/>
                <a:cs typeface="Arial"/>
              </a:rPr>
              <a:t>processing described </a:t>
            </a:r>
            <a:r>
              <a:rPr sz="2500" spc="5" dirty="0">
                <a:latin typeface="Arial"/>
                <a:cs typeface="Arial"/>
              </a:rPr>
              <a:t>in </a:t>
            </a:r>
            <a:r>
              <a:rPr sz="2500" spc="15" dirty="0">
                <a:latin typeface="Arial"/>
                <a:cs typeface="Arial"/>
              </a:rPr>
              <a:t>use case  </a:t>
            </a:r>
            <a:r>
              <a:rPr sz="2500" spc="20" dirty="0">
                <a:latin typeface="Arial"/>
                <a:cs typeface="Arial"/>
              </a:rPr>
              <a:t>scenarios.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50">
              <a:latin typeface="Arial"/>
              <a:cs typeface="Arial"/>
            </a:endParaRPr>
          </a:p>
          <a:p>
            <a:pPr marL="12700" marR="40640" algn="just">
              <a:lnSpc>
                <a:spcPct val="101600"/>
              </a:lnSpc>
            </a:pPr>
            <a:r>
              <a:rPr sz="2500" spc="20" dirty="0">
                <a:latin typeface="Arial"/>
                <a:cs typeface="Arial"/>
              </a:rPr>
              <a:t>Used </a:t>
            </a:r>
            <a:r>
              <a:rPr sz="2500" spc="5" dirty="0">
                <a:latin typeface="Arial"/>
                <a:cs typeface="Arial"/>
              </a:rPr>
              <a:t>in </a:t>
            </a:r>
            <a:r>
              <a:rPr sz="2500" spc="15" dirty="0">
                <a:latin typeface="Arial"/>
                <a:cs typeface="Arial"/>
              </a:rPr>
              <a:t>systems design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derive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15" dirty="0">
                <a:latin typeface="Arial"/>
                <a:cs typeface="Arial"/>
              </a:rPr>
              <a:t>interactions,  relationships, and </a:t>
            </a:r>
            <a:r>
              <a:rPr sz="2500" spc="20" dirty="0">
                <a:latin typeface="Arial"/>
                <a:cs typeface="Arial"/>
              </a:rPr>
              <a:t>methods </a:t>
            </a:r>
            <a:r>
              <a:rPr sz="2500" spc="10" dirty="0">
                <a:latin typeface="Arial"/>
                <a:cs typeface="Arial"/>
              </a:rPr>
              <a:t>of the </a:t>
            </a:r>
            <a:r>
              <a:rPr sz="2500" b="1" spc="15" dirty="0">
                <a:latin typeface="Arial"/>
                <a:cs typeface="Arial"/>
              </a:rPr>
              <a:t>objects </a:t>
            </a:r>
            <a:r>
              <a:rPr sz="2500" spc="15" dirty="0">
                <a:latin typeface="Arial"/>
                <a:cs typeface="Arial"/>
              </a:rPr>
              <a:t>exist </a:t>
            </a:r>
            <a:r>
              <a:rPr sz="2500" spc="5" dirty="0">
                <a:latin typeface="Arial"/>
                <a:cs typeface="Arial"/>
              </a:rPr>
              <a:t>in  </a:t>
            </a:r>
            <a:r>
              <a:rPr sz="2500" spc="10" dirty="0">
                <a:latin typeface="Arial"/>
                <a:cs typeface="Arial"/>
              </a:rPr>
              <a:t>the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system.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502" y="395738"/>
            <a:ext cx="537210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Sequence</a:t>
            </a:r>
            <a:r>
              <a:rPr spc="-80" dirty="0"/>
              <a:t> </a:t>
            </a:r>
            <a:r>
              <a:rPr spc="-15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1323987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96932" y="1834629"/>
            <a:ext cx="1436992" cy="673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96932" y="1834629"/>
            <a:ext cx="1437005" cy="673735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535"/>
              </a:spcBef>
            </a:pPr>
            <a:r>
              <a:rPr sz="1700" spc="-5" dirty="0">
                <a:latin typeface="DejaVu Sans Mono"/>
                <a:cs typeface="DejaVu Sans Mono"/>
              </a:rPr>
              <a:t>::Class</a:t>
            </a:r>
            <a:endParaRPr sz="1700">
              <a:latin typeface="DejaVu Sans Mono"/>
              <a:cs typeface="DejaVu Sans Mo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74714" y="1834629"/>
            <a:ext cx="1594611" cy="6736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74715" y="1834629"/>
            <a:ext cx="1595120" cy="673735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</a:pPr>
            <a:r>
              <a:rPr sz="1300" spc="-15" dirty="0">
                <a:latin typeface="DejaVu Sans Mono"/>
                <a:cs typeface="DejaVu Sans Mono"/>
              </a:rPr>
              <a:t>Object::Class</a:t>
            </a:r>
            <a:endParaRPr sz="1300">
              <a:latin typeface="DejaVu Sans Mono"/>
              <a:cs typeface="DejaVu Sans Mo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18492" y="2501524"/>
            <a:ext cx="2850515" cy="4007485"/>
          </a:xfrm>
          <a:custGeom>
            <a:avLst/>
            <a:gdLst/>
            <a:ahLst/>
            <a:cxnLst/>
            <a:rect l="l" t="t" r="r" b="b"/>
            <a:pathLst>
              <a:path w="2850515" h="4007484">
                <a:moveTo>
                  <a:pt x="0" y="0"/>
                </a:moveTo>
                <a:lnTo>
                  <a:pt x="0" y="340913"/>
                </a:lnTo>
              </a:path>
              <a:path w="2850515" h="4007484">
                <a:moveTo>
                  <a:pt x="0" y="3521958"/>
                </a:moveTo>
                <a:lnTo>
                  <a:pt x="0" y="4007012"/>
                </a:lnTo>
              </a:path>
              <a:path w="2850515" h="4007484">
                <a:moveTo>
                  <a:pt x="2850451" y="0"/>
                </a:moveTo>
                <a:lnTo>
                  <a:pt x="2850451" y="340913"/>
                </a:lnTo>
              </a:path>
              <a:path w="2850515" h="4007484">
                <a:moveTo>
                  <a:pt x="2850451" y="1494733"/>
                </a:moveTo>
                <a:lnTo>
                  <a:pt x="2850451" y="1931435"/>
                </a:lnTo>
              </a:path>
              <a:path w="2850515" h="4007484">
                <a:moveTo>
                  <a:pt x="2850451" y="3085256"/>
                </a:moveTo>
                <a:lnTo>
                  <a:pt x="2850451" y="4007012"/>
                </a:lnTo>
              </a:path>
            </a:pathLst>
          </a:custGeom>
          <a:ln w="1961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23705" y="6341877"/>
            <a:ext cx="587375" cy="3162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385"/>
              </a:lnSpc>
            </a:pPr>
            <a:r>
              <a:rPr sz="3800" dirty="0">
                <a:latin typeface="DejaVu Sans Mono"/>
                <a:cs typeface="DejaVu Sans Mono"/>
              </a:rPr>
              <a:t>X</a:t>
            </a:r>
            <a:endParaRPr sz="3800">
              <a:latin typeface="DejaVu Sans Mono"/>
              <a:cs typeface="DejaVu Sans 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4161" y="6341877"/>
            <a:ext cx="587375" cy="3162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385"/>
              </a:lnSpc>
            </a:pPr>
            <a:r>
              <a:rPr sz="3800" dirty="0">
                <a:latin typeface="DejaVu Sans Mono"/>
                <a:cs typeface="DejaVu Sans Mono"/>
              </a:rPr>
              <a:t>X</a:t>
            </a:r>
            <a:endParaRPr sz="3800">
              <a:latin typeface="DejaVu Sans Mono"/>
              <a:cs typeface="DejaVu Sans Mon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88936" y="2835699"/>
            <a:ext cx="3094990" cy="3194685"/>
            <a:chOff x="3788936" y="2835699"/>
            <a:chExt cx="3094990" cy="3194685"/>
          </a:xfrm>
        </p:grpSpPr>
        <p:sp>
          <p:nvSpPr>
            <p:cNvPr id="12" name="object 12"/>
            <p:cNvSpPr/>
            <p:nvPr/>
          </p:nvSpPr>
          <p:spPr>
            <a:xfrm>
              <a:off x="3795674" y="2842437"/>
              <a:ext cx="212090" cy="3181350"/>
            </a:xfrm>
            <a:custGeom>
              <a:avLst/>
              <a:gdLst/>
              <a:ahLst/>
              <a:cxnLst/>
              <a:rect l="l" t="t" r="r" b="b"/>
              <a:pathLst>
                <a:path w="212089" h="3181350">
                  <a:moveTo>
                    <a:pt x="211861" y="0"/>
                  </a:moveTo>
                  <a:lnTo>
                    <a:pt x="0" y="0"/>
                  </a:lnTo>
                  <a:lnTo>
                    <a:pt x="0" y="3181045"/>
                  </a:lnTo>
                  <a:lnTo>
                    <a:pt x="211861" y="3181045"/>
                  </a:lnTo>
                  <a:lnTo>
                    <a:pt x="211861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95674" y="2842437"/>
              <a:ext cx="212090" cy="3181350"/>
            </a:xfrm>
            <a:custGeom>
              <a:avLst/>
              <a:gdLst/>
              <a:ahLst/>
              <a:cxnLst/>
              <a:rect l="l" t="t" r="r" b="b"/>
              <a:pathLst>
                <a:path w="212089" h="3181350">
                  <a:moveTo>
                    <a:pt x="0" y="0"/>
                  </a:moveTo>
                  <a:lnTo>
                    <a:pt x="211864" y="0"/>
                  </a:lnTo>
                  <a:lnTo>
                    <a:pt x="211864" y="3181042"/>
                  </a:lnTo>
                  <a:lnTo>
                    <a:pt x="0" y="3181042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55079" y="2842437"/>
              <a:ext cx="221615" cy="1154430"/>
            </a:xfrm>
            <a:custGeom>
              <a:avLst/>
              <a:gdLst/>
              <a:ahLst/>
              <a:cxnLst/>
              <a:rect l="l" t="t" r="r" b="b"/>
              <a:pathLst>
                <a:path w="221615" h="1154429">
                  <a:moveTo>
                    <a:pt x="221589" y="0"/>
                  </a:moveTo>
                  <a:lnTo>
                    <a:pt x="0" y="0"/>
                  </a:lnTo>
                  <a:lnTo>
                    <a:pt x="0" y="1153820"/>
                  </a:lnTo>
                  <a:lnTo>
                    <a:pt x="221589" y="1153820"/>
                  </a:lnTo>
                  <a:lnTo>
                    <a:pt x="221589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55079" y="2842437"/>
              <a:ext cx="221615" cy="1154430"/>
            </a:xfrm>
            <a:custGeom>
              <a:avLst/>
              <a:gdLst/>
              <a:ahLst/>
              <a:cxnLst/>
              <a:rect l="l" t="t" r="r" b="b"/>
              <a:pathLst>
                <a:path w="221615" h="1154429">
                  <a:moveTo>
                    <a:pt x="0" y="0"/>
                  </a:moveTo>
                  <a:lnTo>
                    <a:pt x="221587" y="0"/>
                  </a:lnTo>
                  <a:lnTo>
                    <a:pt x="221587" y="1153820"/>
                  </a:lnTo>
                  <a:lnTo>
                    <a:pt x="0" y="115382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55079" y="4432960"/>
              <a:ext cx="221615" cy="1154430"/>
            </a:xfrm>
            <a:custGeom>
              <a:avLst/>
              <a:gdLst/>
              <a:ahLst/>
              <a:cxnLst/>
              <a:rect l="l" t="t" r="r" b="b"/>
              <a:pathLst>
                <a:path w="221615" h="1154429">
                  <a:moveTo>
                    <a:pt x="221589" y="0"/>
                  </a:moveTo>
                  <a:lnTo>
                    <a:pt x="0" y="0"/>
                  </a:lnTo>
                  <a:lnTo>
                    <a:pt x="0" y="1153820"/>
                  </a:lnTo>
                  <a:lnTo>
                    <a:pt x="221589" y="1153820"/>
                  </a:lnTo>
                  <a:lnTo>
                    <a:pt x="221589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55079" y="4432960"/>
              <a:ext cx="221615" cy="1154430"/>
            </a:xfrm>
            <a:custGeom>
              <a:avLst/>
              <a:gdLst/>
              <a:ahLst/>
              <a:cxnLst/>
              <a:rect l="l" t="t" r="r" b="b"/>
              <a:pathLst>
                <a:path w="221615" h="1154429">
                  <a:moveTo>
                    <a:pt x="0" y="0"/>
                  </a:moveTo>
                  <a:lnTo>
                    <a:pt x="221587" y="0"/>
                  </a:lnTo>
                  <a:lnTo>
                    <a:pt x="221587" y="1153820"/>
                  </a:lnTo>
                  <a:lnTo>
                    <a:pt x="0" y="115382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07446" y="3035452"/>
              <a:ext cx="2647950" cy="1903730"/>
            </a:xfrm>
            <a:custGeom>
              <a:avLst/>
              <a:gdLst/>
              <a:ahLst/>
              <a:cxnLst/>
              <a:rect l="l" t="t" r="r" b="b"/>
              <a:pathLst>
                <a:path w="2647950" h="1903729">
                  <a:moveTo>
                    <a:pt x="201828" y="647877"/>
                  </a:moveTo>
                  <a:lnTo>
                    <a:pt x="114871" y="647877"/>
                  </a:lnTo>
                  <a:lnTo>
                    <a:pt x="171589" y="614794"/>
                  </a:lnTo>
                  <a:lnTo>
                    <a:pt x="177584" y="609460"/>
                  </a:lnTo>
                  <a:lnTo>
                    <a:pt x="180949" y="602488"/>
                  </a:lnTo>
                  <a:lnTo>
                    <a:pt x="181457" y="594753"/>
                  </a:lnTo>
                  <a:lnTo>
                    <a:pt x="178866" y="587159"/>
                  </a:lnTo>
                  <a:lnTo>
                    <a:pt x="173520" y="581164"/>
                  </a:lnTo>
                  <a:lnTo>
                    <a:pt x="166547" y="577799"/>
                  </a:lnTo>
                  <a:lnTo>
                    <a:pt x="158813" y="577291"/>
                  </a:lnTo>
                  <a:lnTo>
                    <a:pt x="151218" y="579882"/>
                  </a:lnTo>
                  <a:lnTo>
                    <a:pt x="80238" y="621284"/>
                  </a:lnTo>
                  <a:lnTo>
                    <a:pt x="80238" y="668083"/>
                  </a:lnTo>
                  <a:lnTo>
                    <a:pt x="50304" y="650633"/>
                  </a:lnTo>
                  <a:lnTo>
                    <a:pt x="80238" y="668083"/>
                  </a:lnTo>
                  <a:lnTo>
                    <a:pt x="80238" y="621284"/>
                  </a:lnTo>
                  <a:lnTo>
                    <a:pt x="0" y="668083"/>
                  </a:lnTo>
                  <a:lnTo>
                    <a:pt x="151218" y="756297"/>
                  </a:lnTo>
                  <a:lnTo>
                    <a:pt x="158813" y="758901"/>
                  </a:lnTo>
                  <a:lnTo>
                    <a:pt x="166547" y="758393"/>
                  </a:lnTo>
                  <a:lnTo>
                    <a:pt x="173520" y="755027"/>
                  </a:lnTo>
                  <a:lnTo>
                    <a:pt x="178866" y="749020"/>
                  </a:lnTo>
                  <a:lnTo>
                    <a:pt x="181457" y="741426"/>
                  </a:lnTo>
                  <a:lnTo>
                    <a:pt x="180949" y="733691"/>
                  </a:lnTo>
                  <a:lnTo>
                    <a:pt x="177584" y="726719"/>
                  </a:lnTo>
                  <a:lnTo>
                    <a:pt x="171589" y="721372"/>
                  </a:lnTo>
                  <a:lnTo>
                    <a:pt x="114884" y="688301"/>
                  </a:lnTo>
                  <a:lnTo>
                    <a:pt x="201828" y="688301"/>
                  </a:lnTo>
                  <a:lnTo>
                    <a:pt x="201828" y="647877"/>
                  </a:lnTo>
                  <a:close/>
                </a:path>
                <a:path w="2647950" h="1903729">
                  <a:moveTo>
                    <a:pt x="484835" y="647877"/>
                  </a:moveTo>
                  <a:lnTo>
                    <a:pt x="323113" y="647877"/>
                  </a:lnTo>
                  <a:lnTo>
                    <a:pt x="323113" y="688301"/>
                  </a:lnTo>
                  <a:lnTo>
                    <a:pt x="484835" y="688301"/>
                  </a:lnTo>
                  <a:lnTo>
                    <a:pt x="484835" y="647877"/>
                  </a:lnTo>
                  <a:close/>
                </a:path>
                <a:path w="2647950" h="1903729">
                  <a:moveTo>
                    <a:pt x="767829" y="647877"/>
                  </a:moveTo>
                  <a:lnTo>
                    <a:pt x="606120" y="647877"/>
                  </a:lnTo>
                  <a:lnTo>
                    <a:pt x="606120" y="688301"/>
                  </a:lnTo>
                  <a:lnTo>
                    <a:pt x="767829" y="688301"/>
                  </a:lnTo>
                  <a:lnTo>
                    <a:pt x="767829" y="647877"/>
                  </a:lnTo>
                  <a:close/>
                </a:path>
                <a:path w="2647950" h="1903729">
                  <a:moveTo>
                    <a:pt x="1050823" y="647877"/>
                  </a:moveTo>
                  <a:lnTo>
                    <a:pt x="889114" y="647877"/>
                  </a:lnTo>
                  <a:lnTo>
                    <a:pt x="889114" y="688301"/>
                  </a:lnTo>
                  <a:lnTo>
                    <a:pt x="1050823" y="688301"/>
                  </a:lnTo>
                  <a:lnTo>
                    <a:pt x="1050823" y="647877"/>
                  </a:lnTo>
                  <a:close/>
                </a:path>
                <a:path w="2647950" h="1903729">
                  <a:moveTo>
                    <a:pt x="1333830" y="647877"/>
                  </a:moveTo>
                  <a:lnTo>
                    <a:pt x="1172108" y="647877"/>
                  </a:lnTo>
                  <a:lnTo>
                    <a:pt x="1172108" y="688301"/>
                  </a:lnTo>
                  <a:lnTo>
                    <a:pt x="1333830" y="688301"/>
                  </a:lnTo>
                  <a:lnTo>
                    <a:pt x="1333830" y="647877"/>
                  </a:lnTo>
                  <a:close/>
                </a:path>
                <a:path w="2647950" h="1903729">
                  <a:moveTo>
                    <a:pt x="1616824" y="647877"/>
                  </a:moveTo>
                  <a:lnTo>
                    <a:pt x="1455115" y="647877"/>
                  </a:lnTo>
                  <a:lnTo>
                    <a:pt x="1455115" y="688301"/>
                  </a:lnTo>
                  <a:lnTo>
                    <a:pt x="1616824" y="688301"/>
                  </a:lnTo>
                  <a:lnTo>
                    <a:pt x="1616824" y="647877"/>
                  </a:lnTo>
                  <a:close/>
                </a:path>
                <a:path w="2647950" h="1903729">
                  <a:moveTo>
                    <a:pt x="1899818" y="647877"/>
                  </a:moveTo>
                  <a:lnTo>
                    <a:pt x="1738109" y="647877"/>
                  </a:lnTo>
                  <a:lnTo>
                    <a:pt x="1738109" y="688301"/>
                  </a:lnTo>
                  <a:lnTo>
                    <a:pt x="1899818" y="688301"/>
                  </a:lnTo>
                  <a:lnTo>
                    <a:pt x="1899818" y="647877"/>
                  </a:lnTo>
                  <a:close/>
                </a:path>
                <a:path w="2647950" h="1903729">
                  <a:moveTo>
                    <a:pt x="2182825" y="647877"/>
                  </a:moveTo>
                  <a:lnTo>
                    <a:pt x="2021103" y="647877"/>
                  </a:lnTo>
                  <a:lnTo>
                    <a:pt x="2021103" y="688301"/>
                  </a:lnTo>
                  <a:lnTo>
                    <a:pt x="2182825" y="688301"/>
                  </a:lnTo>
                  <a:lnTo>
                    <a:pt x="2182825" y="647877"/>
                  </a:lnTo>
                  <a:close/>
                </a:path>
                <a:path w="2647950" h="1903729">
                  <a:moveTo>
                    <a:pt x="2465819" y="647877"/>
                  </a:moveTo>
                  <a:lnTo>
                    <a:pt x="2304110" y="647877"/>
                  </a:lnTo>
                  <a:lnTo>
                    <a:pt x="2304110" y="688301"/>
                  </a:lnTo>
                  <a:lnTo>
                    <a:pt x="2465819" y="688301"/>
                  </a:lnTo>
                  <a:lnTo>
                    <a:pt x="2465819" y="647877"/>
                  </a:lnTo>
                  <a:close/>
                </a:path>
                <a:path w="2647950" h="1903729">
                  <a:moveTo>
                    <a:pt x="2647632" y="647877"/>
                  </a:moveTo>
                  <a:lnTo>
                    <a:pt x="2587104" y="647877"/>
                  </a:lnTo>
                  <a:lnTo>
                    <a:pt x="2587104" y="688301"/>
                  </a:lnTo>
                  <a:lnTo>
                    <a:pt x="2647632" y="688301"/>
                  </a:lnTo>
                  <a:lnTo>
                    <a:pt x="2647632" y="647877"/>
                  </a:lnTo>
                  <a:close/>
                </a:path>
                <a:path w="2647950" h="1903729">
                  <a:moveTo>
                    <a:pt x="2647632" y="101066"/>
                  </a:moveTo>
                  <a:lnTo>
                    <a:pt x="2445499" y="0"/>
                  </a:lnTo>
                  <a:lnTo>
                    <a:pt x="2510180" y="80860"/>
                  </a:lnTo>
                  <a:lnTo>
                    <a:pt x="88" y="80848"/>
                  </a:lnTo>
                  <a:lnTo>
                    <a:pt x="88" y="121285"/>
                  </a:lnTo>
                  <a:lnTo>
                    <a:pt x="2510167" y="121285"/>
                  </a:lnTo>
                  <a:lnTo>
                    <a:pt x="2445499" y="202133"/>
                  </a:lnTo>
                  <a:lnTo>
                    <a:pt x="2607195" y="121285"/>
                  </a:lnTo>
                  <a:lnTo>
                    <a:pt x="2647632" y="101066"/>
                  </a:lnTo>
                  <a:close/>
                </a:path>
                <a:path w="2647950" h="1903729">
                  <a:moveTo>
                    <a:pt x="2647734" y="1812366"/>
                  </a:moveTo>
                  <a:lnTo>
                    <a:pt x="2613063" y="1792147"/>
                  </a:lnTo>
                  <a:lnTo>
                    <a:pt x="2496515" y="1724152"/>
                  </a:lnTo>
                  <a:lnTo>
                    <a:pt x="2488908" y="1721561"/>
                  </a:lnTo>
                  <a:lnTo>
                    <a:pt x="2481186" y="1722069"/>
                  </a:lnTo>
                  <a:lnTo>
                    <a:pt x="2474201" y="1725434"/>
                  </a:lnTo>
                  <a:lnTo>
                    <a:pt x="2468867" y="1731429"/>
                  </a:lnTo>
                  <a:lnTo>
                    <a:pt x="2466263" y="1739036"/>
                  </a:lnTo>
                  <a:lnTo>
                    <a:pt x="2466771" y="1746758"/>
                  </a:lnTo>
                  <a:lnTo>
                    <a:pt x="2470137" y="1753743"/>
                  </a:lnTo>
                  <a:lnTo>
                    <a:pt x="2476144" y="1759077"/>
                  </a:lnTo>
                  <a:lnTo>
                    <a:pt x="2532824" y="1792147"/>
                  </a:lnTo>
                  <a:lnTo>
                    <a:pt x="88" y="1792147"/>
                  </a:lnTo>
                  <a:lnTo>
                    <a:pt x="88" y="1832571"/>
                  </a:lnTo>
                  <a:lnTo>
                    <a:pt x="2532837" y="1832571"/>
                  </a:lnTo>
                  <a:lnTo>
                    <a:pt x="2476144" y="1865655"/>
                  </a:lnTo>
                  <a:lnTo>
                    <a:pt x="2470137" y="1871002"/>
                  </a:lnTo>
                  <a:lnTo>
                    <a:pt x="2466771" y="1877974"/>
                  </a:lnTo>
                  <a:lnTo>
                    <a:pt x="2466263" y="1885708"/>
                  </a:lnTo>
                  <a:lnTo>
                    <a:pt x="2468867" y="1893303"/>
                  </a:lnTo>
                  <a:lnTo>
                    <a:pt x="2474201" y="1899310"/>
                  </a:lnTo>
                  <a:lnTo>
                    <a:pt x="2481186" y="1902675"/>
                  </a:lnTo>
                  <a:lnTo>
                    <a:pt x="2488908" y="1903183"/>
                  </a:lnTo>
                  <a:lnTo>
                    <a:pt x="2496515" y="1900580"/>
                  </a:lnTo>
                  <a:lnTo>
                    <a:pt x="2613063" y="1832584"/>
                  </a:lnTo>
                  <a:lnTo>
                    <a:pt x="2647734" y="18123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64769" y="4877676"/>
              <a:ext cx="255904" cy="160655"/>
            </a:xfrm>
            <a:custGeom>
              <a:avLst/>
              <a:gdLst/>
              <a:ahLst/>
              <a:cxnLst/>
              <a:rect l="l" t="t" r="r" b="b"/>
              <a:pathLst>
                <a:path w="255904" h="160654">
                  <a:moveTo>
                    <a:pt x="255346" y="0"/>
                  </a:moveTo>
                  <a:lnTo>
                    <a:pt x="0" y="0"/>
                  </a:lnTo>
                  <a:lnTo>
                    <a:pt x="0" y="160502"/>
                  </a:lnTo>
                  <a:lnTo>
                    <a:pt x="255346" y="160502"/>
                  </a:lnTo>
                  <a:lnTo>
                    <a:pt x="255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64769" y="4877676"/>
              <a:ext cx="255904" cy="160655"/>
            </a:xfrm>
            <a:custGeom>
              <a:avLst/>
              <a:gdLst/>
              <a:ahLst/>
              <a:cxnLst/>
              <a:rect l="l" t="t" r="r" b="b"/>
              <a:pathLst>
                <a:path w="255904" h="160654">
                  <a:moveTo>
                    <a:pt x="0" y="0"/>
                  </a:moveTo>
                  <a:lnTo>
                    <a:pt x="255337" y="0"/>
                  </a:lnTo>
                  <a:lnTo>
                    <a:pt x="255337" y="160497"/>
                  </a:lnTo>
                  <a:lnTo>
                    <a:pt x="0" y="160497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25645" y="2822955"/>
            <a:ext cx="1944370" cy="832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latin typeface="DejaVu Sans Mono"/>
                <a:cs typeface="DejaVu Sans Mono"/>
              </a:rPr>
              <a:t>method(parameter)</a:t>
            </a:r>
            <a:endParaRPr sz="1500">
              <a:latin typeface="DejaVu Sans Mono"/>
              <a:cs typeface="DejaVu Sans Mon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DejaVu Sans Mono"/>
              <a:cs typeface="DejaVu Sans Mono"/>
            </a:endParaRPr>
          </a:p>
          <a:p>
            <a:pPr marL="10795" algn="ctr">
              <a:lnSpc>
                <a:spcPct val="100000"/>
              </a:lnSpc>
              <a:spcBef>
                <a:spcPts val="5"/>
              </a:spcBef>
            </a:pPr>
            <a:r>
              <a:rPr sz="1700" spc="-5" dirty="0">
                <a:latin typeface="DejaVu Sans Mono"/>
                <a:cs typeface="DejaVu Sans Mono"/>
              </a:rPr>
              <a:t>return</a:t>
            </a:r>
            <a:endParaRPr sz="1700">
              <a:latin typeface="DejaVu Sans Mono"/>
              <a:cs typeface="DejaVu Sans Mo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88269" y="4435347"/>
            <a:ext cx="2282825" cy="1021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latin typeface="DejaVu Sans Mono"/>
                <a:cs typeface="DejaVu Sans Mono"/>
              </a:rPr>
              <a:t>asynchronousSignal()</a:t>
            </a:r>
            <a:endParaRPr sz="1500">
              <a:latin typeface="DejaVu Sans Mono"/>
              <a:cs typeface="DejaVu Sans 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DejaVu Sans Mono"/>
              <a:cs typeface="DejaVu Sans Mono"/>
            </a:endParaRPr>
          </a:p>
          <a:p>
            <a:pPr marL="814069" marR="163195" indent="-335915">
              <a:lnSpc>
                <a:spcPts val="2020"/>
              </a:lnSpc>
            </a:pPr>
            <a:r>
              <a:rPr sz="1700" i="1" dirty="0">
                <a:latin typeface="Carlito"/>
                <a:cs typeface="Carlito"/>
              </a:rPr>
              <a:t>Or </a:t>
            </a:r>
            <a:r>
              <a:rPr sz="1700" i="1" spc="-5" dirty="0">
                <a:latin typeface="Carlito"/>
                <a:cs typeface="Carlito"/>
              </a:rPr>
              <a:t>does </a:t>
            </a:r>
            <a:r>
              <a:rPr sz="1700" i="1" dirty="0">
                <a:latin typeface="Carlito"/>
                <a:cs typeface="Carlito"/>
              </a:rPr>
              <a:t>not</a:t>
            </a:r>
            <a:r>
              <a:rPr sz="1700" i="1" spc="-80" dirty="0">
                <a:latin typeface="Carlito"/>
                <a:cs typeface="Carlito"/>
              </a:rPr>
              <a:t> </a:t>
            </a:r>
            <a:r>
              <a:rPr sz="1700" i="1" spc="-10" dirty="0">
                <a:latin typeface="Carlito"/>
                <a:cs typeface="Carlito"/>
              </a:rPr>
              <a:t>expect  any</a:t>
            </a:r>
            <a:r>
              <a:rPr sz="1700" i="1" spc="-15" dirty="0">
                <a:latin typeface="Carlito"/>
                <a:cs typeface="Carlito"/>
              </a:rPr>
              <a:t> </a:t>
            </a:r>
            <a:r>
              <a:rPr sz="1700" i="1" spc="-5" dirty="0">
                <a:latin typeface="Carlito"/>
                <a:cs typeface="Carlito"/>
              </a:rPr>
              <a:t>return.</a:t>
            </a:r>
            <a:endParaRPr sz="1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5198" y="975321"/>
            <a:ext cx="1436996" cy="673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198" y="975321"/>
            <a:ext cx="1437005" cy="673735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82245" marR="130175" indent="-45085">
              <a:lnSpc>
                <a:spcPts val="1420"/>
              </a:lnSpc>
              <a:spcBef>
                <a:spcPts val="1210"/>
              </a:spcBef>
            </a:pPr>
            <a:r>
              <a:rPr sz="1200" spc="-20" dirty="0">
                <a:latin typeface="DejaVu Sans Mono"/>
                <a:cs typeface="DejaVu Sans Mono"/>
              </a:rPr>
              <a:t>::newStudentU  serInterface</a:t>
            </a:r>
            <a:endParaRPr sz="1200">
              <a:latin typeface="DejaVu Sans Mono"/>
              <a:cs typeface="DejaVu Sans Mon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2169" y="975321"/>
            <a:ext cx="1594624" cy="6736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92170" y="975321"/>
            <a:ext cx="1595120" cy="673735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Times New Roman"/>
              <a:cs typeface="Times New Roman"/>
            </a:endParaRPr>
          </a:p>
          <a:p>
            <a:pPr marL="357505">
              <a:lnSpc>
                <a:spcPct val="100000"/>
              </a:lnSpc>
            </a:pPr>
            <a:r>
              <a:rPr sz="1300" spc="-15" dirty="0">
                <a:latin typeface="DejaVu Sans Mono"/>
                <a:cs typeface="DejaVu Sans Mono"/>
              </a:rPr>
              <a:t>::Student</a:t>
            </a:r>
            <a:endParaRPr sz="1300">
              <a:latin typeface="DejaVu Sans Mono"/>
              <a:cs typeface="DejaVu Sans Mon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46516" y="979424"/>
            <a:ext cx="5526405" cy="2008505"/>
            <a:chOff x="1746516" y="979424"/>
            <a:chExt cx="5526405" cy="2008505"/>
          </a:xfrm>
        </p:grpSpPr>
        <p:sp>
          <p:nvSpPr>
            <p:cNvPr id="7" name="object 7"/>
            <p:cNvSpPr/>
            <p:nvPr/>
          </p:nvSpPr>
          <p:spPr>
            <a:xfrm>
              <a:off x="1746516" y="2806127"/>
              <a:ext cx="2183130" cy="181610"/>
            </a:xfrm>
            <a:custGeom>
              <a:avLst/>
              <a:gdLst/>
              <a:ahLst/>
              <a:cxnLst/>
              <a:rect l="l" t="t" r="r" b="b"/>
              <a:pathLst>
                <a:path w="2183129" h="181610">
                  <a:moveTo>
                    <a:pt x="158814" y="0"/>
                  </a:moveTo>
                  <a:lnTo>
                    <a:pt x="151218" y="2591"/>
                  </a:lnTo>
                  <a:lnTo>
                    <a:pt x="0" y="90806"/>
                  </a:lnTo>
                  <a:lnTo>
                    <a:pt x="151218" y="179020"/>
                  </a:lnTo>
                  <a:lnTo>
                    <a:pt x="158814" y="181612"/>
                  </a:lnTo>
                  <a:lnTo>
                    <a:pt x="166547" y="181106"/>
                  </a:lnTo>
                  <a:lnTo>
                    <a:pt x="173528" y="177738"/>
                  </a:lnTo>
                  <a:lnTo>
                    <a:pt x="178866" y="171743"/>
                  </a:lnTo>
                  <a:lnTo>
                    <a:pt x="181458" y="164142"/>
                  </a:lnTo>
                  <a:lnTo>
                    <a:pt x="180952" y="156409"/>
                  </a:lnTo>
                  <a:lnTo>
                    <a:pt x="177584" y="149431"/>
                  </a:lnTo>
                  <a:lnTo>
                    <a:pt x="171589" y="144095"/>
                  </a:lnTo>
                  <a:lnTo>
                    <a:pt x="114898" y="111024"/>
                  </a:lnTo>
                  <a:lnTo>
                    <a:pt x="40119" y="111024"/>
                  </a:lnTo>
                  <a:lnTo>
                    <a:pt x="40119" y="70587"/>
                  </a:lnTo>
                  <a:lnTo>
                    <a:pt x="114898" y="70587"/>
                  </a:lnTo>
                  <a:lnTo>
                    <a:pt x="171589" y="37516"/>
                  </a:lnTo>
                  <a:lnTo>
                    <a:pt x="177584" y="32180"/>
                  </a:lnTo>
                  <a:lnTo>
                    <a:pt x="180952" y="25202"/>
                  </a:lnTo>
                  <a:lnTo>
                    <a:pt x="181458" y="17469"/>
                  </a:lnTo>
                  <a:lnTo>
                    <a:pt x="178866" y="9869"/>
                  </a:lnTo>
                  <a:lnTo>
                    <a:pt x="173528" y="3874"/>
                  </a:lnTo>
                  <a:lnTo>
                    <a:pt x="166547" y="506"/>
                  </a:lnTo>
                  <a:lnTo>
                    <a:pt x="158814" y="0"/>
                  </a:lnTo>
                  <a:close/>
                </a:path>
                <a:path w="2183129" h="181610">
                  <a:moveTo>
                    <a:pt x="114898" y="70587"/>
                  </a:moveTo>
                  <a:lnTo>
                    <a:pt x="40119" y="70587"/>
                  </a:lnTo>
                  <a:lnTo>
                    <a:pt x="40119" y="111024"/>
                  </a:lnTo>
                  <a:lnTo>
                    <a:pt x="114898" y="111024"/>
                  </a:lnTo>
                  <a:lnTo>
                    <a:pt x="110174" y="108268"/>
                  </a:lnTo>
                  <a:lnTo>
                    <a:pt x="50304" y="108268"/>
                  </a:lnTo>
                  <a:lnTo>
                    <a:pt x="50304" y="73343"/>
                  </a:lnTo>
                  <a:lnTo>
                    <a:pt x="110174" y="73343"/>
                  </a:lnTo>
                  <a:lnTo>
                    <a:pt x="114898" y="70587"/>
                  </a:lnTo>
                  <a:close/>
                </a:path>
                <a:path w="2183129" h="181610">
                  <a:moveTo>
                    <a:pt x="201828" y="70587"/>
                  </a:moveTo>
                  <a:lnTo>
                    <a:pt x="114898" y="70587"/>
                  </a:lnTo>
                  <a:lnTo>
                    <a:pt x="80239" y="90806"/>
                  </a:lnTo>
                  <a:lnTo>
                    <a:pt x="114898" y="111024"/>
                  </a:lnTo>
                  <a:lnTo>
                    <a:pt x="201828" y="111024"/>
                  </a:lnTo>
                  <a:lnTo>
                    <a:pt x="201828" y="70587"/>
                  </a:lnTo>
                  <a:close/>
                </a:path>
                <a:path w="2183129" h="181610">
                  <a:moveTo>
                    <a:pt x="50304" y="73343"/>
                  </a:moveTo>
                  <a:lnTo>
                    <a:pt x="50304" y="108268"/>
                  </a:lnTo>
                  <a:lnTo>
                    <a:pt x="80239" y="90806"/>
                  </a:lnTo>
                  <a:lnTo>
                    <a:pt x="50304" y="73343"/>
                  </a:lnTo>
                  <a:close/>
                </a:path>
                <a:path w="2183129" h="181610">
                  <a:moveTo>
                    <a:pt x="80239" y="90806"/>
                  </a:moveTo>
                  <a:lnTo>
                    <a:pt x="50304" y="108268"/>
                  </a:lnTo>
                  <a:lnTo>
                    <a:pt x="110174" y="108268"/>
                  </a:lnTo>
                  <a:lnTo>
                    <a:pt x="80239" y="90806"/>
                  </a:lnTo>
                  <a:close/>
                </a:path>
                <a:path w="2183129" h="181610">
                  <a:moveTo>
                    <a:pt x="110174" y="73343"/>
                  </a:moveTo>
                  <a:lnTo>
                    <a:pt x="50304" y="73343"/>
                  </a:lnTo>
                  <a:lnTo>
                    <a:pt x="80239" y="90806"/>
                  </a:lnTo>
                  <a:lnTo>
                    <a:pt x="110174" y="73343"/>
                  </a:lnTo>
                  <a:close/>
                </a:path>
                <a:path w="2183129" h="181610">
                  <a:moveTo>
                    <a:pt x="484835" y="70587"/>
                  </a:moveTo>
                  <a:lnTo>
                    <a:pt x="323113" y="70587"/>
                  </a:lnTo>
                  <a:lnTo>
                    <a:pt x="323113" y="111024"/>
                  </a:lnTo>
                  <a:lnTo>
                    <a:pt x="484835" y="111024"/>
                  </a:lnTo>
                  <a:lnTo>
                    <a:pt x="484835" y="70587"/>
                  </a:lnTo>
                  <a:close/>
                </a:path>
                <a:path w="2183129" h="181610">
                  <a:moveTo>
                    <a:pt x="767829" y="70587"/>
                  </a:moveTo>
                  <a:lnTo>
                    <a:pt x="606120" y="70587"/>
                  </a:lnTo>
                  <a:lnTo>
                    <a:pt x="606120" y="111024"/>
                  </a:lnTo>
                  <a:lnTo>
                    <a:pt x="767829" y="111024"/>
                  </a:lnTo>
                  <a:lnTo>
                    <a:pt x="767829" y="70587"/>
                  </a:lnTo>
                  <a:close/>
                </a:path>
                <a:path w="2183129" h="181610">
                  <a:moveTo>
                    <a:pt x="1050823" y="70587"/>
                  </a:moveTo>
                  <a:lnTo>
                    <a:pt x="889114" y="70587"/>
                  </a:lnTo>
                  <a:lnTo>
                    <a:pt x="889114" y="111024"/>
                  </a:lnTo>
                  <a:lnTo>
                    <a:pt x="1050823" y="111024"/>
                  </a:lnTo>
                  <a:lnTo>
                    <a:pt x="1050823" y="70587"/>
                  </a:lnTo>
                  <a:close/>
                </a:path>
                <a:path w="2183129" h="181610">
                  <a:moveTo>
                    <a:pt x="1333830" y="70587"/>
                  </a:moveTo>
                  <a:lnTo>
                    <a:pt x="1172108" y="70587"/>
                  </a:lnTo>
                  <a:lnTo>
                    <a:pt x="1172108" y="111024"/>
                  </a:lnTo>
                  <a:lnTo>
                    <a:pt x="1333830" y="111024"/>
                  </a:lnTo>
                  <a:lnTo>
                    <a:pt x="1333830" y="70587"/>
                  </a:lnTo>
                  <a:close/>
                </a:path>
                <a:path w="2183129" h="181610">
                  <a:moveTo>
                    <a:pt x="1616824" y="70587"/>
                  </a:moveTo>
                  <a:lnTo>
                    <a:pt x="1455115" y="70587"/>
                  </a:lnTo>
                  <a:lnTo>
                    <a:pt x="1455115" y="111024"/>
                  </a:lnTo>
                  <a:lnTo>
                    <a:pt x="1616824" y="111024"/>
                  </a:lnTo>
                  <a:lnTo>
                    <a:pt x="1616824" y="70587"/>
                  </a:lnTo>
                  <a:close/>
                </a:path>
                <a:path w="2183129" h="181610">
                  <a:moveTo>
                    <a:pt x="1899818" y="70587"/>
                  </a:moveTo>
                  <a:lnTo>
                    <a:pt x="1738109" y="70587"/>
                  </a:lnTo>
                  <a:lnTo>
                    <a:pt x="1738109" y="111024"/>
                  </a:lnTo>
                  <a:lnTo>
                    <a:pt x="1899818" y="111024"/>
                  </a:lnTo>
                  <a:lnTo>
                    <a:pt x="1899818" y="70587"/>
                  </a:lnTo>
                  <a:close/>
                </a:path>
                <a:path w="2183129" h="181610">
                  <a:moveTo>
                    <a:pt x="2182825" y="70587"/>
                  </a:moveTo>
                  <a:lnTo>
                    <a:pt x="2021103" y="70587"/>
                  </a:lnTo>
                  <a:lnTo>
                    <a:pt x="2021103" y="111024"/>
                  </a:lnTo>
                  <a:lnTo>
                    <a:pt x="2182825" y="111024"/>
                  </a:lnTo>
                  <a:lnTo>
                    <a:pt x="2182825" y="7058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77953" y="979424"/>
              <a:ext cx="1594624" cy="67363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77954" y="979424"/>
            <a:ext cx="1595120" cy="673735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504190">
              <a:lnSpc>
                <a:spcPct val="100000"/>
              </a:lnSpc>
            </a:pPr>
            <a:r>
              <a:rPr sz="1300" spc="-15" dirty="0">
                <a:latin typeface="DejaVu Sans Mono"/>
                <a:cs typeface="DejaVu Sans Mono"/>
              </a:rPr>
              <a:t>::dorm</a:t>
            </a:r>
            <a:endParaRPr sz="1300">
              <a:latin typeface="DejaVu Sans Mono"/>
              <a:cs typeface="DejaVu Sans Mo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63738" y="975321"/>
            <a:ext cx="1594624" cy="6736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63738" y="975321"/>
            <a:ext cx="1595120" cy="673735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Times New Roman"/>
              <a:cs typeface="Times New Roman"/>
            </a:endParaRPr>
          </a:p>
          <a:p>
            <a:pPr marL="357505">
              <a:lnSpc>
                <a:spcPct val="100000"/>
              </a:lnSpc>
            </a:pPr>
            <a:r>
              <a:rPr sz="1300" spc="-15" dirty="0">
                <a:latin typeface="DejaVu Sans Mono"/>
                <a:cs typeface="DejaVu Sans Mono"/>
              </a:rPr>
              <a:t>::program</a:t>
            </a:r>
            <a:endParaRPr sz="1300">
              <a:latin typeface="DejaVu Sans Mono"/>
              <a:cs typeface="DejaVu Sans Mon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32089" y="1641970"/>
            <a:ext cx="7202170" cy="5177155"/>
            <a:chOff x="1632089" y="1641970"/>
            <a:chExt cx="7202170" cy="5177155"/>
          </a:xfrm>
        </p:grpSpPr>
        <p:sp>
          <p:nvSpPr>
            <p:cNvPr id="13" name="object 13"/>
            <p:cNvSpPr/>
            <p:nvPr/>
          </p:nvSpPr>
          <p:spPr>
            <a:xfrm>
              <a:off x="4082072" y="1648955"/>
              <a:ext cx="0" cy="5158105"/>
            </a:xfrm>
            <a:custGeom>
              <a:avLst/>
              <a:gdLst/>
              <a:ahLst/>
              <a:cxnLst/>
              <a:rect l="l" t="t" r="r" b="b"/>
              <a:pathLst>
                <a:path h="5158105">
                  <a:moveTo>
                    <a:pt x="0" y="0"/>
                  </a:moveTo>
                  <a:lnTo>
                    <a:pt x="0" y="201447"/>
                  </a:lnTo>
                </a:path>
                <a:path h="5158105">
                  <a:moveTo>
                    <a:pt x="0" y="4912405"/>
                  </a:moveTo>
                  <a:lnTo>
                    <a:pt x="0" y="5157511"/>
                  </a:lnTo>
                </a:path>
              </a:pathLst>
            </a:custGeom>
            <a:ln w="1347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26331" y="1850402"/>
              <a:ext cx="113664" cy="4711065"/>
            </a:xfrm>
            <a:custGeom>
              <a:avLst/>
              <a:gdLst/>
              <a:ahLst/>
              <a:cxnLst/>
              <a:rect l="l" t="t" r="r" b="b"/>
              <a:pathLst>
                <a:path w="113664" h="4711065">
                  <a:moveTo>
                    <a:pt x="113461" y="0"/>
                  </a:moveTo>
                  <a:lnTo>
                    <a:pt x="0" y="0"/>
                  </a:lnTo>
                  <a:lnTo>
                    <a:pt x="0" y="4710958"/>
                  </a:lnTo>
                  <a:lnTo>
                    <a:pt x="113461" y="4710958"/>
                  </a:lnTo>
                  <a:lnTo>
                    <a:pt x="113461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26331" y="1850402"/>
              <a:ext cx="113664" cy="4711065"/>
            </a:xfrm>
            <a:custGeom>
              <a:avLst/>
              <a:gdLst/>
              <a:ahLst/>
              <a:cxnLst/>
              <a:rect l="l" t="t" r="r" b="b"/>
              <a:pathLst>
                <a:path w="113664" h="4711065">
                  <a:moveTo>
                    <a:pt x="0" y="0"/>
                  </a:moveTo>
                  <a:lnTo>
                    <a:pt x="113467" y="0"/>
                  </a:lnTo>
                  <a:lnTo>
                    <a:pt x="113467" y="4710953"/>
                  </a:lnTo>
                  <a:lnTo>
                    <a:pt x="0" y="471095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97558" y="1711528"/>
              <a:ext cx="0" cy="5100320"/>
            </a:xfrm>
            <a:custGeom>
              <a:avLst/>
              <a:gdLst/>
              <a:ahLst/>
              <a:cxnLst/>
              <a:rect l="l" t="t" r="r" b="b"/>
              <a:pathLst>
                <a:path h="5100320">
                  <a:moveTo>
                    <a:pt x="0" y="4855039"/>
                  </a:moveTo>
                  <a:lnTo>
                    <a:pt x="0" y="5100148"/>
                  </a:lnTo>
                </a:path>
                <a:path h="5100320">
                  <a:moveTo>
                    <a:pt x="0" y="0"/>
                  </a:moveTo>
                  <a:lnTo>
                    <a:pt x="0" y="138874"/>
                  </a:lnTo>
                </a:path>
              </a:pathLst>
            </a:custGeom>
            <a:ln w="1347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39074" y="1850402"/>
              <a:ext cx="107950" cy="4716780"/>
            </a:xfrm>
            <a:custGeom>
              <a:avLst/>
              <a:gdLst/>
              <a:ahLst/>
              <a:cxnLst/>
              <a:rect l="l" t="t" r="r" b="b"/>
              <a:pathLst>
                <a:path w="107950" h="4716780">
                  <a:moveTo>
                    <a:pt x="107530" y="0"/>
                  </a:moveTo>
                  <a:lnTo>
                    <a:pt x="0" y="0"/>
                  </a:lnTo>
                  <a:lnTo>
                    <a:pt x="0" y="4716165"/>
                  </a:lnTo>
                  <a:lnTo>
                    <a:pt x="107530" y="4716165"/>
                  </a:lnTo>
                  <a:lnTo>
                    <a:pt x="10753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39074" y="1850402"/>
              <a:ext cx="107950" cy="4716780"/>
            </a:xfrm>
            <a:custGeom>
              <a:avLst/>
              <a:gdLst/>
              <a:ahLst/>
              <a:cxnLst/>
              <a:rect l="l" t="t" r="r" b="b"/>
              <a:pathLst>
                <a:path w="107950" h="4716780">
                  <a:moveTo>
                    <a:pt x="0" y="0"/>
                  </a:moveTo>
                  <a:lnTo>
                    <a:pt x="107530" y="0"/>
                  </a:lnTo>
                  <a:lnTo>
                    <a:pt x="107530" y="4716163"/>
                  </a:lnTo>
                  <a:lnTo>
                    <a:pt x="0" y="471616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5260" y="1648955"/>
              <a:ext cx="2352040" cy="4638040"/>
            </a:xfrm>
            <a:custGeom>
              <a:avLst/>
              <a:gdLst/>
              <a:ahLst/>
              <a:cxnLst/>
              <a:rect l="l" t="t" r="r" b="b"/>
              <a:pathLst>
                <a:path w="2352040" h="4638040">
                  <a:moveTo>
                    <a:pt x="2351468" y="0"/>
                  </a:moveTo>
                  <a:lnTo>
                    <a:pt x="2351468" y="3157562"/>
                  </a:lnTo>
                </a:path>
                <a:path w="2352040" h="4638040">
                  <a:moveTo>
                    <a:pt x="2351468" y="4326813"/>
                  </a:moveTo>
                  <a:lnTo>
                    <a:pt x="2351468" y="4637439"/>
                  </a:lnTo>
                </a:path>
                <a:path w="2352040" h="4638040">
                  <a:moveTo>
                    <a:pt x="0" y="0"/>
                  </a:moveTo>
                  <a:lnTo>
                    <a:pt x="0" y="794346"/>
                  </a:lnTo>
                </a:path>
                <a:path w="2352040" h="4638040">
                  <a:moveTo>
                    <a:pt x="0" y="2496515"/>
                  </a:moveTo>
                  <a:lnTo>
                    <a:pt x="0" y="2851939"/>
                  </a:lnTo>
                </a:path>
              </a:pathLst>
            </a:custGeom>
            <a:ln w="1347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88525" y="4400296"/>
            <a:ext cx="587375" cy="3162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385"/>
              </a:lnSpc>
            </a:pPr>
            <a:r>
              <a:rPr sz="3800" dirty="0">
                <a:latin typeface="DejaVu Sans Mono"/>
                <a:cs typeface="DejaVu Sans Mono"/>
              </a:rPr>
              <a:t>X</a:t>
            </a:r>
            <a:endParaRPr sz="3800">
              <a:latin typeface="DejaVu Sans Mono"/>
              <a:cs typeface="DejaVu Sans Mo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758" y="6646677"/>
            <a:ext cx="587375" cy="3162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385"/>
              </a:lnSpc>
            </a:pPr>
            <a:r>
              <a:rPr sz="3800" dirty="0">
                <a:latin typeface="DejaVu Sans Mono"/>
                <a:cs typeface="DejaVu Sans Mono"/>
              </a:rPr>
              <a:t>X</a:t>
            </a:r>
            <a:endParaRPr sz="3800">
              <a:latin typeface="DejaVu Sans Mono"/>
              <a:cs typeface="DejaVu Sans Mo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1974" y="6649725"/>
            <a:ext cx="587375" cy="3162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385"/>
              </a:lnSpc>
            </a:pPr>
            <a:r>
              <a:rPr sz="3800" dirty="0">
                <a:latin typeface="DejaVu Sans Mono"/>
                <a:cs typeface="DejaVu Sans Mono"/>
              </a:rPr>
              <a:t>X</a:t>
            </a:r>
            <a:endParaRPr sz="3800">
              <a:latin typeface="DejaVu Sans Mono"/>
              <a:cs typeface="DejaVu Sans Mo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35010" y="6155944"/>
            <a:ext cx="587375" cy="31623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385"/>
              </a:lnSpc>
            </a:pPr>
            <a:r>
              <a:rPr sz="3800" dirty="0">
                <a:latin typeface="DejaVu Sans Mono"/>
                <a:cs typeface="DejaVu Sans Mono"/>
              </a:rPr>
              <a:t>X</a:t>
            </a:r>
            <a:endParaRPr sz="3800">
              <a:latin typeface="DejaVu Sans Mono"/>
              <a:cs typeface="DejaVu Sans Mon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21399" y="2436317"/>
            <a:ext cx="2464435" cy="3546475"/>
            <a:chOff x="6421399" y="2436317"/>
            <a:chExt cx="2464435" cy="3546475"/>
          </a:xfrm>
        </p:grpSpPr>
        <p:sp>
          <p:nvSpPr>
            <p:cNvPr id="25" name="object 25"/>
            <p:cNvSpPr/>
            <p:nvPr/>
          </p:nvSpPr>
          <p:spPr>
            <a:xfrm>
              <a:off x="8789327" y="4806518"/>
              <a:ext cx="89535" cy="1169670"/>
            </a:xfrm>
            <a:custGeom>
              <a:avLst/>
              <a:gdLst/>
              <a:ahLst/>
              <a:cxnLst/>
              <a:rect l="l" t="t" r="r" b="b"/>
              <a:pathLst>
                <a:path w="89534" h="1169670">
                  <a:moveTo>
                    <a:pt x="89280" y="0"/>
                  </a:moveTo>
                  <a:lnTo>
                    <a:pt x="0" y="0"/>
                  </a:lnTo>
                  <a:lnTo>
                    <a:pt x="0" y="1169250"/>
                  </a:lnTo>
                  <a:lnTo>
                    <a:pt x="89280" y="1169250"/>
                  </a:lnTo>
                  <a:lnTo>
                    <a:pt x="89280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89327" y="4806518"/>
              <a:ext cx="89535" cy="1169670"/>
            </a:xfrm>
            <a:custGeom>
              <a:avLst/>
              <a:gdLst/>
              <a:ahLst/>
              <a:cxnLst/>
              <a:rect l="l" t="t" r="r" b="b"/>
              <a:pathLst>
                <a:path w="89534" h="1169670">
                  <a:moveTo>
                    <a:pt x="0" y="0"/>
                  </a:moveTo>
                  <a:lnTo>
                    <a:pt x="89279" y="0"/>
                  </a:lnTo>
                  <a:lnTo>
                    <a:pt x="89279" y="1169249"/>
                  </a:lnTo>
                  <a:lnTo>
                    <a:pt x="0" y="116924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28384" y="2443302"/>
              <a:ext cx="85090" cy="1702435"/>
            </a:xfrm>
            <a:custGeom>
              <a:avLst/>
              <a:gdLst/>
              <a:ahLst/>
              <a:cxnLst/>
              <a:rect l="l" t="t" r="r" b="b"/>
              <a:pathLst>
                <a:path w="85090" h="1702435">
                  <a:moveTo>
                    <a:pt x="84899" y="0"/>
                  </a:moveTo>
                  <a:lnTo>
                    <a:pt x="0" y="0"/>
                  </a:lnTo>
                  <a:lnTo>
                    <a:pt x="0" y="1702168"/>
                  </a:lnTo>
                  <a:lnTo>
                    <a:pt x="84899" y="1702168"/>
                  </a:lnTo>
                  <a:lnTo>
                    <a:pt x="84899" y="0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28384" y="2443302"/>
              <a:ext cx="85090" cy="1702435"/>
            </a:xfrm>
            <a:custGeom>
              <a:avLst/>
              <a:gdLst/>
              <a:ahLst/>
              <a:cxnLst/>
              <a:rect l="l" t="t" r="r" b="b"/>
              <a:pathLst>
                <a:path w="85090" h="1702435">
                  <a:moveTo>
                    <a:pt x="0" y="0"/>
                  </a:moveTo>
                  <a:lnTo>
                    <a:pt x="84895" y="0"/>
                  </a:lnTo>
                  <a:lnTo>
                    <a:pt x="84895" y="1702182"/>
                  </a:lnTo>
                  <a:lnTo>
                    <a:pt x="0" y="1702182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12988" y="2118867"/>
            <a:ext cx="4085590" cy="1706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092325" algn="ctr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latin typeface="DejaVu Sans Mono"/>
                <a:cs typeface="DejaVu Sans Mono"/>
              </a:rPr>
              <a:t>initialize()</a:t>
            </a:r>
            <a:endParaRPr sz="1500">
              <a:latin typeface="DejaVu Sans Mono"/>
              <a:cs typeface="DejaVu Sans Mon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DejaVu Sans Mono"/>
              <a:cs typeface="DejaVu Sans Mono"/>
            </a:endParaRPr>
          </a:p>
          <a:p>
            <a:pPr marR="2098040" algn="ctr">
              <a:lnSpc>
                <a:spcPct val="100000"/>
              </a:lnSpc>
            </a:pPr>
            <a:r>
              <a:rPr sz="1300" spc="-15" dirty="0">
                <a:latin typeface="DejaVu Sans Mono"/>
                <a:cs typeface="DejaVu Sans Mono"/>
              </a:rPr>
              <a:t>return</a:t>
            </a:r>
            <a:r>
              <a:rPr sz="1300" spc="-105" dirty="0">
                <a:latin typeface="DejaVu Sans Mono"/>
                <a:cs typeface="DejaVu Sans Mono"/>
              </a:rPr>
              <a:t> </a:t>
            </a:r>
            <a:r>
              <a:rPr sz="1300" spc="-15" dirty="0">
                <a:latin typeface="DejaVu Sans Mono"/>
                <a:cs typeface="DejaVu Sans Mono"/>
              </a:rPr>
              <a:t>studentNumber</a:t>
            </a:r>
            <a:endParaRPr sz="1300">
              <a:latin typeface="DejaVu Sans Mono"/>
              <a:cs typeface="DejaVu Sans Mono"/>
            </a:endParaRPr>
          </a:p>
          <a:p>
            <a:pPr marL="2606675" marR="5080" indent="208915">
              <a:lnSpc>
                <a:spcPts val="3960"/>
              </a:lnSpc>
              <a:spcBef>
                <a:spcPts val="505"/>
              </a:spcBef>
            </a:pPr>
            <a:r>
              <a:rPr sz="1300" spc="-15" dirty="0">
                <a:latin typeface="DejaVu Sans Mono"/>
                <a:cs typeface="DejaVu Sans Mono"/>
              </a:rPr>
              <a:t>selectDorm()  return</a:t>
            </a:r>
            <a:r>
              <a:rPr sz="1300" spc="-114" dirty="0">
                <a:latin typeface="DejaVu Sans Mono"/>
                <a:cs typeface="DejaVu Sans Mono"/>
              </a:rPr>
              <a:t> </a:t>
            </a:r>
            <a:r>
              <a:rPr sz="1300" spc="-15" dirty="0">
                <a:latin typeface="DejaVu Sans Mono"/>
                <a:cs typeface="DejaVu Sans Mono"/>
              </a:rPr>
              <a:t>dormRoom</a:t>
            </a:r>
            <a:endParaRPr sz="1300">
              <a:latin typeface="DejaVu Sans Mono"/>
              <a:cs typeface="DejaVu Sans Mon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31091" y="4908803"/>
            <a:ext cx="2077720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latin typeface="DejaVu Sans Mono"/>
                <a:cs typeface="DejaVu Sans Mono"/>
              </a:rPr>
              <a:t>selectProgram()</a:t>
            </a:r>
            <a:endParaRPr sz="1300">
              <a:latin typeface="DejaVu Sans Mono"/>
              <a:cs typeface="DejaVu Sans Mono"/>
            </a:endParaRPr>
          </a:p>
          <a:p>
            <a:pPr>
              <a:lnSpc>
                <a:spcPct val="100000"/>
              </a:lnSpc>
            </a:pPr>
            <a:endParaRPr sz="15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300" spc="-15" dirty="0">
                <a:latin typeface="DejaVu Sans Mono"/>
                <a:cs typeface="DejaVu Sans Mono"/>
              </a:rPr>
              <a:t>return</a:t>
            </a:r>
            <a:r>
              <a:rPr sz="1300" spc="-105" dirty="0">
                <a:latin typeface="DejaVu Sans Mono"/>
                <a:cs typeface="DejaVu Sans Mono"/>
              </a:rPr>
              <a:t> </a:t>
            </a:r>
            <a:r>
              <a:rPr sz="1300" spc="-15" dirty="0">
                <a:latin typeface="DejaVu Sans Mono"/>
                <a:cs typeface="DejaVu Sans Mono"/>
              </a:rPr>
              <a:t>programAdvisor</a:t>
            </a:r>
            <a:endParaRPr sz="1300">
              <a:latin typeface="DejaVu Sans Mono"/>
              <a:cs typeface="DejaVu Sans Mon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0986" y="6042659"/>
            <a:ext cx="16865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latin typeface="DejaVu Sans Mono"/>
                <a:cs typeface="DejaVu Sans Mono"/>
              </a:rPr>
              <a:t>studentComplete()</a:t>
            </a:r>
            <a:endParaRPr sz="1300">
              <a:latin typeface="DejaVu Sans Mono"/>
              <a:cs typeface="DejaVu Sans Mo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746516" y="2309685"/>
            <a:ext cx="7042784" cy="4104640"/>
          </a:xfrm>
          <a:custGeom>
            <a:avLst/>
            <a:gdLst/>
            <a:ahLst/>
            <a:cxnLst/>
            <a:rect l="l" t="t" r="r" b="b"/>
            <a:pathLst>
              <a:path w="7042784" h="4104640">
                <a:moveTo>
                  <a:pt x="201815" y="1591970"/>
                </a:moveTo>
                <a:lnTo>
                  <a:pt x="114896" y="1591970"/>
                </a:lnTo>
                <a:lnTo>
                  <a:pt x="171589" y="1558899"/>
                </a:lnTo>
                <a:lnTo>
                  <a:pt x="177584" y="1553565"/>
                </a:lnTo>
                <a:lnTo>
                  <a:pt x="180949" y="1546593"/>
                </a:lnTo>
                <a:lnTo>
                  <a:pt x="181457" y="1538859"/>
                </a:lnTo>
                <a:lnTo>
                  <a:pt x="178866" y="1531251"/>
                </a:lnTo>
                <a:lnTo>
                  <a:pt x="173520" y="1525270"/>
                </a:lnTo>
                <a:lnTo>
                  <a:pt x="166547" y="1521904"/>
                </a:lnTo>
                <a:lnTo>
                  <a:pt x="158813" y="1521396"/>
                </a:lnTo>
                <a:lnTo>
                  <a:pt x="151218" y="1523974"/>
                </a:lnTo>
                <a:lnTo>
                  <a:pt x="0" y="1612188"/>
                </a:lnTo>
                <a:lnTo>
                  <a:pt x="151218" y="1700403"/>
                </a:lnTo>
                <a:lnTo>
                  <a:pt x="158813" y="1703006"/>
                </a:lnTo>
                <a:lnTo>
                  <a:pt x="166547" y="1702498"/>
                </a:lnTo>
                <a:lnTo>
                  <a:pt x="173520" y="1699133"/>
                </a:lnTo>
                <a:lnTo>
                  <a:pt x="178866" y="1693125"/>
                </a:lnTo>
                <a:lnTo>
                  <a:pt x="181457" y="1685531"/>
                </a:lnTo>
                <a:lnTo>
                  <a:pt x="180949" y="1677797"/>
                </a:lnTo>
                <a:lnTo>
                  <a:pt x="177584" y="1670824"/>
                </a:lnTo>
                <a:lnTo>
                  <a:pt x="171589" y="1665478"/>
                </a:lnTo>
                <a:lnTo>
                  <a:pt x="114896" y="1632407"/>
                </a:lnTo>
                <a:lnTo>
                  <a:pt x="201815" y="1632407"/>
                </a:lnTo>
                <a:lnTo>
                  <a:pt x="201815" y="1591970"/>
                </a:lnTo>
                <a:close/>
              </a:path>
              <a:path w="7042784" h="4104640">
                <a:moveTo>
                  <a:pt x="228333" y="3440582"/>
                </a:moveTo>
                <a:lnTo>
                  <a:pt x="141401" y="3440582"/>
                </a:lnTo>
                <a:lnTo>
                  <a:pt x="198107" y="3407511"/>
                </a:lnTo>
                <a:lnTo>
                  <a:pt x="204089" y="3402177"/>
                </a:lnTo>
                <a:lnTo>
                  <a:pt x="207454" y="3395192"/>
                </a:lnTo>
                <a:lnTo>
                  <a:pt x="207962" y="3387471"/>
                </a:lnTo>
                <a:lnTo>
                  <a:pt x="205371" y="3379863"/>
                </a:lnTo>
                <a:lnTo>
                  <a:pt x="200025" y="3373869"/>
                </a:lnTo>
                <a:lnTo>
                  <a:pt x="193052" y="3370503"/>
                </a:lnTo>
                <a:lnTo>
                  <a:pt x="185318" y="3369995"/>
                </a:lnTo>
                <a:lnTo>
                  <a:pt x="177736" y="3372586"/>
                </a:lnTo>
                <a:lnTo>
                  <a:pt x="26517" y="3460788"/>
                </a:lnTo>
                <a:lnTo>
                  <a:pt x="177736" y="3549002"/>
                </a:lnTo>
                <a:lnTo>
                  <a:pt x="185318" y="3551605"/>
                </a:lnTo>
                <a:lnTo>
                  <a:pt x="193052" y="3551097"/>
                </a:lnTo>
                <a:lnTo>
                  <a:pt x="200025" y="3547732"/>
                </a:lnTo>
                <a:lnTo>
                  <a:pt x="205371" y="3541725"/>
                </a:lnTo>
                <a:lnTo>
                  <a:pt x="207962" y="3534143"/>
                </a:lnTo>
                <a:lnTo>
                  <a:pt x="207454" y="3526409"/>
                </a:lnTo>
                <a:lnTo>
                  <a:pt x="204089" y="3519436"/>
                </a:lnTo>
                <a:lnTo>
                  <a:pt x="198107" y="3514090"/>
                </a:lnTo>
                <a:lnTo>
                  <a:pt x="141389" y="3481006"/>
                </a:lnTo>
                <a:lnTo>
                  <a:pt x="228333" y="3481006"/>
                </a:lnTo>
                <a:lnTo>
                  <a:pt x="228333" y="3440582"/>
                </a:lnTo>
                <a:close/>
              </a:path>
              <a:path w="7042784" h="4104640">
                <a:moveTo>
                  <a:pt x="484809" y="1591970"/>
                </a:moveTo>
                <a:lnTo>
                  <a:pt x="323100" y="1591970"/>
                </a:lnTo>
                <a:lnTo>
                  <a:pt x="323100" y="1632407"/>
                </a:lnTo>
                <a:lnTo>
                  <a:pt x="484809" y="1632407"/>
                </a:lnTo>
                <a:lnTo>
                  <a:pt x="484809" y="1591970"/>
                </a:lnTo>
                <a:close/>
              </a:path>
              <a:path w="7042784" h="4104640">
                <a:moveTo>
                  <a:pt x="511327" y="3440582"/>
                </a:moveTo>
                <a:lnTo>
                  <a:pt x="349618" y="3440582"/>
                </a:lnTo>
                <a:lnTo>
                  <a:pt x="349618" y="3481006"/>
                </a:lnTo>
                <a:lnTo>
                  <a:pt x="511327" y="3481006"/>
                </a:lnTo>
                <a:lnTo>
                  <a:pt x="511327" y="3440582"/>
                </a:lnTo>
                <a:close/>
              </a:path>
              <a:path w="7042784" h="4104640">
                <a:moveTo>
                  <a:pt x="767816" y="1591970"/>
                </a:moveTo>
                <a:lnTo>
                  <a:pt x="606094" y="1591970"/>
                </a:lnTo>
                <a:lnTo>
                  <a:pt x="606094" y="1632407"/>
                </a:lnTo>
                <a:lnTo>
                  <a:pt x="767816" y="1632407"/>
                </a:lnTo>
                <a:lnTo>
                  <a:pt x="767816" y="1591970"/>
                </a:lnTo>
                <a:close/>
              </a:path>
              <a:path w="7042784" h="4104640">
                <a:moveTo>
                  <a:pt x="794334" y="3440582"/>
                </a:moveTo>
                <a:lnTo>
                  <a:pt x="632612" y="3440582"/>
                </a:lnTo>
                <a:lnTo>
                  <a:pt x="632612" y="3481006"/>
                </a:lnTo>
                <a:lnTo>
                  <a:pt x="794334" y="3481006"/>
                </a:lnTo>
                <a:lnTo>
                  <a:pt x="794334" y="3440582"/>
                </a:lnTo>
                <a:close/>
              </a:path>
              <a:path w="7042784" h="4104640">
                <a:moveTo>
                  <a:pt x="1050810" y="1591970"/>
                </a:moveTo>
                <a:lnTo>
                  <a:pt x="889101" y="1591970"/>
                </a:lnTo>
                <a:lnTo>
                  <a:pt x="889101" y="1632407"/>
                </a:lnTo>
                <a:lnTo>
                  <a:pt x="1050810" y="1632407"/>
                </a:lnTo>
                <a:lnTo>
                  <a:pt x="1050810" y="1591970"/>
                </a:lnTo>
                <a:close/>
              </a:path>
              <a:path w="7042784" h="4104640">
                <a:moveTo>
                  <a:pt x="1077328" y="3440582"/>
                </a:moveTo>
                <a:lnTo>
                  <a:pt x="915619" y="3440582"/>
                </a:lnTo>
                <a:lnTo>
                  <a:pt x="915619" y="3481006"/>
                </a:lnTo>
                <a:lnTo>
                  <a:pt x="1077328" y="3481006"/>
                </a:lnTo>
                <a:lnTo>
                  <a:pt x="1077328" y="3440582"/>
                </a:lnTo>
                <a:close/>
              </a:path>
              <a:path w="7042784" h="4104640">
                <a:moveTo>
                  <a:pt x="1333804" y="1591970"/>
                </a:moveTo>
                <a:lnTo>
                  <a:pt x="1172095" y="1591970"/>
                </a:lnTo>
                <a:lnTo>
                  <a:pt x="1172095" y="1632407"/>
                </a:lnTo>
                <a:lnTo>
                  <a:pt x="1333804" y="1632407"/>
                </a:lnTo>
                <a:lnTo>
                  <a:pt x="1333804" y="1591970"/>
                </a:lnTo>
                <a:close/>
              </a:path>
              <a:path w="7042784" h="4104640">
                <a:moveTo>
                  <a:pt x="1360322" y="3440582"/>
                </a:moveTo>
                <a:lnTo>
                  <a:pt x="1198613" y="3440582"/>
                </a:lnTo>
                <a:lnTo>
                  <a:pt x="1198613" y="3481006"/>
                </a:lnTo>
                <a:lnTo>
                  <a:pt x="1360322" y="3481006"/>
                </a:lnTo>
                <a:lnTo>
                  <a:pt x="1360322" y="3440582"/>
                </a:lnTo>
                <a:close/>
              </a:path>
              <a:path w="7042784" h="4104640">
                <a:moveTo>
                  <a:pt x="1616811" y="1591970"/>
                </a:moveTo>
                <a:lnTo>
                  <a:pt x="1455089" y="1591970"/>
                </a:lnTo>
                <a:lnTo>
                  <a:pt x="1455089" y="1632407"/>
                </a:lnTo>
                <a:lnTo>
                  <a:pt x="1616811" y="1632407"/>
                </a:lnTo>
                <a:lnTo>
                  <a:pt x="1616811" y="1591970"/>
                </a:lnTo>
                <a:close/>
              </a:path>
              <a:path w="7042784" h="4104640">
                <a:moveTo>
                  <a:pt x="1643329" y="3440582"/>
                </a:moveTo>
                <a:lnTo>
                  <a:pt x="1481607" y="3440582"/>
                </a:lnTo>
                <a:lnTo>
                  <a:pt x="1481607" y="3481006"/>
                </a:lnTo>
                <a:lnTo>
                  <a:pt x="1643329" y="3481006"/>
                </a:lnTo>
                <a:lnTo>
                  <a:pt x="1643329" y="3440582"/>
                </a:lnTo>
                <a:close/>
              </a:path>
              <a:path w="7042784" h="4104640">
                <a:moveTo>
                  <a:pt x="1899805" y="1591970"/>
                </a:moveTo>
                <a:lnTo>
                  <a:pt x="1738096" y="1591970"/>
                </a:lnTo>
                <a:lnTo>
                  <a:pt x="1738096" y="1632407"/>
                </a:lnTo>
                <a:lnTo>
                  <a:pt x="1899805" y="1632407"/>
                </a:lnTo>
                <a:lnTo>
                  <a:pt x="1899805" y="1591970"/>
                </a:lnTo>
                <a:close/>
              </a:path>
              <a:path w="7042784" h="4104640">
                <a:moveTo>
                  <a:pt x="1926323" y="3440582"/>
                </a:moveTo>
                <a:lnTo>
                  <a:pt x="1764614" y="3440582"/>
                </a:lnTo>
                <a:lnTo>
                  <a:pt x="1764614" y="3481006"/>
                </a:lnTo>
                <a:lnTo>
                  <a:pt x="1926323" y="3481006"/>
                </a:lnTo>
                <a:lnTo>
                  <a:pt x="1926323" y="3440582"/>
                </a:lnTo>
                <a:close/>
              </a:path>
              <a:path w="7042784" h="4104640">
                <a:moveTo>
                  <a:pt x="2182799" y="1591970"/>
                </a:moveTo>
                <a:lnTo>
                  <a:pt x="2021090" y="1591970"/>
                </a:lnTo>
                <a:lnTo>
                  <a:pt x="2021090" y="1632407"/>
                </a:lnTo>
                <a:lnTo>
                  <a:pt x="2182799" y="1632407"/>
                </a:lnTo>
                <a:lnTo>
                  <a:pt x="2182799" y="1591970"/>
                </a:lnTo>
                <a:close/>
              </a:path>
              <a:path w="7042784" h="4104640">
                <a:moveTo>
                  <a:pt x="2209317" y="3440582"/>
                </a:moveTo>
                <a:lnTo>
                  <a:pt x="2047608" y="3440582"/>
                </a:lnTo>
                <a:lnTo>
                  <a:pt x="2047608" y="3481006"/>
                </a:lnTo>
                <a:lnTo>
                  <a:pt x="2209317" y="3481006"/>
                </a:lnTo>
                <a:lnTo>
                  <a:pt x="2209317" y="3440582"/>
                </a:lnTo>
                <a:close/>
              </a:path>
              <a:path w="7042784" h="4104640">
                <a:moveTo>
                  <a:pt x="2279815" y="4003421"/>
                </a:moveTo>
                <a:lnTo>
                  <a:pt x="2239378" y="3983202"/>
                </a:lnTo>
                <a:lnTo>
                  <a:pt x="2077669" y="3902341"/>
                </a:lnTo>
                <a:lnTo>
                  <a:pt x="2142350" y="3983202"/>
                </a:lnTo>
                <a:lnTo>
                  <a:pt x="2070" y="3983202"/>
                </a:lnTo>
                <a:lnTo>
                  <a:pt x="2070" y="4023626"/>
                </a:lnTo>
                <a:lnTo>
                  <a:pt x="2142350" y="4023626"/>
                </a:lnTo>
                <a:lnTo>
                  <a:pt x="2077669" y="4104487"/>
                </a:lnTo>
                <a:lnTo>
                  <a:pt x="2239378" y="4023626"/>
                </a:lnTo>
                <a:lnTo>
                  <a:pt x="2279815" y="4003421"/>
                </a:lnTo>
                <a:close/>
              </a:path>
              <a:path w="7042784" h="4104640">
                <a:moveTo>
                  <a:pt x="2279815" y="101079"/>
                </a:moveTo>
                <a:lnTo>
                  <a:pt x="2239378" y="80860"/>
                </a:lnTo>
                <a:lnTo>
                  <a:pt x="2077669" y="0"/>
                </a:lnTo>
                <a:lnTo>
                  <a:pt x="2142350" y="80860"/>
                </a:lnTo>
                <a:lnTo>
                  <a:pt x="88" y="80860"/>
                </a:lnTo>
                <a:lnTo>
                  <a:pt x="88" y="121285"/>
                </a:lnTo>
                <a:lnTo>
                  <a:pt x="2142363" y="121285"/>
                </a:lnTo>
                <a:lnTo>
                  <a:pt x="2077669" y="202145"/>
                </a:lnTo>
                <a:lnTo>
                  <a:pt x="2239391" y="121285"/>
                </a:lnTo>
                <a:lnTo>
                  <a:pt x="2279815" y="101079"/>
                </a:lnTo>
                <a:close/>
              </a:path>
              <a:path w="7042784" h="4104640">
                <a:moveTo>
                  <a:pt x="2465806" y="1591983"/>
                </a:moveTo>
                <a:lnTo>
                  <a:pt x="2304084" y="1591983"/>
                </a:lnTo>
                <a:lnTo>
                  <a:pt x="2304084" y="1632407"/>
                </a:lnTo>
                <a:lnTo>
                  <a:pt x="2465806" y="1632407"/>
                </a:lnTo>
                <a:lnTo>
                  <a:pt x="2465806" y="1591983"/>
                </a:lnTo>
                <a:close/>
              </a:path>
              <a:path w="7042784" h="4104640">
                <a:moveTo>
                  <a:pt x="2492324" y="3440582"/>
                </a:moveTo>
                <a:lnTo>
                  <a:pt x="2330602" y="3440582"/>
                </a:lnTo>
                <a:lnTo>
                  <a:pt x="2330602" y="3481006"/>
                </a:lnTo>
                <a:lnTo>
                  <a:pt x="2492324" y="3481006"/>
                </a:lnTo>
                <a:lnTo>
                  <a:pt x="2492324" y="3440582"/>
                </a:lnTo>
                <a:close/>
              </a:path>
              <a:path w="7042784" h="4104640">
                <a:moveTo>
                  <a:pt x="2748800" y="1591983"/>
                </a:moveTo>
                <a:lnTo>
                  <a:pt x="2587091" y="1591983"/>
                </a:lnTo>
                <a:lnTo>
                  <a:pt x="2587091" y="1632407"/>
                </a:lnTo>
                <a:lnTo>
                  <a:pt x="2748800" y="1632407"/>
                </a:lnTo>
                <a:lnTo>
                  <a:pt x="2748800" y="1591983"/>
                </a:lnTo>
                <a:close/>
              </a:path>
              <a:path w="7042784" h="4104640">
                <a:moveTo>
                  <a:pt x="2775318" y="3440582"/>
                </a:moveTo>
                <a:lnTo>
                  <a:pt x="2613609" y="3440582"/>
                </a:lnTo>
                <a:lnTo>
                  <a:pt x="2613609" y="3481006"/>
                </a:lnTo>
                <a:lnTo>
                  <a:pt x="2775318" y="3481006"/>
                </a:lnTo>
                <a:lnTo>
                  <a:pt x="2775318" y="3440582"/>
                </a:lnTo>
                <a:close/>
              </a:path>
              <a:path w="7042784" h="4104640">
                <a:moveTo>
                  <a:pt x="3031794" y="1591983"/>
                </a:moveTo>
                <a:lnTo>
                  <a:pt x="2870085" y="1591983"/>
                </a:lnTo>
                <a:lnTo>
                  <a:pt x="2870085" y="1632407"/>
                </a:lnTo>
                <a:lnTo>
                  <a:pt x="3031794" y="1632407"/>
                </a:lnTo>
                <a:lnTo>
                  <a:pt x="3031794" y="1591983"/>
                </a:lnTo>
                <a:close/>
              </a:path>
              <a:path w="7042784" h="4104640">
                <a:moveTo>
                  <a:pt x="3058312" y="3440582"/>
                </a:moveTo>
                <a:lnTo>
                  <a:pt x="2896603" y="3440582"/>
                </a:lnTo>
                <a:lnTo>
                  <a:pt x="2896603" y="3481006"/>
                </a:lnTo>
                <a:lnTo>
                  <a:pt x="3058312" y="3481006"/>
                </a:lnTo>
                <a:lnTo>
                  <a:pt x="3058312" y="3440582"/>
                </a:lnTo>
                <a:close/>
              </a:path>
              <a:path w="7042784" h="4104640">
                <a:moveTo>
                  <a:pt x="3314801" y="1591983"/>
                </a:moveTo>
                <a:lnTo>
                  <a:pt x="3153079" y="1591983"/>
                </a:lnTo>
                <a:lnTo>
                  <a:pt x="3153079" y="1632407"/>
                </a:lnTo>
                <a:lnTo>
                  <a:pt x="3314801" y="1632407"/>
                </a:lnTo>
                <a:lnTo>
                  <a:pt x="3314801" y="1591983"/>
                </a:lnTo>
                <a:close/>
              </a:path>
              <a:path w="7042784" h="4104640">
                <a:moveTo>
                  <a:pt x="3341319" y="3440582"/>
                </a:moveTo>
                <a:lnTo>
                  <a:pt x="3179597" y="3440582"/>
                </a:lnTo>
                <a:lnTo>
                  <a:pt x="3179597" y="3481006"/>
                </a:lnTo>
                <a:lnTo>
                  <a:pt x="3341319" y="3481006"/>
                </a:lnTo>
                <a:lnTo>
                  <a:pt x="3341319" y="3440582"/>
                </a:lnTo>
                <a:close/>
              </a:path>
              <a:path w="7042784" h="4104640">
                <a:moveTo>
                  <a:pt x="3597795" y="1591983"/>
                </a:moveTo>
                <a:lnTo>
                  <a:pt x="3436086" y="1591983"/>
                </a:lnTo>
                <a:lnTo>
                  <a:pt x="3436086" y="1632407"/>
                </a:lnTo>
                <a:lnTo>
                  <a:pt x="3597795" y="1632407"/>
                </a:lnTo>
                <a:lnTo>
                  <a:pt x="3597795" y="1591983"/>
                </a:lnTo>
                <a:close/>
              </a:path>
              <a:path w="7042784" h="4104640">
                <a:moveTo>
                  <a:pt x="3624313" y="3440582"/>
                </a:moveTo>
                <a:lnTo>
                  <a:pt x="3462604" y="3440582"/>
                </a:lnTo>
                <a:lnTo>
                  <a:pt x="3462604" y="3481006"/>
                </a:lnTo>
                <a:lnTo>
                  <a:pt x="3624313" y="3481006"/>
                </a:lnTo>
                <a:lnTo>
                  <a:pt x="3624313" y="3440582"/>
                </a:lnTo>
                <a:close/>
              </a:path>
              <a:path w="7042784" h="4104640">
                <a:moveTo>
                  <a:pt x="3880789" y="1591983"/>
                </a:moveTo>
                <a:lnTo>
                  <a:pt x="3719080" y="1591983"/>
                </a:lnTo>
                <a:lnTo>
                  <a:pt x="3719080" y="1632407"/>
                </a:lnTo>
                <a:lnTo>
                  <a:pt x="3880789" y="1632407"/>
                </a:lnTo>
                <a:lnTo>
                  <a:pt x="3880789" y="1591983"/>
                </a:lnTo>
                <a:close/>
              </a:path>
              <a:path w="7042784" h="4104640">
                <a:moveTo>
                  <a:pt x="3907307" y="3440582"/>
                </a:moveTo>
                <a:lnTo>
                  <a:pt x="3745598" y="3440582"/>
                </a:lnTo>
                <a:lnTo>
                  <a:pt x="3745598" y="3481006"/>
                </a:lnTo>
                <a:lnTo>
                  <a:pt x="3907307" y="3481006"/>
                </a:lnTo>
                <a:lnTo>
                  <a:pt x="3907307" y="3440582"/>
                </a:lnTo>
                <a:close/>
              </a:path>
              <a:path w="7042784" h="4104640">
                <a:moveTo>
                  <a:pt x="4163796" y="1591983"/>
                </a:moveTo>
                <a:lnTo>
                  <a:pt x="4002087" y="1591983"/>
                </a:lnTo>
                <a:lnTo>
                  <a:pt x="4002087" y="1632407"/>
                </a:lnTo>
                <a:lnTo>
                  <a:pt x="4163796" y="1632407"/>
                </a:lnTo>
                <a:lnTo>
                  <a:pt x="4163796" y="1591983"/>
                </a:lnTo>
                <a:close/>
              </a:path>
              <a:path w="7042784" h="4104640">
                <a:moveTo>
                  <a:pt x="4190314" y="3440582"/>
                </a:moveTo>
                <a:lnTo>
                  <a:pt x="4028592" y="3440582"/>
                </a:lnTo>
                <a:lnTo>
                  <a:pt x="4028592" y="3481006"/>
                </a:lnTo>
                <a:lnTo>
                  <a:pt x="4190314" y="3481006"/>
                </a:lnTo>
                <a:lnTo>
                  <a:pt x="4190314" y="3440582"/>
                </a:lnTo>
                <a:close/>
              </a:path>
              <a:path w="7042784" h="4104640">
                <a:moveTo>
                  <a:pt x="4446790" y="1591983"/>
                </a:moveTo>
                <a:lnTo>
                  <a:pt x="4285081" y="1591983"/>
                </a:lnTo>
                <a:lnTo>
                  <a:pt x="4285081" y="1632407"/>
                </a:lnTo>
                <a:lnTo>
                  <a:pt x="4446790" y="1632407"/>
                </a:lnTo>
                <a:lnTo>
                  <a:pt x="4446790" y="1591983"/>
                </a:lnTo>
                <a:close/>
              </a:path>
              <a:path w="7042784" h="4104640">
                <a:moveTo>
                  <a:pt x="4473308" y="3440582"/>
                </a:moveTo>
                <a:lnTo>
                  <a:pt x="4311599" y="3440582"/>
                </a:lnTo>
                <a:lnTo>
                  <a:pt x="4311599" y="3481006"/>
                </a:lnTo>
                <a:lnTo>
                  <a:pt x="4473308" y="3481006"/>
                </a:lnTo>
                <a:lnTo>
                  <a:pt x="4473308" y="3440582"/>
                </a:lnTo>
                <a:close/>
              </a:path>
              <a:path w="7042784" h="4104640">
                <a:moveTo>
                  <a:pt x="4623143" y="1591983"/>
                </a:moveTo>
                <a:lnTo>
                  <a:pt x="4568075" y="1591983"/>
                </a:lnTo>
                <a:lnTo>
                  <a:pt x="4568075" y="1632407"/>
                </a:lnTo>
                <a:lnTo>
                  <a:pt x="4623143" y="1632407"/>
                </a:lnTo>
                <a:lnTo>
                  <a:pt x="4623143" y="1591983"/>
                </a:lnTo>
                <a:close/>
              </a:path>
              <a:path w="7042784" h="4104640">
                <a:moveTo>
                  <a:pt x="4681867" y="1059180"/>
                </a:moveTo>
                <a:lnTo>
                  <a:pt x="4641431" y="1038961"/>
                </a:lnTo>
                <a:lnTo>
                  <a:pt x="4479722" y="958100"/>
                </a:lnTo>
                <a:lnTo>
                  <a:pt x="4544403" y="1038961"/>
                </a:lnTo>
                <a:lnTo>
                  <a:pt x="88" y="1038961"/>
                </a:lnTo>
                <a:lnTo>
                  <a:pt x="88" y="1079385"/>
                </a:lnTo>
                <a:lnTo>
                  <a:pt x="4544415" y="1079385"/>
                </a:lnTo>
                <a:lnTo>
                  <a:pt x="4479722" y="1160246"/>
                </a:lnTo>
                <a:lnTo>
                  <a:pt x="4641443" y="1079385"/>
                </a:lnTo>
                <a:lnTo>
                  <a:pt x="4681867" y="1059180"/>
                </a:lnTo>
                <a:close/>
              </a:path>
              <a:path w="7042784" h="4104640">
                <a:moveTo>
                  <a:pt x="4756302" y="3440582"/>
                </a:moveTo>
                <a:lnTo>
                  <a:pt x="4594593" y="3440582"/>
                </a:lnTo>
                <a:lnTo>
                  <a:pt x="4594593" y="3481006"/>
                </a:lnTo>
                <a:lnTo>
                  <a:pt x="4756302" y="3481006"/>
                </a:lnTo>
                <a:lnTo>
                  <a:pt x="4756302" y="3440582"/>
                </a:lnTo>
                <a:close/>
              </a:path>
              <a:path w="7042784" h="4104640">
                <a:moveTo>
                  <a:pt x="5039309" y="3440582"/>
                </a:moveTo>
                <a:lnTo>
                  <a:pt x="4877574" y="3440582"/>
                </a:lnTo>
                <a:lnTo>
                  <a:pt x="4877574" y="3481006"/>
                </a:lnTo>
                <a:lnTo>
                  <a:pt x="5039309" y="3481006"/>
                </a:lnTo>
                <a:lnTo>
                  <a:pt x="5039309" y="3440582"/>
                </a:lnTo>
                <a:close/>
              </a:path>
              <a:path w="7042784" h="4104640">
                <a:moveTo>
                  <a:pt x="5322303" y="3440582"/>
                </a:moveTo>
                <a:lnTo>
                  <a:pt x="5160594" y="3440582"/>
                </a:lnTo>
                <a:lnTo>
                  <a:pt x="5160594" y="3481006"/>
                </a:lnTo>
                <a:lnTo>
                  <a:pt x="5322303" y="3481006"/>
                </a:lnTo>
                <a:lnTo>
                  <a:pt x="5322303" y="3440582"/>
                </a:lnTo>
                <a:close/>
              </a:path>
              <a:path w="7042784" h="4104640">
                <a:moveTo>
                  <a:pt x="5605297" y="3440582"/>
                </a:moveTo>
                <a:lnTo>
                  <a:pt x="5443588" y="3440582"/>
                </a:lnTo>
                <a:lnTo>
                  <a:pt x="5443588" y="3481006"/>
                </a:lnTo>
                <a:lnTo>
                  <a:pt x="5605297" y="3481006"/>
                </a:lnTo>
                <a:lnTo>
                  <a:pt x="5605297" y="3440582"/>
                </a:lnTo>
                <a:close/>
              </a:path>
              <a:path w="7042784" h="4104640">
                <a:moveTo>
                  <a:pt x="5888304" y="3440582"/>
                </a:moveTo>
                <a:lnTo>
                  <a:pt x="5726582" y="3440582"/>
                </a:lnTo>
                <a:lnTo>
                  <a:pt x="5726582" y="3481006"/>
                </a:lnTo>
                <a:lnTo>
                  <a:pt x="5888304" y="3481006"/>
                </a:lnTo>
                <a:lnTo>
                  <a:pt x="5888304" y="3440582"/>
                </a:lnTo>
                <a:close/>
              </a:path>
              <a:path w="7042784" h="4104640">
                <a:moveTo>
                  <a:pt x="6171298" y="3440582"/>
                </a:moveTo>
                <a:lnTo>
                  <a:pt x="6009589" y="3440582"/>
                </a:lnTo>
                <a:lnTo>
                  <a:pt x="6009589" y="3481006"/>
                </a:lnTo>
                <a:lnTo>
                  <a:pt x="6171298" y="3481006"/>
                </a:lnTo>
                <a:lnTo>
                  <a:pt x="6171298" y="3440582"/>
                </a:lnTo>
                <a:close/>
              </a:path>
              <a:path w="7042784" h="4104640">
                <a:moveTo>
                  <a:pt x="6454292" y="3440582"/>
                </a:moveTo>
                <a:lnTo>
                  <a:pt x="6292583" y="3440582"/>
                </a:lnTo>
                <a:lnTo>
                  <a:pt x="6292583" y="3481006"/>
                </a:lnTo>
                <a:lnTo>
                  <a:pt x="6454292" y="3481006"/>
                </a:lnTo>
                <a:lnTo>
                  <a:pt x="6454292" y="3440582"/>
                </a:lnTo>
                <a:close/>
              </a:path>
              <a:path w="7042784" h="4104640">
                <a:moveTo>
                  <a:pt x="6737299" y="3440582"/>
                </a:moveTo>
                <a:lnTo>
                  <a:pt x="6575577" y="3440582"/>
                </a:lnTo>
                <a:lnTo>
                  <a:pt x="6575577" y="3481006"/>
                </a:lnTo>
                <a:lnTo>
                  <a:pt x="6737299" y="3481006"/>
                </a:lnTo>
                <a:lnTo>
                  <a:pt x="6737299" y="3440582"/>
                </a:lnTo>
                <a:close/>
              </a:path>
              <a:path w="7042784" h="4104640">
                <a:moveTo>
                  <a:pt x="7020293" y="3440582"/>
                </a:moveTo>
                <a:lnTo>
                  <a:pt x="6858584" y="3440582"/>
                </a:lnTo>
                <a:lnTo>
                  <a:pt x="6858584" y="3481006"/>
                </a:lnTo>
                <a:lnTo>
                  <a:pt x="7020293" y="3481006"/>
                </a:lnTo>
                <a:lnTo>
                  <a:pt x="7020293" y="3440582"/>
                </a:lnTo>
                <a:close/>
              </a:path>
              <a:path w="7042784" h="4104640">
                <a:moveTo>
                  <a:pt x="7042772" y="2866733"/>
                </a:moveTo>
                <a:lnTo>
                  <a:pt x="7002373" y="2846527"/>
                </a:lnTo>
                <a:lnTo>
                  <a:pt x="6840664" y="2765666"/>
                </a:lnTo>
                <a:lnTo>
                  <a:pt x="6905345" y="2846527"/>
                </a:lnTo>
                <a:lnTo>
                  <a:pt x="2070" y="2846527"/>
                </a:lnTo>
                <a:lnTo>
                  <a:pt x="2070" y="2886951"/>
                </a:lnTo>
                <a:lnTo>
                  <a:pt x="6905358" y="2886951"/>
                </a:lnTo>
                <a:lnTo>
                  <a:pt x="6840664" y="2967812"/>
                </a:lnTo>
                <a:lnTo>
                  <a:pt x="7002386" y="2886951"/>
                </a:lnTo>
                <a:lnTo>
                  <a:pt x="7042772" y="28667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293" y="907802"/>
            <a:ext cx="415036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Class</a:t>
            </a:r>
            <a:r>
              <a:rPr spc="-75" dirty="0"/>
              <a:t> </a:t>
            </a:r>
            <a:r>
              <a:rPr spc="-20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3862" y="2586227"/>
            <a:ext cx="7054850" cy="3503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500" spc="15" dirty="0">
                <a:latin typeface="Arial"/>
                <a:cs typeface="Arial"/>
              </a:rPr>
              <a:t>OO </a:t>
            </a:r>
            <a:r>
              <a:rPr sz="2500" spc="20" dirty="0">
                <a:latin typeface="Arial"/>
                <a:cs typeface="Arial"/>
              </a:rPr>
              <a:t>methodologies </a:t>
            </a:r>
            <a:r>
              <a:rPr sz="2500" spc="15" dirty="0">
                <a:latin typeface="Arial"/>
                <a:cs typeface="Arial"/>
              </a:rPr>
              <a:t>work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discover</a:t>
            </a:r>
            <a:r>
              <a:rPr sz="2500" spc="10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classes,</a:t>
            </a:r>
            <a:endParaRPr sz="2500">
              <a:latin typeface="Arial"/>
              <a:cs typeface="Arial"/>
            </a:endParaRPr>
          </a:p>
          <a:p>
            <a:pPr marL="12700" marR="112395" algn="just">
              <a:lnSpc>
                <a:spcPct val="101600"/>
              </a:lnSpc>
              <a:spcBef>
                <a:spcPts val="45"/>
              </a:spcBef>
            </a:pPr>
            <a:r>
              <a:rPr sz="2500" spc="10" dirty="0">
                <a:latin typeface="Arial"/>
                <a:cs typeface="Arial"/>
              </a:rPr>
              <a:t>attributes, </a:t>
            </a:r>
            <a:r>
              <a:rPr sz="2500" spc="20" dirty="0">
                <a:latin typeface="Arial"/>
                <a:cs typeface="Arial"/>
              </a:rPr>
              <a:t>methods, </a:t>
            </a:r>
            <a:r>
              <a:rPr sz="2500" spc="15" dirty="0">
                <a:latin typeface="Arial"/>
                <a:cs typeface="Arial"/>
              </a:rPr>
              <a:t>and relationships </a:t>
            </a:r>
            <a:r>
              <a:rPr sz="2500" spc="20" dirty="0">
                <a:latin typeface="Arial"/>
                <a:cs typeface="Arial"/>
              </a:rPr>
              <a:t>between  </a:t>
            </a:r>
            <a:r>
              <a:rPr sz="2500" spc="15" dirty="0">
                <a:latin typeface="Arial"/>
                <a:cs typeface="Arial"/>
              </a:rPr>
              <a:t>classes, thus, one </a:t>
            </a:r>
            <a:r>
              <a:rPr sz="2500" spc="10" dirty="0">
                <a:latin typeface="Arial"/>
                <a:cs typeface="Arial"/>
              </a:rPr>
              <a:t>of the </a:t>
            </a:r>
            <a:r>
              <a:rPr sz="2500" spc="20" dirty="0">
                <a:latin typeface="Arial"/>
                <a:cs typeface="Arial"/>
              </a:rPr>
              <a:t>most </a:t>
            </a:r>
            <a:r>
              <a:rPr sz="2500" spc="15" dirty="0">
                <a:latin typeface="Arial"/>
                <a:cs typeface="Arial"/>
              </a:rPr>
              <a:t>important object-  oriented analysis </a:t>
            </a:r>
            <a:r>
              <a:rPr sz="2500" spc="10" dirty="0">
                <a:latin typeface="Arial"/>
                <a:cs typeface="Arial"/>
              </a:rPr>
              <a:t>tasks </a:t>
            </a:r>
            <a:r>
              <a:rPr sz="2500" spc="5" dirty="0">
                <a:latin typeface="Arial"/>
                <a:cs typeface="Arial"/>
              </a:rPr>
              <a:t>is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b="1" spc="10" dirty="0">
                <a:latin typeface="Arial"/>
                <a:cs typeface="Arial"/>
              </a:rPr>
              <a:t>define the</a:t>
            </a:r>
            <a:r>
              <a:rPr sz="2500" b="1" spc="195" dirty="0">
                <a:latin typeface="Arial"/>
                <a:cs typeface="Arial"/>
              </a:rPr>
              <a:t> </a:t>
            </a:r>
            <a:r>
              <a:rPr sz="2500" b="1" spc="15" dirty="0">
                <a:latin typeface="Arial"/>
                <a:cs typeface="Arial"/>
              </a:rPr>
              <a:t>classes.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02099"/>
              </a:lnSpc>
            </a:pPr>
            <a:r>
              <a:rPr sz="2500" spc="15" dirty="0">
                <a:latin typeface="Arial"/>
                <a:cs typeface="Arial"/>
              </a:rPr>
              <a:t>Class </a:t>
            </a:r>
            <a:r>
              <a:rPr sz="2500" spc="20" dirty="0">
                <a:latin typeface="Arial"/>
                <a:cs typeface="Arial"/>
              </a:rPr>
              <a:t>diagrams </a:t>
            </a:r>
            <a:r>
              <a:rPr sz="2500" spc="15" dirty="0">
                <a:latin typeface="Arial"/>
                <a:cs typeface="Arial"/>
              </a:rPr>
              <a:t>show </a:t>
            </a:r>
            <a:r>
              <a:rPr sz="2500" spc="10" dirty="0">
                <a:latin typeface="Arial"/>
                <a:cs typeface="Arial"/>
              </a:rPr>
              <a:t>the static </a:t>
            </a:r>
            <a:r>
              <a:rPr sz="2500" spc="15" dirty="0">
                <a:latin typeface="Arial"/>
                <a:cs typeface="Arial"/>
              </a:rPr>
              <a:t>features </a:t>
            </a:r>
            <a:r>
              <a:rPr sz="2500" spc="10" dirty="0">
                <a:latin typeface="Arial"/>
                <a:cs typeface="Arial"/>
              </a:rPr>
              <a:t>of the  </a:t>
            </a:r>
            <a:r>
              <a:rPr sz="2500" spc="15" dirty="0">
                <a:latin typeface="Arial"/>
                <a:cs typeface="Arial"/>
              </a:rPr>
              <a:t>system and also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15" dirty="0">
                <a:latin typeface="Arial"/>
                <a:cs typeface="Arial"/>
              </a:rPr>
              <a:t>relationships </a:t>
            </a:r>
            <a:r>
              <a:rPr sz="2500" spc="20" dirty="0">
                <a:latin typeface="Arial"/>
                <a:cs typeface="Arial"/>
              </a:rPr>
              <a:t>between  </a:t>
            </a:r>
            <a:r>
              <a:rPr sz="2500" spc="15" dirty="0">
                <a:latin typeface="Arial"/>
                <a:cs typeface="Arial"/>
              </a:rPr>
              <a:t>classes, </a:t>
            </a:r>
            <a:r>
              <a:rPr sz="2500" dirty="0">
                <a:latin typeface="Arial"/>
                <a:cs typeface="Arial"/>
              </a:rPr>
              <a:t>however, </a:t>
            </a:r>
            <a:r>
              <a:rPr sz="2500" spc="10" dirty="0">
                <a:latin typeface="Arial"/>
                <a:cs typeface="Arial"/>
              </a:rPr>
              <a:t>do </a:t>
            </a:r>
            <a:r>
              <a:rPr sz="2500" spc="15" dirty="0">
                <a:latin typeface="Arial"/>
                <a:cs typeface="Arial"/>
              </a:rPr>
              <a:t>not represent any particular  </a:t>
            </a:r>
            <a:r>
              <a:rPr sz="2500" spc="20" dirty="0">
                <a:latin typeface="Arial"/>
                <a:cs typeface="Arial"/>
              </a:rPr>
              <a:t>processing.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8518" y="1270596"/>
            <a:ext cx="2099945" cy="2340610"/>
            <a:chOff x="4148518" y="1270596"/>
            <a:chExt cx="2099945" cy="2340610"/>
          </a:xfrm>
        </p:grpSpPr>
        <p:sp>
          <p:nvSpPr>
            <p:cNvPr id="3" name="object 3"/>
            <p:cNvSpPr/>
            <p:nvPr/>
          </p:nvSpPr>
          <p:spPr>
            <a:xfrm>
              <a:off x="4154868" y="1276946"/>
              <a:ext cx="2086813" cy="23275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54868" y="1276946"/>
              <a:ext cx="2087245" cy="2327910"/>
            </a:xfrm>
            <a:custGeom>
              <a:avLst/>
              <a:gdLst/>
              <a:ahLst/>
              <a:cxnLst/>
              <a:rect l="l" t="t" r="r" b="b"/>
              <a:pathLst>
                <a:path w="2087245" h="2327910">
                  <a:moveTo>
                    <a:pt x="0" y="0"/>
                  </a:moveTo>
                  <a:lnTo>
                    <a:pt x="2086814" y="0"/>
                  </a:lnTo>
                  <a:lnTo>
                    <a:pt x="2086814" y="2327537"/>
                  </a:lnTo>
                  <a:lnTo>
                    <a:pt x="0" y="23275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11274" y="4618202"/>
            <a:ext cx="2181580" cy="23867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5296" y="4613719"/>
            <a:ext cx="2086813" cy="22816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758544" y="1240967"/>
            <a:ext cx="1872614" cy="3189605"/>
            <a:chOff x="7758544" y="1240967"/>
            <a:chExt cx="1872614" cy="3189605"/>
          </a:xfrm>
        </p:grpSpPr>
        <p:sp>
          <p:nvSpPr>
            <p:cNvPr id="8" name="object 8"/>
            <p:cNvSpPr/>
            <p:nvPr/>
          </p:nvSpPr>
          <p:spPr>
            <a:xfrm>
              <a:off x="7764894" y="1247318"/>
              <a:ext cx="1859699" cy="31764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4894" y="1247317"/>
              <a:ext cx="1859914" cy="3176905"/>
            </a:xfrm>
            <a:custGeom>
              <a:avLst/>
              <a:gdLst/>
              <a:ahLst/>
              <a:cxnLst/>
              <a:rect l="l" t="t" r="r" b="b"/>
              <a:pathLst>
                <a:path w="1859915" h="3176904">
                  <a:moveTo>
                    <a:pt x="0" y="0"/>
                  </a:moveTo>
                  <a:lnTo>
                    <a:pt x="1859704" y="0"/>
                  </a:lnTo>
                  <a:lnTo>
                    <a:pt x="1859704" y="3176501"/>
                  </a:lnTo>
                  <a:lnTo>
                    <a:pt x="0" y="317650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4164368" y="1289367"/>
            <a:ext cx="2087245" cy="371475"/>
          </a:xfrm>
          <a:custGeom>
            <a:avLst/>
            <a:gdLst/>
            <a:ahLst/>
            <a:cxnLst/>
            <a:rect l="l" t="t" r="r" b="b"/>
            <a:pathLst>
              <a:path w="2087245" h="371475">
                <a:moveTo>
                  <a:pt x="0" y="0"/>
                </a:moveTo>
                <a:lnTo>
                  <a:pt x="2086814" y="0"/>
                </a:lnTo>
                <a:lnTo>
                  <a:pt x="2086814" y="371191"/>
                </a:lnTo>
                <a:lnTo>
                  <a:pt x="0" y="371191"/>
                </a:lnTo>
                <a:lnTo>
                  <a:pt x="0" y="0"/>
                </a:lnTo>
                <a:close/>
              </a:path>
            </a:pathLst>
          </a:custGeom>
          <a:ln w="13476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59928" y="1260995"/>
            <a:ext cx="1864995" cy="371475"/>
          </a:xfrm>
          <a:custGeom>
            <a:avLst/>
            <a:gdLst/>
            <a:ahLst/>
            <a:cxnLst/>
            <a:rect l="l" t="t" r="r" b="b"/>
            <a:pathLst>
              <a:path w="1864995" h="371475">
                <a:moveTo>
                  <a:pt x="0" y="0"/>
                </a:moveTo>
                <a:lnTo>
                  <a:pt x="1864670" y="0"/>
                </a:lnTo>
                <a:lnTo>
                  <a:pt x="1864670" y="371191"/>
                </a:lnTo>
                <a:lnTo>
                  <a:pt x="0" y="371191"/>
                </a:lnTo>
                <a:lnTo>
                  <a:pt x="0" y="0"/>
                </a:lnTo>
                <a:close/>
              </a:path>
            </a:pathLst>
          </a:custGeom>
          <a:ln w="13476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1551" y="1314450"/>
            <a:ext cx="2086819" cy="1612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24813" y="1307711"/>
          <a:ext cx="2107565" cy="1626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91"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b="1" spc="-100" dirty="0">
                          <a:latin typeface="Trebuchet MS"/>
                          <a:cs typeface="Trebuchet MS"/>
                        </a:rPr>
                        <a:t>Department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41719C"/>
                      </a:solidFill>
                      <a:prstDash val="solid"/>
                    </a:lnL>
                    <a:lnR w="19050">
                      <a:solidFill>
                        <a:srgbClr val="41719C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63">
                <a:tc>
                  <a:txBody>
                    <a:bodyPr/>
                    <a:lstStyle/>
                    <a:p>
                      <a:pPr marL="119380">
                        <a:lnSpc>
                          <a:spcPts val="2030"/>
                        </a:lnSpc>
                        <a:spcBef>
                          <a:spcPts val="105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-departmentName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9380">
                        <a:lnSpc>
                          <a:spcPts val="2030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-departmentChair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17"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+addDepartment()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9380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+viewDepartment()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636784" y="180854"/>
            <a:ext cx="33909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Class</a:t>
            </a:r>
            <a:r>
              <a:rPr sz="3800" spc="-65" dirty="0"/>
              <a:t> </a:t>
            </a:r>
            <a:r>
              <a:rPr sz="3800" spc="5" dirty="0"/>
              <a:t>Diagram</a:t>
            </a:r>
            <a:endParaRPr sz="3800"/>
          </a:p>
        </p:txBody>
      </p:sp>
      <p:sp>
        <p:nvSpPr>
          <p:cNvPr id="15" name="object 15"/>
          <p:cNvSpPr/>
          <p:nvPr/>
        </p:nvSpPr>
        <p:spPr>
          <a:xfrm>
            <a:off x="1957273" y="882345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66162" y="1281605"/>
            <a:ext cx="2064385" cy="358140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3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900" b="1" spc="-114" dirty="0">
                <a:latin typeface="Trebuchet MS"/>
                <a:cs typeface="Trebuchet MS"/>
              </a:rPr>
              <a:t>Course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73920" y="1282234"/>
            <a:ext cx="1844039" cy="357505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2540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20"/>
              </a:spcBef>
            </a:pPr>
            <a:r>
              <a:rPr sz="1900" b="1" spc="-145" dirty="0">
                <a:latin typeface="Trebuchet MS"/>
                <a:cs typeface="Trebuchet MS"/>
              </a:rPr>
              <a:t>Textbook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1218" y="1657604"/>
            <a:ext cx="2074545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ts val="2014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-courseNumber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1989"/>
              </a:lnSpc>
            </a:pPr>
            <a:r>
              <a:rPr sz="1700" spc="-5" dirty="0">
                <a:latin typeface="Arial"/>
                <a:cs typeface="Arial"/>
              </a:rPr>
              <a:t>-courseDescription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05"/>
              </a:lnSpc>
            </a:pPr>
            <a:r>
              <a:rPr sz="1700" spc="-5" dirty="0">
                <a:latin typeface="Arial"/>
                <a:cs typeface="Arial"/>
              </a:rPr>
              <a:t>-numberOfCredits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30"/>
              </a:lnSpc>
            </a:pPr>
            <a:r>
              <a:rPr sz="1700" spc="-5" dirty="0">
                <a:latin typeface="Arial"/>
                <a:cs typeface="Arial"/>
              </a:rPr>
              <a:t>-departmentNumber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61218" y="2748788"/>
            <a:ext cx="207454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ts val="2014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+addCourse()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05"/>
              </a:lnSpc>
            </a:pPr>
            <a:r>
              <a:rPr sz="1700" spc="-5" dirty="0">
                <a:latin typeface="Arial"/>
                <a:cs typeface="Arial"/>
              </a:rPr>
              <a:t>+changeCourse()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30"/>
              </a:lnSpc>
            </a:pPr>
            <a:r>
              <a:rPr sz="1700" spc="-5" dirty="0">
                <a:latin typeface="Arial"/>
                <a:cs typeface="Arial"/>
              </a:rPr>
              <a:t>+findCourse()</a:t>
            </a:r>
            <a:endParaRPr sz="1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71244" y="1669796"/>
            <a:ext cx="1847214" cy="156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ts val="2014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-ISBN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05"/>
              </a:lnSpc>
            </a:pPr>
            <a:r>
              <a:rPr sz="1700" spc="-5" dirty="0">
                <a:latin typeface="Arial"/>
                <a:cs typeface="Arial"/>
              </a:rPr>
              <a:t>-author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05"/>
              </a:lnSpc>
            </a:pPr>
            <a:r>
              <a:rPr sz="1700" dirty="0">
                <a:latin typeface="Arial"/>
                <a:cs typeface="Arial"/>
              </a:rPr>
              <a:t>-title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14"/>
              </a:lnSpc>
            </a:pPr>
            <a:r>
              <a:rPr sz="1700" spc="-5" dirty="0">
                <a:latin typeface="Arial"/>
                <a:cs typeface="Arial"/>
              </a:rPr>
              <a:t>-edition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30"/>
              </a:lnSpc>
              <a:spcBef>
                <a:spcPts val="45"/>
              </a:spcBef>
            </a:pPr>
            <a:r>
              <a:rPr sz="1700" spc="-10" dirty="0">
                <a:latin typeface="Arial"/>
                <a:cs typeface="Arial"/>
              </a:rPr>
              <a:t>-publisher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30"/>
              </a:lnSpc>
            </a:pPr>
            <a:r>
              <a:rPr sz="1700" spc="-5" dirty="0">
                <a:latin typeface="Arial"/>
                <a:cs typeface="Arial"/>
              </a:rPr>
              <a:t>-required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1244" y="3269996"/>
            <a:ext cx="1847214" cy="1059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Arial"/>
                <a:cs typeface="Arial"/>
              </a:rPr>
              <a:t>+addText()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30"/>
              </a:lnSpc>
              <a:spcBef>
                <a:spcPts val="45"/>
              </a:spcBef>
            </a:pPr>
            <a:r>
              <a:rPr sz="1700" spc="-20" dirty="0">
                <a:latin typeface="Arial"/>
                <a:cs typeface="Arial"/>
              </a:rPr>
              <a:t>+changeText()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05"/>
              </a:lnSpc>
            </a:pPr>
            <a:r>
              <a:rPr sz="1700" spc="-20" dirty="0">
                <a:latin typeface="Arial"/>
                <a:cs typeface="Arial"/>
              </a:rPr>
              <a:t>+findText()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14"/>
              </a:lnSpc>
            </a:pPr>
            <a:r>
              <a:rPr sz="1700" spc="-20" dirty="0">
                <a:latin typeface="Arial"/>
                <a:cs typeface="Arial"/>
              </a:rPr>
              <a:t>+removeText()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54868" y="2776562"/>
            <a:ext cx="2087245" cy="0"/>
          </a:xfrm>
          <a:custGeom>
            <a:avLst/>
            <a:gdLst/>
            <a:ahLst/>
            <a:cxnLst/>
            <a:rect l="l" t="t" r="r" b="b"/>
            <a:pathLst>
              <a:path w="2087245">
                <a:moveTo>
                  <a:pt x="0" y="0"/>
                </a:moveTo>
                <a:lnTo>
                  <a:pt x="2086814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574739" y="4600440"/>
          <a:ext cx="2118995" cy="230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115">
                <a:tc>
                  <a:txBody>
                    <a:bodyPr/>
                    <a:lstStyle/>
                    <a:p>
                      <a:pPr marR="110489" algn="ctr">
                        <a:lnSpc>
                          <a:spcPts val="2185"/>
                        </a:lnSpc>
                      </a:pPr>
                      <a:r>
                        <a:rPr sz="1900" b="1" spc="-135" dirty="0">
                          <a:latin typeface="Trebuchet MS"/>
                          <a:cs typeface="Trebuchet MS"/>
                        </a:rPr>
                        <a:t>Exam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>
                      <a:solidFill>
                        <a:srgbClr val="41719C"/>
                      </a:solidFill>
                      <a:prstDash val="solid"/>
                    </a:lnL>
                    <a:lnR w="28575">
                      <a:solidFill>
                        <a:srgbClr val="41719C"/>
                      </a:solidFill>
                      <a:prstDash val="solid"/>
                    </a:lnR>
                    <a:lnT w="28575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8999">
                <a:tc>
                  <a:txBody>
                    <a:bodyPr/>
                    <a:lstStyle/>
                    <a:p>
                      <a:pPr marL="278765">
                        <a:lnSpc>
                          <a:spcPts val="169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-examNumber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78765">
                        <a:lnSpc>
                          <a:spcPts val="20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-examName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78765">
                        <a:lnSpc>
                          <a:spcPts val="20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-examPoints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78765">
                        <a:lnSpc>
                          <a:spcPts val="2014"/>
                        </a:lnSpc>
                      </a:pPr>
                      <a:r>
                        <a:rPr sz="1700" spc="-15" dirty="0">
                          <a:latin typeface="Arial"/>
                          <a:cs typeface="Arial"/>
                        </a:rPr>
                        <a:t>-examVersion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994">
                <a:tc>
                  <a:txBody>
                    <a:bodyPr/>
                    <a:lstStyle/>
                    <a:p>
                      <a:pPr marL="278765">
                        <a:lnSpc>
                          <a:spcPts val="2030"/>
                        </a:lnSpc>
                        <a:spcBef>
                          <a:spcPts val="10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+addExam()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78765">
                        <a:lnSpc>
                          <a:spcPts val="20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+changeExam()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78765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+findExam()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7763484" y="3265563"/>
            <a:ext cx="1861185" cy="0"/>
          </a:xfrm>
          <a:custGeom>
            <a:avLst/>
            <a:gdLst/>
            <a:ahLst/>
            <a:cxnLst/>
            <a:rect l="l" t="t" r="r" b="b"/>
            <a:pathLst>
              <a:path w="1861184">
                <a:moveTo>
                  <a:pt x="0" y="0"/>
                </a:moveTo>
                <a:lnTo>
                  <a:pt x="1861104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2810706" y="2009298"/>
            <a:ext cx="1333500" cy="345440"/>
            <a:chOff x="2810706" y="2009298"/>
            <a:chExt cx="1333500" cy="345440"/>
          </a:xfrm>
        </p:grpSpPr>
        <p:sp>
          <p:nvSpPr>
            <p:cNvPr id="26" name="object 26"/>
            <p:cNvSpPr/>
            <p:nvPr/>
          </p:nvSpPr>
          <p:spPr>
            <a:xfrm>
              <a:off x="2841028" y="2039619"/>
              <a:ext cx="403860" cy="285115"/>
            </a:xfrm>
            <a:custGeom>
              <a:avLst/>
              <a:gdLst/>
              <a:ahLst/>
              <a:cxnLst/>
              <a:rect l="l" t="t" r="r" b="b"/>
              <a:pathLst>
                <a:path w="403860" h="285114">
                  <a:moveTo>
                    <a:pt x="0" y="142314"/>
                  </a:moveTo>
                  <a:lnTo>
                    <a:pt x="201924" y="0"/>
                  </a:lnTo>
                  <a:lnTo>
                    <a:pt x="403847" y="142314"/>
                  </a:lnTo>
                  <a:lnTo>
                    <a:pt x="201924" y="284627"/>
                  </a:lnTo>
                  <a:lnTo>
                    <a:pt x="0" y="142314"/>
                  </a:lnTo>
                  <a:close/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4875" y="2181935"/>
              <a:ext cx="899160" cy="0"/>
            </a:xfrm>
            <a:custGeom>
              <a:avLst/>
              <a:gdLst/>
              <a:ahLst/>
              <a:cxnLst/>
              <a:rect l="l" t="t" r="r" b="b"/>
              <a:pathLst>
                <a:path w="899160">
                  <a:moveTo>
                    <a:pt x="0" y="1"/>
                  </a:moveTo>
                  <a:lnTo>
                    <a:pt x="898912" y="0"/>
                  </a:lnTo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420691" y="3604304"/>
            <a:ext cx="345440" cy="464820"/>
            <a:chOff x="4420691" y="3604304"/>
            <a:chExt cx="345440" cy="464820"/>
          </a:xfrm>
        </p:grpSpPr>
        <p:sp>
          <p:nvSpPr>
            <p:cNvPr id="29" name="object 29"/>
            <p:cNvSpPr/>
            <p:nvPr/>
          </p:nvSpPr>
          <p:spPr>
            <a:xfrm>
              <a:off x="4451007" y="3634625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16" y="0"/>
                  </a:moveTo>
                  <a:lnTo>
                    <a:pt x="0" y="201929"/>
                  </a:lnTo>
                  <a:lnTo>
                    <a:pt x="142316" y="403847"/>
                  </a:lnTo>
                  <a:lnTo>
                    <a:pt x="284632" y="201929"/>
                  </a:lnTo>
                  <a:lnTo>
                    <a:pt x="1423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51012" y="3634625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13" y="0"/>
                  </a:moveTo>
                  <a:lnTo>
                    <a:pt x="284627" y="201924"/>
                  </a:lnTo>
                  <a:lnTo>
                    <a:pt x="142313" y="403847"/>
                  </a:lnTo>
                  <a:lnTo>
                    <a:pt x="0" y="201924"/>
                  </a:lnTo>
                  <a:lnTo>
                    <a:pt x="142313" y="0"/>
                  </a:lnTo>
                  <a:close/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082030" y="3602475"/>
            <a:ext cx="518795" cy="989330"/>
            <a:chOff x="5082030" y="3602475"/>
            <a:chExt cx="518795" cy="989330"/>
          </a:xfrm>
        </p:grpSpPr>
        <p:sp>
          <p:nvSpPr>
            <p:cNvPr id="32" name="object 32"/>
            <p:cNvSpPr/>
            <p:nvPr/>
          </p:nvSpPr>
          <p:spPr>
            <a:xfrm>
              <a:off x="5112359" y="3632796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03" y="0"/>
                  </a:moveTo>
                  <a:lnTo>
                    <a:pt x="0" y="201917"/>
                  </a:lnTo>
                  <a:lnTo>
                    <a:pt x="142303" y="403847"/>
                  </a:lnTo>
                  <a:lnTo>
                    <a:pt x="284619" y="201917"/>
                  </a:lnTo>
                  <a:lnTo>
                    <a:pt x="14230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12352" y="3632796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13" y="0"/>
                  </a:moveTo>
                  <a:lnTo>
                    <a:pt x="284627" y="201924"/>
                  </a:lnTo>
                  <a:lnTo>
                    <a:pt x="142313" y="403847"/>
                  </a:lnTo>
                  <a:lnTo>
                    <a:pt x="0" y="201924"/>
                  </a:lnTo>
                  <a:lnTo>
                    <a:pt x="142313" y="0"/>
                  </a:lnTo>
                  <a:close/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54663" y="4036644"/>
              <a:ext cx="315595" cy="524510"/>
            </a:xfrm>
            <a:custGeom>
              <a:avLst/>
              <a:gdLst/>
              <a:ahLst/>
              <a:cxnLst/>
              <a:rect l="l" t="t" r="r" b="b"/>
              <a:pathLst>
                <a:path w="315595" h="524510">
                  <a:moveTo>
                    <a:pt x="0" y="0"/>
                  </a:moveTo>
                  <a:lnTo>
                    <a:pt x="0" y="262251"/>
                  </a:lnTo>
                  <a:lnTo>
                    <a:pt x="315233" y="262251"/>
                  </a:lnTo>
                  <a:lnTo>
                    <a:pt x="315233" y="524503"/>
                  </a:lnTo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1580953" y="4038472"/>
          <a:ext cx="3073400" cy="2973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861">
                <a:tc gridSpan="3">
                  <a:txBody>
                    <a:bodyPr/>
                    <a:lstStyle/>
                    <a:p>
                      <a:pPr marL="1399540">
                        <a:lnSpc>
                          <a:spcPts val="1814"/>
                        </a:lnSpc>
                      </a:pPr>
                      <a:r>
                        <a:rPr sz="1900" spc="-70" dirty="0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sz="1900" spc="-90" dirty="0"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900" spc="-85" dirty="0">
                          <a:latin typeface="Trebuchet MS"/>
                          <a:cs typeface="Trebuchet MS"/>
                        </a:rPr>
                        <a:t>part</a:t>
                      </a:r>
                      <a:r>
                        <a:rPr sz="1900" spc="-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spc="-70" dirty="0">
                          <a:latin typeface="Trebuchet MS"/>
                          <a:cs typeface="Trebuchet MS"/>
                        </a:rPr>
                        <a:t>of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76200">
                      <a:solidFill>
                        <a:srgbClr val="FF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4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41719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92430">
                        <a:lnSpc>
                          <a:spcPts val="2165"/>
                        </a:lnSpc>
                      </a:pPr>
                      <a:r>
                        <a:rPr sz="1900" spc="-75" dirty="0">
                          <a:latin typeface="Trebuchet MS"/>
                          <a:cs typeface="Trebuchet MS"/>
                        </a:rPr>
                        <a:t>consist</a:t>
                      </a:r>
                      <a:r>
                        <a:rPr sz="19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spc="-70" dirty="0">
                          <a:latin typeface="Trebuchet MS"/>
                          <a:cs typeface="Trebuchet MS"/>
                        </a:rPr>
                        <a:t>of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olid"/>
                    </a:lnL>
                    <a:lnT w="762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44">
                <a:tc gridSpan="2"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900" b="1" spc="-90" dirty="0">
                          <a:latin typeface="Trebuchet MS"/>
                          <a:cs typeface="Trebuchet MS"/>
                        </a:rPr>
                        <a:t>Assignment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41719C"/>
                      </a:solidFill>
                      <a:prstDash val="solid"/>
                    </a:lnL>
                    <a:lnR w="19050">
                      <a:solidFill>
                        <a:srgbClr val="41719C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163">
                <a:tc gridSpan="2">
                  <a:txBody>
                    <a:bodyPr/>
                    <a:lstStyle/>
                    <a:p>
                      <a:pPr marL="24130">
                        <a:lnSpc>
                          <a:spcPts val="2014"/>
                        </a:lnSpc>
                        <a:spcBef>
                          <a:spcPts val="490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-assignmentNumber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1989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-assignmentDesc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-assignmentPoints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880">
                <a:tc gridSpan="2">
                  <a:txBody>
                    <a:bodyPr/>
                    <a:lstStyle/>
                    <a:p>
                      <a:pPr marL="24130">
                        <a:lnSpc>
                          <a:spcPts val="18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-assignmentDueDate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319">
                <a:tc gridSpan="2">
                  <a:txBody>
                    <a:bodyPr/>
                    <a:lstStyle/>
                    <a:p>
                      <a:pPr marL="24130">
                        <a:lnSpc>
                          <a:spcPts val="20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+addAssignment()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+changeAssignment()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718">
                <a:tc gridSpan="2">
                  <a:txBody>
                    <a:bodyPr/>
                    <a:lstStyle/>
                    <a:p>
                      <a:pPr marL="24130">
                        <a:lnSpc>
                          <a:spcPts val="18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+viewAssignment()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object 36"/>
          <p:cNvSpPr/>
          <p:nvPr/>
        </p:nvSpPr>
        <p:spPr>
          <a:xfrm>
            <a:off x="6267246" y="1897810"/>
            <a:ext cx="1492885" cy="0"/>
          </a:xfrm>
          <a:custGeom>
            <a:avLst/>
            <a:gdLst/>
            <a:ahLst/>
            <a:cxnLst/>
            <a:rect l="l" t="t" r="r" b="b"/>
            <a:pathLst>
              <a:path w="1492884">
                <a:moveTo>
                  <a:pt x="0" y="1"/>
                </a:moveTo>
                <a:lnTo>
                  <a:pt x="1492686" y="0"/>
                </a:lnTo>
              </a:path>
            </a:pathLst>
          </a:custGeom>
          <a:ln w="6064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45021" y="1452372"/>
            <a:ext cx="1479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5" dirty="0">
                <a:latin typeface="Trebuchet MS"/>
                <a:cs typeface="Trebuchet MS"/>
              </a:rPr>
              <a:t>1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66000" y="1455419"/>
            <a:ext cx="5467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5" dirty="0">
                <a:latin typeface="Trebuchet MS"/>
                <a:cs typeface="Trebuchet MS"/>
              </a:rPr>
              <a:t>1 </a:t>
            </a:r>
            <a:r>
              <a:rPr sz="1900" spc="-85" dirty="0">
                <a:latin typeface="Trebuchet MS"/>
                <a:cs typeface="Trebuchet MS"/>
              </a:rPr>
              <a:t>…</a:t>
            </a:r>
            <a:r>
              <a:rPr sz="1900" spc="-315" dirty="0">
                <a:latin typeface="Trebuchet MS"/>
                <a:cs typeface="Trebuchet MS"/>
              </a:rPr>
              <a:t> </a:t>
            </a:r>
            <a:r>
              <a:rPr sz="1900" spc="245" dirty="0">
                <a:latin typeface="Trebuchet MS"/>
                <a:cs typeface="Trebuchet MS"/>
              </a:rPr>
              <a:t>*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10991" y="1815083"/>
            <a:ext cx="5353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latin typeface="Trebuchet MS"/>
                <a:cs typeface="Trebuchet MS"/>
              </a:rPr>
              <a:t>has</a:t>
            </a:r>
            <a:r>
              <a:rPr sz="1900" spc="-22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99447" y="2217419"/>
            <a:ext cx="6838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0" dirty="0">
                <a:latin typeface="Trebuchet MS"/>
                <a:cs typeface="Trebuchet MS"/>
              </a:rPr>
              <a:t>is </a:t>
            </a:r>
            <a:r>
              <a:rPr sz="1900" spc="-85" dirty="0">
                <a:latin typeface="Trebuchet MS"/>
                <a:cs typeface="Trebuchet MS"/>
              </a:rPr>
              <a:t>for</a:t>
            </a:r>
            <a:r>
              <a:rPr sz="1900" spc="-28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293" y="907802"/>
            <a:ext cx="415036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Class</a:t>
            </a:r>
            <a:r>
              <a:rPr spc="-75" dirty="0"/>
              <a:t> </a:t>
            </a:r>
            <a:r>
              <a:rPr spc="-20"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3862" y="2572511"/>
            <a:ext cx="3567429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Arial"/>
                <a:cs typeface="Arial"/>
              </a:rPr>
              <a:t>4 </a:t>
            </a:r>
            <a:r>
              <a:rPr sz="3400" spc="-10" dirty="0">
                <a:latin typeface="Arial"/>
                <a:cs typeface="Arial"/>
              </a:rPr>
              <a:t>types </a:t>
            </a:r>
            <a:r>
              <a:rPr sz="3400" spc="-5" dirty="0">
                <a:latin typeface="Arial"/>
                <a:cs typeface="Arial"/>
              </a:rPr>
              <a:t>of</a:t>
            </a:r>
            <a:r>
              <a:rPr sz="3400" spc="-70" dirty="0">
                <a:latin typeface="Arial"/>
                <a:cs typeface="Arial"/>
              </a:rPr>
              <a:t> </a:t>
            </a:r>
            <a:r>
              <a:rPr sz="3400" spc="-10" dirty="0">
                <a:latin typeface="Arial"/>
                <a:cs typeface="Arial"/>
              </a:rPr>
              <a:t>classes: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 indent="-363855">
              <a:lnSpc>
                <a:spcPts val="3550"/>
              </a:lnSpc>
              <a:spcBef>
                <a:spcPts val="100"/>
              </a:spcBef>
              <a:buChar char="•"/>
              <a:tabLst>
                <a:tab pos="375920" algn="l"/>
                <a:tab pos="376555" algn="l"/>
              </a:tabLst>
            </a:pPr>
            <a:r>
              <a:rPr sz="3000" spc="-15" dirty="0"/>
              <a:t>Entity class </a:t>
            </a:r>
            <a:r>
              <a:rPr sz="3000" dirty="0"/>
              <a:t>– </a:t>
            </a:r>
            <a:r>
              <a:rPr dirty="0"/>
              <a:t>represents real-world</a:t>
            </a:r>
            <a:r>
              <a:rPr spc="-50" dirty="0"/>
              <a:t> </a:t>
            </a:r>
            <a:r>
              <a:rPr dirty="0"/>
              <a:t>items</a:t>
            </a:r>
            <a:endParaRPr sz="3000"/>
          </a:p>
          <a:p>
            <a:pPr marL="376555" indent="-363855">
              <a:lnSpc>
                <a:spcPts val="3550"/>
              </a:lnSpc>
              <a:buChar char="•"/>
              <a:tabLst>
                <a:tab pos="375920" algn="l"/>
                <a:tab pos="376555" algn="l"/>
              </a:tabLst>
            </a:pPr>
            <a:r>
              <a:rPr sz="3000" spc="-15" dirty="0"/>
              <a:t>Boundary </a:t>
            </a:r>
            <a:r>
              <a:rPr sz="3000" spc="-10" dirty="0"/>
              <a:t>or </a:t>
            </a:r>
            <a:r>
              <a:rPr sz="3000" spc="-15" dirty="0"/>
              <a:t>interface classes </a:t>
            </a:r>
            <a:r>
              <a:rPr sz="3000" dirty="0"/>
              <a:t>– </a:t>
            </a:r>
            <a:r>
              <a:rPr dirty="0"/>
              <a:t>provide</a:t>
            </a:r>
            <a:r>
              <a:rPr spc="-100" dirty="0"/>
              <a:t> </a:t>
            </a:r>
            <a:r>
              <a:rPr dirty="0"/>
              <a:t>a</a:t>
            </a:r>
            <a:endParaRPr sz="3000"/>
          </a:p>
          <a:p>
            <a:pPr marL="376555">
              <a:lnSpc>
                <a:spcPts val="2245"/>
              </a:lnSpc>
              <a:spcBef>
                <a:spcPts val="90"/>
              </a:spcBef>
            </a:pPr>
            <a:r>
              <a:rPr dirty="0"/>
              <a:t>means for users to work with the</a:t>
            </a:r>
            <a:r>
              <a:rPr spc="15" dirty="0"/>
              <a:t> </a:t>
            </a:r>
            <a:r>
              <a:rPr dirty="0"/>
              <a:t>system</a:t>
            </a:r>
          </a:p>
          <a:p>
            <a:pPr marL="376555" indent="-363855">
              <a:lnSpc>
                <a:spcPts val="3565"/>
              </a:lnSpc>
              <a:buChar char="•"/>
              <a:tabLst>
                <a:tab pos="375920" algn="l"/>
                <a:tab pos="376555" algn="l"/>
              </a:tabLst>
            </a:pPr>
            <a:r>
              <a:rPr sz="3000" spc="-15" dirty="0"/>
              <a:t>Abstract classes </a:t>
            </a:r>
            <a:r>
              <a:rPr sz="3000" dirty="0"/>
              <a:t>– </a:t>
            </a:r>
            <a:r>
              <a:rPr dirty="0"/>
              <a:t>cannot be directly</a:t>
            </a:r>
            <a:r>
              <a:rPr spc="-105" dirty="0"/>
              <a:t> </a:t>
            </a:r>
            <a:r>
              <a:rPr dirty="0"/>
              <a:t>instantiated,</a:t>
            </a:r>
            <a:endParaRPr sz="3000"/>
          </a:p>
          <a:p>
            <a:pPr marL="376555" marR="237490">
              <a:lnSpc>
                <a:spcPts val="2300"/>
              </a:lnSpc>
              <a:spcBef>
                <a:spcPts val="60"/>
              </a:spcBef>
            </a:pPr>
            <a:r>
              <a:rPr dirty="0"/>
              <a:t>linked to concrete classes in a generalization/specification  relationships</a:t>
            </a:r>
          </a:p>
          <a:p>
            <a:pPr marL="376555" indent="-363855">
              <a:lnSpc>
                <a:spcPts val="3440"/>
              </a:lnSpc>
              <a:buChar char="•"/>
              <a:tabLst>
                <a:tab pos="375920" algn="l"/>
                <a:tab pos="376555" algn="l"/>
              </a:tabLst>
            </a:pPr>
            <a:r>
              <a:rPr sz="3000" spc="-15" dirty="0"/>
              <a:t>Control classes </a:t>
            </a:r>
            <a:r>
              <a:rPr sz="3000" dirty="0"/>
              <a:t>– </a:t>
            </a:r>
            <a:r>
              <a:rPr dirty="0"/>
              <a:t>used to control the flow</a:t>
            </a:r>
            <a:r>
              <a:rPr spc="-35" dirty="0"/>
              <a:t> </a:t>
            </a:r>
            <a:r>
              <a:rPr dirty="0"/>
              <a:t>of</a:t>
            </a:r>
            <a:endParaRPr sz="3000"/>
          </a:p>
          <a:p>
            <a:pPr marL="376555">
              <a:lnSpc>
                <a:spcPts val="2265"/>
              </a:lnSpc>
            </a:pPr>
            <a:r>
              <a:rPr dirty="0"/>
              <a:t>activities. Useful to create reusable</a:t>
            </a:r>
            <a:r>
              <a:rPr spc="5" dirty="0"/>
              <a:t> </a:t>
            </a:r>
            <a:r>
              <a:rPr dirty="0"/>
              <a:t>classes.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700" y="1781048"/>
            <a:ext cx="61150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5" dirty="0"/>
              <a:t>Enhanced Class</a:t>
            </a:r>
            <a:r>
              <a:rPr sz="3800" spc="-40" dirty="0"/>
              <a:t> </a:t>
            </a:r>
            <a:r>
              <a:rPr sz="3800" spc="5" dirty="0"/>
              <a:t>Diagrams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2151799" y="2625178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3862" y="3363976"/>
            <a:ext cx="6864984" cy="138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100"/>
              </a:spcBef>
              <a:buChar char="•"/>
              <a:tabLst>
                <a:tab pos="375920" algn="l"/>
                <a:tab pos="376555" algn="l"/>
              </a:tabLst>
            </a:pPr>
            <a:r>
              <a:rPr sz="3000" spc="-15" dirty="0">
                <a:latin typeface="Arial"/>
                <a:cs typeface="Arial"/>
              </a:rPr>
              <a:t>Associations</a:t>
            </a:r>
            <a:endParaRPr sz="3000">
              <a:latin typeface="Arial"/>
              <a:cs typeface="Arial"/>
            </a:endParaRPr>
          </a:p>
          <a:p>
            <a:pPr marL="376555" indent="-363855">
              <a:lnSpc>
                <a:spcPts val="3550"/>
              </a:lnSpc>
              <a:buChar char="•"/>
              <a:tabLst>
                <a:tab pos="375920" algn="l"/>
                <a:tab pos="376555" algn="l"/>
              </a:tabLst>
            </a:pPr>
            <a:r>
              <a:rPr sz="3000" spc="-15" dirty="0">
                <a:latin typeface="Arial"/>
                <a:cs typeface="Arial"/>
              </a:rPr>
              <a:t>Whole/part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relationships</a:t>
            </a:r>
            <a:endParaRPr sz="3000">
              <a:latin typeface="Arial"/>
              <a:cs typeface="Arial"/>
            </a:endParaRPr>
          </a:p>
          <a:p>
            <a:pPr marL="376555" indent="-363855">
              <a:lnSpc>
                <a:spcPts val="3550"/>
              </a:lnSpc>
              <a:buChar char="•"/>
              <a:tabLst>
                <a:tab pos="375920" algn="l"/>
                <a:tab pos="376555" algn="l"/>
              </a:tabLst>
            </a:pPr>
            <a:r>
              <a:rPr sz="3000" spc="-15" dirty="0">
                <a:latin typeface="Arial"/>
                <a:cs typeface="Arial"/>
              </a:rPr>
              <a:t>Generalization/specialization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diagrams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57234" y="2136394"/>
            <a:ext cx="2099945" cy="2340610"/>
            <a:chOff x="2357234" y="2136394"/>
            <a:chExt cx="2099945" cy="2340610"/>
          </a:xfrm>
        </p:grpSpPr>
        <p:sp>
          <p:nvSpPr>
            <p:cNvPr id="3" name="object 3"/>
            <p:cNvSpPr/>
            <p:nvPr/>
          </p:nvSpPr>
          <p:spPr>
            <a:xfrm>
              <a:off x="2363584" y="2142743"/>
              <a:ext cx="2086813" cy="23275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3584" y="2142744"/>
              <a:ext cx="2087245" cy="2327910"/>
            </a:xfrm>
            <a:custGeom>
              <a:avLst/>
              <a:gdLst/>
              <a:ahLst/>
              <a:cxnLst/>
              <a:rect l="l" t="t" r="r" b="b"/>
              <a:pathLst>
                <a:path w="2087245" h="2327910">
                  <a:moveTo>
                    <a:pt x="0" y="0"/>
                  </a:moveTo>
                  <a:lnTo>
                    <a:pt x="2086814" y="0"/>
                  </a:lnTo>
                  <a:lnTo>
                    <a:pt x="2086814" y="2327537"/>
                  </a:lnTo>
                  <a:lnTo>
                    <a:pt x="0" y="23275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967247" y="2106764"/>
            <a:ext cx="1872614" cy="3189605"/>
            <a:chOff x="5967247" y="2106764"/>
            <a:chExt cx="1872614" cy="3189605"/>
          </a:xfrm>
        </p:grpSpPr>
        <p:sp>
          <p:nvSpPr>
            <p:cNvPr id="6" name="object 6"/>
            <p:cNvSpPr/>
            <p:nvPr/>
          </p:nvSpPr>
          <p:spPr>
            <a:xfrm>
              <a:off x="5973597" y="2113115"/>
              <a:ext cx="1859711" cy="31764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73597" y="2113114"/>
              <a:ext cx="1859914" cy="3176905"/>
            </a:xfrm>
            <a:custGeom>
              <a:avLst/>
              <a:gdLst/>
              <a:ahLst/>
              <a:cxnLst/>
              <a:rect l="l" t="t" r="r" b="b"/>
              <a:pathLst>
                <a:path w="1859915" h="3176904">
                  <a:moveTo>
                    <a:pt x="0" y="0"/>
                  </a:moveTo>
                  <a:lnTo>
                    <a:pt x="1859704" y="0"/>
                  </a:lnTo>
                  <a:lnTo>
                    <a:pt x="1859704" y="3176501"/>
                  </a:lnTo>
                  <a:lnTo>
                    <a:pt x="0" y="317650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373083" y="2155151"/>
            <a:ext cx="2087245" cy="371475"/>
          </a:xfrm>
          <a:custGeom>
            <a:avLst/>
            <a:gdLst/>
            <a:ahLst/>
            <a:cxnLst/>
            <a:rect l="l" t="t" r="r" b="b"/>
            <a:pathLst>
              <a:path w="2087245" h="371475">
                <a:moveTo>
                  <a:pt x="0" y="0"/>
                </a:moveTo>
                <a:lnTo>
                  <a:pt x="2086814" y="0"/>
                </a:lnTo>
                <a:lnTo>
                  <a:pt x="2086814" y="371191"/>
                </a:lnTo>
                <a:lnTo>
                  <a:pt x="0" y="371191"/>
                </a:lnTo>
                <a:lnTo>
                  <a:pt x="0" y="0"/>
                </a:lnTo>
                <a:close/>
              </a:path>
            </a:pathLst>
          </a:custGeom>
          <a:ln w="13476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68631" y="2126780"/>
            <a:ext cx="1864995" cy="371475"/>
          </a:xfrm>
          <a:custGeom>
            <a:avLst/>
            <a:gdLst/>
            <a:ahLst/>
            <a:cxnLst/>
            <a:rect l="l" t="t" r="r" b="b"/>
            <a:pathLst>
              <a:path w="1864995" h="371475">
                <a:moveTo>
                  <a:pt x="0" y="0"/>
                </a:moveTo>
                <a:lnTo>
                  <a:pt x="1864670" y="0"/>
                </a:lnTo>
                <a:lnTo>
                  <a:pt x="1864670" y="371191"/>
                </a:lnTo>
                <a:lnTo>
                  <a:pt x="0" y="371191"/>
                </a:lnTo>
                <a:lnTo>
                  <a:pt x="0" y="0"/>
                </a:lnTo>
                <a:close/>
              </a:path>
            </a:pathLst>
          </a:custGeom>
          <a:ln w="13476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74878" y="2147389"/>
            <a:ext cx="2064385" cy="358140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3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900" b="1" spc="-114" dirty="0">
                <a:latin typeface="Trebuchet MS"/>
                <a:cs typeface="Trebuchet MS"/>
              </a:rPr>
              <a:t>Course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2624" y="2148018"/>
            <a:ext cx="1844039" cy="357505"/>
          </a:xfrm>
          <a:prstGeom prst="rect">
            <a:avLst/>
          </a:prstGeom>
          <a:solidFill>
            <a:srgbClr val="B4C7E7"/>
          </a:solidFill>
        </p:spPr>
        <p:txBody>
          <a:bodyPr vert="horz" wrap="square" lIns="0" tIns="2540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20"/>
              </a:spcBef>
            </a:pPr>
            <a:r>
              <a:rPr sz="1900" b="1" spc="-145" dirty="0">
                <a:latin typeface="Trebuchet MS"/>
                <a:cs typeface="Trebuchet MS"/>
              </a:rPr>
              <a:t>Textbook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9934" y="2523236"/>
            <a:ext cx="2074545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ts val="2014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-courseNumber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1989"/>
              </a:lnSpc>
            </a:pPr>
            <a:r>
              <a:rPr sz="1700" spc="-5" dirty="0">
                <a:latin typeface="Arial"/>
                <a:cs typeface="Arial"/>
              </a:rPr>
              <a:t>-courseDescription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05"/>
              </a:lnSpc>
            </a:pPr>
            <a:r>
              <a:rPr sz="1700" spc="-5" dirty="0">
                <a:latin typeface="Arial"/>
                <a:cs typeface="Arial"/>
              </a:rPr>
              <a:t>-numberOfCredits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30"/>
              </a:lnSpc>
            </a:pPr>
            <a:r>
              <a:rPr sz="1700" spc="-5" dirty="0">
                <a:latin typeface="Arial"/>
                <a:cs typeface="Arial"/>
              </a:rPr>
              <a:t>-departmentNumber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9934" y="3614420"/>
            <a:ext cx="2074545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ts val="2014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+addCourse()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05"/>
              </a:lnSpc>
            </a:pPr>
            <a:r>
              <a:rPr sz="1700" spc="-5" dirty="0">
                <a:latin typeface="Arial"/>
                <a:cs typeface="Arial"/>
              </a:rPr>
              <a:t>+changeCourse()</a:t>
            </a:r>
            <a:endParaRPr sz="1700">
              <a:latin typeface="Arial"/>
              <a:cs typeface="Arial"/>
            </a:endParaRPr>
          </a:p>
          <a:p>
            <a:pPr marL="79375">
              <a:lnSpc>
                <a:spcPts val="2030"/>
              </a:lnSpc>
            </a:pPr>
            <a:r>
              <a:rPr sz="1700" spc="-5" dirty="0">
                <a:latin typeface="Arial"/>
                <a:cs typeface="Arial"/>
              </a:rPr>
              <a:t>+findCourse()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79947" y="2535428"/>
            <a:ext cx="1847214" cy="156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ts val="2014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-ISBN</a:t>
            </a:r>
            <a:endParaRPr sz="1700" dirty="0">
              <a:latin typeface="Arial"/>
              <a:cs typeface="Arial"/>
            </a:endParaRPr>
          </a:p>
          <a:p>
            <a:pPr marL="137795">
              <a:lnSpc>
                <a:spcPts val="2005"/>
              </a:lnSpc>
            </a:pPr>
            <a:r>
              <a:rPr sz="1700" spc="-5" dirty="0">
                <a:latin typeface="Arial"/>
                <a:cs typeface="Arial"/>
              </a:rPr>
              <a:t>-author</a:t>
            </a:r>
            <a:endParaRPr sz="1700" dirty="0">
              <a:latin typeface="Arial"/>
              <a:cs typeface="Arial"/>
            </a:endParaRPr>
          </a:p>
          <a:p>
            <a:pPr marL="137795">
              <a:lnSpc>
                <a:spcPts val="2005"/>
              </a:lnSpc>
            </a:pPr>
            <a:r>
              <a:rPr sz="1700" dirty="0">
                <a:latin typeface="Arial"/>
                <a:cs typeface="Arial"/>
              </a:rPr>
              <a:t>-title</a:t>
            </a:r>
          </a:p>
          <a:p>
            <a:pPr marL="137795">
              <a:lnSpc>
                <a:spcPts val="2014"/>
              </a:lnSpc>
            </a:pPr>
            <a:r>
              <a:rPr sz="1700" spc="-5" dirty="0">
                <a:latin typeface="Arial"/>
                <a:cs typeface="Arial"/>
              </a:rPr>
              <a:t>-edition</a:t>
            </a:r>
            <a:endParaRPr sz="1700" dirty="0">
              <a:latin typeface="Arial"/>
              <a:cs typeface="Arial"/>
            </a:endParaRPr>
          </a:p>
          <a:p>
            <a:pPr marL="137795">
              <a:lnSpc>
                <a:spcPts val="2030"/>
              </a:lnSpc>
              <a:spcBef>
                <a:spcPts val="45"/>
              </a:spcBef>
            </a:pPr>
            <a:r>
              <a:rPr sz="1700" spc="-10" dirty="0">
                <a:latin typeface="Arial"/>
                <a:cs typeface="Arial"/>
              </a:rPr>
              <a:t>-publisher</a:t>
            </a:r>
            <a:endParaRPr sz="1700" dirty="0">
              <a:latin typeface="Arial"/>
              <a:cs typeface="Arial"/>
            </a:endParaRPr>
          </a:p>
          <a:p>
            <a:pPr marL="137795">
              <a:lnSpc>
                <a:spcPts val="2030"/>
              </a:lnSpc>
            </a:pPr>
            <a:r>
              <a:rPr sz="1700" spc="-5" dirty="0">
                <a:latin typeface="Arial"/>
                <a:cs typeface="Arial"/>
              </a:rPr>
              <a:t>-required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79947" y="4135628"/>
            <a:ext cx="1847214" cy="1059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Arial"/>
                <a:cs typeface="Arial"/>
              </a:rPr>
              <a:t>+addText()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30"/>
              </a:lnSpc>
              <a:spcBef>
                <a:spcPts val="45"/>
              </a:spcBef>
            </a:pPr>
            <a:r>
              <a:rPr sz="1700" spc="-20" dirty="0">
                <a:latin typeface="Arial"/>
                <a:cs typeface="Arial"/>
              </a:rPr>
              <a:t>+changeText()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05"/>
              </a:lnSpc>
            </a:pPr>
            <a:r>
              <a:rPr sz="1700" spc="-20" dirty="0">
                <a:latin typeface="Arial"/>
                <a:cs typeface="Arial"/>
              </a:rPr>
              <a:t>+findText()</a:t>
            </a:r>
            <a:endParaRPr sz="1700">
              <a:latin typeface="Arial"/>
              <a:cs typeface="Arial"/>
            </a:endParaRPr>
          </a:p>
          <a:p>
            <a:pPr marL="137795">
              <a:lnSpc>
                <a:spcPts val="2014"/>
              </a:lnSpc>
            </a:pPr>
            <a:r>
              <a:rPr sz="1700" spc="-20" dirty="0">
                <a:latin typeface="Arial"/>
                <a:cs typeface="Arial"/>
              </a:rPr>
              <a:t>+removeText()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63584" y="3642347"/>
            <a:ext cx="2087245" cy="0"/>
          </a:xfrm>
          <a:custGeom>
            <a:avLst/>
            <a:gdLst/>
            <a:ahLst/>
            <a:cxnLst/>
            <a:rect l="l" t="t" r="r" b="b"/>
            <a:pathLst>
              <a:path w="2087245">
                <a:moveTo>
                  <a:pt x="0" y="0"/>
                </a:moveTo>
                <a:lnTo>
                  <a:pt x="2086814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72200" y="4131348"/>
            <a:ext cx="1861185" cy="0"/>
          </a:xfrm>
          <a:custGeom>
            <a:avLst/>
            <a:gdLst/>
            <a:ahLst/>
            <a:cxnLst/>
            <a:rect l="l" t="t" r="r" b="b"/>
            <a:pathLst>
              <a:path w="1861184">
                <a:moveTo>
                  <a:pt x="0" y="0"/>
                </a:moveTo>
                <a:lnTo>
                  <a:pt x="1861104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75962" y="2763595"/>
            <a:ext cx="1492885" cy="0"/>
          </a:xfrm>
          <a:custGeom>
            <a:avLst/>
            <a:gdLst/>
            <a:ahLst/>
            <a:cxnLst/>
            <a:rect l="l" t="t" r="r" b="b"/>
            <a:pathLst>
              <a:path w="1492885">
                <a:moveTo>
                  <a:pt x="0" y="1"/>
                </a:moveTo>
                <a:lnTo>
                  <a:pt x="1492686" y="0"/>
                </a:lnTo>
              </a:path>
            </a:pathLst>
          </a:custGeom>
          <a:ln w="6064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53724" y="2318003"/>
            <a:ext cx="1479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5" dirty="0">
                <a:latin typeface="Trebuchet MS"/>
                <a:cs typeface="Trebuchet MS"/>
              </a:rPr>
              <a:t>1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74716" y="2321051"/>
            <a:ext cx="5467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5" dirty="0">
                <a:latin typeface="Trebuchet MS"/>
                <a:cs typeface="Trebuchet MS"/>
              </a:rPr>
              <a:t>1 </a:t>
            </a:r>
            <a:r>
              <a:rPr sz="1900" spc="-85" dirty="0">
                <a:latin typeface="Trebuchet MS"/>
                <a:cs typeface="Trebuchet MS"/>
              </a:rPr>
              <a:t>…</a:t>
            </a:r>
            <a:r>
              <a:rPr sz="1900" spc="-315" dirty="0">
                <a:latin typeface="Trebuchet MS"/>
                <a:cs typeface="Trebuchet MS"/>
              </a:rPr>
              <a:t> </a:t>
            </a:r>
            <a:r>
              <a:rPr sz="1900" spc="245" dirty="0">
                <a:latin typeface="Trebuchet MS"/>
                <a:cs typeface="Trebuchet MS"/>
              </a:rPr>
              <a:t>*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117556" y="1027180"/>
            <a:ext cx="24447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0" spc="-10" dirty="0">
                <a:solidFill>
                  <a:srgbClr val="000000"/>
                </a:solidFill>
                <a:latin typeface="Arial"/>
                <a:cs typeface="Arial"/>
              </a:rPr>
              <a:t>Associations</a:t>
            </a:r>
            <a:endParaRPr sz="3400" dirty="0">
              <a:latin typeface="Arial"/>
              <a:cs typeface="Arial"/>
            </a:endParaRPr>
          </a:p>
        </p:txBody>
      </p:sp>
      <p:pic>
        <p:nvPicPr>
          <p:cNvPr id="22" name="Picture 2" descr="UML-&gt;Class Diagram-&gt;Association Class | Class diagram, Diagram, First names">
            <a:extLst>
              <a:ext uri="{FF2B5EF4-FFF2-40B4-BE49-F238E27FC236}">
                <a16:creationId xmlns:a16="http://schemas.microsoft.com/office/drawing/2014/main" id="{1CC95CEA-C8AA-BB4F-9284-91B488C82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2289175"/>
            <a:ext cx="9283700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3265" y="1038110"/>
            <a:ext cx="2086825" cy="23275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39683" y="4379366"/>
            <a:ext cx="2181580" cy="2386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3705" y="4374883"/>
            <a:ext cx="2086813" cy="2281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03148" y="4361604"/>
          <a:ext cx="2086610" cy="22851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115">
                <a:tc>
                  <a:txBody>
                    <a:bodyPr/>
                    <a:lstStyle/>
                    <a:p>
                      <a:pPr marR="110489" algn="ctr">
                        <a:lnSpc>
                          <a:spcPts val="2195"/>
                        </a:lnSpc>
                      </a:pPr>
                      <a:r>
                        <a:rPr sz="1900" b="1" spc="-135" dirty="0">
                          <a:latin typeface="Trebuchet MS"/>
                          <a:cs typeface="Trebuchet MS"/>
                        </a:rPr>
                        <a:t>Exam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>
                      <a:solidFill>
                        <a:srgbClr val="41719C"/>
                      </a:solidFill>
                      <a:prstDash val="solid"/>
                    </a:lnL>
                    <a:lnR w="28575">
                      <a:solidFill>
                        <a:srgbClr val="41719C"/>
                      </a:solidFill>
                      <a:prstDash val="solid"/>
                    </a:lnR>
                    <a:lnT w="28575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8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749087" y="3365468"/>
            <a:ext cx="345440" cy="464820"/>
            <a:chOff x="4749087" y="3365468"/>
            <a:chExt cx="345440" cy="464820"/>
          </a:xfrm>
        </p:grpSpPr>
        <p:sp>
          <p:nvSpPr>
            <p:cNvPr id="7" name="object 7"/>
            <p:cNvSpPr/>
            <p:nvPr/>
          </p:nvSpPr>
          <p:spPr>
            <a:xfrm>
              <a:off x="4779416" y="3395789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16" y="0"/>
                  </a:moveTo>
                  <a:lnTo>
                    <a:pt x="0" y="201930"/>
                  </a:lnTo>
                  <a:lnTo>
                    <a:pt x="142316" y="403847"/>
                  </a:lnTo>
                  <a:lnTo>
                    <a:pt x="284619" y="201930"/>
                  </a:lnTo>
                  <a:lnTo>
                    <a:pt x="1423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79408" y="3395789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13" y="0"/>
                  </a:moveTo>
                  <a:lnTo>
                    <a:pt x="284627" y="201924"/>
                  </a:lnTo>
                  <a:lnTo>
                    <a:pt x="142313" y="403847"/>
                  </a:lnTo>
                  <a:lnTo>
                    <a:pt x="0" y="201924"/>
                  </a:lnTo>
                  <a:lnTo>
                    <a:pt x="142313" y="0"/>
                  </a:lnTo>
                  <a:close/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410439" y="3363639"/>
            <a:ext cx="518795" cy="989330"/>
            <a:chOff x="5410439" y="3363639"/>
            <a:chExt cx="518795" cy="989330"/>
          </a:xfrm>
        </p:grpSpPr>
        <p:sp>
          <p:nvSpPr>
            <p:cNvPr id="10" name="object 10"/>
            <p:cNvSpPr/>
            <p:nvPr/>
          </p:nvSpPr>
          <p:spPr>
            <a:xfrm>
              <a:off x="5440756" y="3393960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16" y="0"/>
                  </a:moveTo>
                  <a:lnTo>
                    <a:pt x="0" y="201917"/>
                  </a:lnTo>
                  <a:lnTo>
                    <a:pt x="142316" y="403847"/>
                  </a:lnTo>
                  <a:lnTo>
                    <a:pt x="284632" y="201917"/>
                  </a:lnTo>
                  <a:lnTo>
                    <a:pt x="1423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40761" y="3393960"/>
              <a:ext cx="285115" cy="403860"/>
            </a:xfrm>
            <a:custGeom>
              <a:avLst/>
              <a:gdLst/>
              <a:ahLst/>
              <a:cxnLst/>
              <a:rect l="l" t="t" r="r" b="b"/>
              <a:pathLst>
                <a:path w="285114" h="403860">
                  <a:moveTo>
                    <a:pt x="142313" y="0"/>
                  </a:moveTo>
                  <a:lnTo>
                    <a:pt x="284627" y="201924"/>
                  </a:lnTo>
                  <a:lnTo>
                    <a:pt x="142313" y="403847"/>
                  </a:lnTo>
                  <a:lnTo>
                    <a:pt x="0" y="201924"/>
                  </a:lnTo>
                  <a:lnTo>
                    <a:pt x="142313" y="0"/>
                  </a:lnTo>
                  <a:close/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83072" y="3797807"/>
              <a:ext cx="315595" cy="524510"/>
            </a:xfrm>
            <a:custGeom>
              <a:avLst/>
              <a:gdLst/>
              <a:ahLst/>
              <a:cxnLst/>
              <a:rect l="l" t="t" r="r" b="b"/>
              <a:pathLst>
                <a:path w="315595" h="524510">
                  <a:moveTo>
                    <a:pt x="0" y="0"/>
                  </a:moveTo>
                  <a:lnTo>
                    <a:pt x="0" y="262251"/>
                  </a:lnTo>
                  <a:lnTo>
                    <a:pt x="315233" y="262251"/>
                  </a:lnTo>
                  <a:lnTo>
                    <a:pt x="315233" y="524503"/>
                  </a:lnTo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09362" y="3799636"/>
          <a:ext cx="2981325" cy="2966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861">
                <a:tc gridSpan="3">
                  <a:txBody>
                    <a:bodyPr/>
                    <a:lstStyle/>
                    <a:p>
                      <a:pPr marL="1399540">
                        <a:lnSpc>
                          <a:spcPts val="1825"/>
                        </a:lnSpc>
                      </a:pPr>
                      <a:r>
                        <a:rPr sz="1900" spc="-70" dirty="0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sz="1900" spc="-90" dirty="0"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900" spc="-85" dirty="0">
                          <a:latin typeface="Trebuchet MS"/>
                          <a:cs typeface="Trebuchet MS"/>
                        </a:rPr>
                        <a:t>part</a:t>
                      </a:r>
                      <a:r>
                        <a:rPr sz="1900" spc="-2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spc="-70" dirty="0">
                          <a:latin typeface="Trebuchet MS"/>
                          <a:cs typeface="Trebuchet MS"/>
                        </a:rPr>
                        <a:t>of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R w="76200">
                      <a:solidFill>
                        <a:srgbClr val="FF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4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41719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92430">
                        <a:lnSpc>
                          <a:spcPts val="2165"/>
                        </a:lnSpc>
                      </a:pPr>
                      <a:r>
                        <a:rPr sz="1900" spc="-75" dirty="0">
                          <a:latin typeface="Trebuchet MS"/>
                          <a:cs typeface="Trebuchet MS"/>
                        </a:rPr>
                        <a:t>consist</a:t>
                      </a:r>
                      <a:r>
                        <a:rPr sz="19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spc="-70" dirty="0">
                          <a:latin typeface="Trebuchet MS"/>
                          <a:cs typeface="Trebuchet MS"/>
                        </a:rPr>
                        <a:t>of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olid"/>
                    </a:lnL>
                    <a:lnT w="762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44">
                <a:tc gridSpan="2"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90" dirty="0">
                          <a:latin typeface="Trebuchet MS"/>
                          <a:cs typeface="Trebuchet MS"/>
                        </a:rPr>
                        <a:t>Assignment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41719C"/>
                      </a:solidFill>
                      <a:prstDash val="solid"/>
                    </a:lnL>
                    <a:lnR w="19050">
                      <a:solidFill>
                        <a:srgbClr val="41719C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5044">
                <a:tc gridSpan="2">
                  <a:txBody>
                    <a:bodyPr/>
                    <a:lstStyle/>
                    <a:p>
                      <a:pPr marL="24130">
                        <a:lnSpc>
                          <a:spcPts val="2030"/>
                        </a:lnSpc>
                        <a:spcBef>
                          <a:spcPts val="47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-assignmentNumber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20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-assignmentDesc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1989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-assignmentPoints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-assignmentDueDate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037">
                <a:tc gridSpan="2">
                  <a:txBody>
                    <a:bodyPr/>
                    <a:lstStyle/>
                    <a:p>
                      <a:pPr marL="24130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+addAssignment()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1989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+changeAssignment()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4130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+viewAssignment()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41719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655750" y="740668"/>
            <a:ext cx="21082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0" spc="-10" dirty="0">
                <a:solidFill>
                  <a:srgbClr val="000000"/>
                </a:solidFill>
                <a:latin typeface="Arial"/>
                <a:cs typeface="Arial"/>
              </a:rPr>
              <a:t>Whole/part</a:t>
            </a:r>
            <a:endParaRPr sz="3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59952" y="1143507"/>
            <a:ext cx="2086815" cy="16127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53214" y="1136769"/>
          <a:ext cx="2086610" cy="1612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91"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b="1" spc="-100" dirty="0">
                          <a:latin typeface="Trebuchet MS"/>
                          <a:cs typeface="Trebuchet MS"/>
                        </a:rPr>
                        <a:t>Department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41719C"/>
                      </a:solidFill>
                      <a:prstDash val="solid"/>
                    </a:lnL>
                    <a:lnR w="19050">
                      <a:solidFill>
                        <a:srgbClr val="41719C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76">
                <a:tc>
                  <a:txBody>
                    <a:bodyPr/>
                    <a:lstStyle/>
                    <a:p>
                      <a:pPr marL="119380">
                        <a:lnSpc>
                          <a:spcPts val="2030"/>
                        </a:lnSpc>
                        <a:spcBef>
                          <a:spcPts val="105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-departmentName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9380">
                        <a:lnSpc>
                          <a:spcPts val="2030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-departmentChair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04"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+addDepartment()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9380">
                        <a:lnSpc>
                          <a:spcPts val="2020"/>
                        </a:lnSpc>
                        <a:spcBef>
                          <a:spcPts val="50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+viewDepartment()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169424" y="1868677"/>
            <a:ext cx="403860" cy="285115"/>
          </a:xfrm>
          <a:custGeom>
            <a:avLst/>
            <a:gdLst/>
            <a:ahLst/>
            <a:cxnLst/>
            <a:rect l="l" t="t" r="r" b="b"/>
            <a:pathLst>
              <a:path w="403860" h="285114">
                <a:moveTo>
                  <a:pt x="0" y="142314"/>
                </a:moveTo>
                <a:lnTo>
                  <a:pt x="201924" y="0"/>
                </a:lnTo>
                <a:lnTo>
                  <a:pt x="403847" y="142314"/>
                </a:lnTo>
                <a:lnTo>
                  <a:pt x="201924" y="284627"/>
                </a:lnTo>
                <a:lnTo>
                  <a:pt x="0" y="142314"/>
                </a:lnTo>
                <a:close/>
              </a:path>
            </a:pathLst>
          </a:custGeom>
          <a:ln w="6064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3561971" y="1031760"/>
          <a:ext cx="2996565" cy="23211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9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1719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900" b="1" spc="-114" dirty="0">
                          <a:latin typeface="Trebuchet MS"/>
                          <a:cs typeface="Trebuchet MS"/>
                        </a:rPr>
                        <a:t>Course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>
                      <a:solidFill>
                        <a:srgbClr val="41719C"/>
                      </a:solidFill>
                      <a:prstDash val="solid"/>
                    </a:lnL>
                    <a:lnR w="28575">
                      <a:solidFill>
                        <a:srgbClr val="41719C"/>
                      </a:solidFill>
                      <a:prstDash val="solid"/>
                    </a:lnR>
                    <a:lnT w="28575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7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850"/>
                        </a:spcBef>
                      </a:pPr>
                      <a:r>
                        <a:rPr sz="1900" spc="-50" dirty="0">
                          <a:latin typeface="Trebuchet MS"/>
                          <a:cs typeface="Trebuchet MS"/>
                        </a:rPr>
                        <a:t>has</a:t>
                      </a:r>
                      <a:r>
                        <a:rPr sz="19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spc="-90" dirty="0">
                          <a:latin typeface="Trebuchet MS"/>
                          <a:cs typeface="Trebuchet MS"/>
                        </a:rPr>
                        <a:t>a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234950" marB="0">
                    <a:lnR w="19050">
                      <a:solidFill>
                        <a:srgbClr val="FFC000"/>
                      </a:solidFill>
                      <a:prstDash val="solid"/>
                    </a:lnR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ts val="2030"/>
                        </a:lnSpc>
                        <a:spcBef>
                          <a:spcPts val="60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-courseNumber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ts val="20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-courseDescription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ts val="1989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-numberOfCredits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-departmentNumber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73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900" spc="-70" dirty="0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sz="1900" spc="-85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900" spc="-2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900" spc="-90" dirty="0">
                          <a:latin typeface="Trebuchet MS"/>
                          <a:cs typeface="Trebuchet MS"/>
                        </a:rPr>
                        <a:t>a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48260" marB="0">
                    <a:lnR w="19050">
                      <a:solidFill>
                        <a:srgbClr val="FFC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79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C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905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+addCourse()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ts val="1989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+changeCourse()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+findCourse()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51575" y="794022"/>
          <a:ext cx="2086610" cy="1612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900" b="1" spc="-110" dirty="0">
                          <a:latin typeface="Trebuchet MS"/>
                          <a:cs typeface="Trebuchet MS"/>
                        </a:rPr>
                        <a:t>Person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41719C"/>
                      </a:solidFill>
                      <a:prstDash val="solid"/>
                    </a:lnL>
                    <a:lnR w="19050">
                      <a:solidFill>
                        <a:srgbClr val="41719C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76">
                <a:tc>
                  <a:txBody>
                    <a:bodyPr/>
                    <a:lstStyle/>
                    <a:p>
                      <a:pPr marL="259079">
                        <a:lnSpc>
                          <a:spcPts val="2014"/>
                        </a:lnSpc>
                        <a:spcBef>
                          <a:spcPts val="106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-lastName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59079">
                        <a:lnSpc>
                          <a:spcPts val="2014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-firstName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35255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04"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+changeName()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744029" y="3882834"/>
            <a:ext cx="2086813" cy="161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7291" y="3876096"/>
          <a:ext cx="2086610" cy="1612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91">
                <a:tc>
                  <a:txBody>
                    <a:bodyPr/>
                    <a:lstStyle/>
                    <a:p>
                      <a:pPr marL="6477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900" b="1" spc="-105" dirty="0">
                          <a:latin typeface="Trebuchet MS"/>
                          <a:cs typeface="Trebuchet MS"/>
                        </a:rPr>
                        <a:t>Student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1719C"/>
                      </a:solidFill>
                      <a:prstDash val="solid"/>
                    </a:lnL>
                    <a:lnR w="19050">
                      <a:solidFill>
                        <a:srgbClr val="41719C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45776" y="3889464"/>
            <a:ext cx="2086813" cy="161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739038" y="3882725"/>
          <a:ext cx="2086610" cy="1612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91">
                <a:tc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900" b="1" spc="-114" dirty="0">
                          <a:latin typeface="Trebuchet MS"/>
                          <a:cs typeface="Trebuchet MS"/>
                        </a:rPr>
                        <a:t>Employee</a:t>
                      </a:r>
                      <a:endParaRPr sz="1900">
                        <a:latin typeface="Trebuchet MS"/>
                        <a:cs typeface="Trebuchet MS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41719C"/>
                      </a:solidFill>
                      <a:prstDash val="solid"/>
                    </a:lnL>
                    <a:lnR w="19050">
                      <a:solidFill>
                        <a:srgbClr val="41719C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41719C"/>
                      </a:solidFill>
                      <a:prstDash val="solid"/>
                    </a:lnB>
                    <a:solidFill>
                      <a:srgbClr val="B4C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76">
                <a:tc>
                  <a:txBody>
                    <a:bodyPr/>
                    <a:lstStyle/>
                    <a:p>
                      <a:pPr marL="147320">
                        <a:lnSpc>
                          <a:spcPts val="2030"/>
                        </a:lnSpc>
                        <a:spcBef>
                          <a:spcPts val="1060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-employeeNumber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47320">
                        <a:lnSpc>
                          <a:spcPts val="2030"/>
                        </a:lnSpc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-salary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3462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41719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04"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+changeSalary()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47320">
                        <a:lnSpc>
                          <a:spcPts val="2014"/>
                        </a:lnSpc>
                        <a:spcBef>
                          <a:spcPts val="45"/>
                        </a:spcBef>
                      </a:pPr>
                      <a:r>
                        <a:rPr sz="1700" spc="-5" dirty="0">
                          <a:latin typeface="Arial"/>
                          <a:cs typeface="Arial"/>
                        </a:rPr>
                        <a:t>+findEmployee()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757108" y="2451055"/>
            <a:ext cx="3062605" cy="1448435"/>
            <a:chOff x="1757108" y="2451055"/>
            <a:chExt cx="3062605" cy="1448435"/>
          </a:xfrm>
        </p:grpSpPr>
        <p:sp>
          <p:nvSpPr>
            <p:cNvPr id="8" name="object 8"/>
            <p:cNvSpPr/>
            <p:nvPr/>
          </p:nvSpPr>
          <p:spPr>
            <a:xfrm>
              <a:off x="3122612" y="2481376"/>
              <a:ext cx="358775" cy="309245"/>
            </a:xfrm>
            <a:custGeom>
              <a:avLst/>
              <a:gdLst/>
              <a:ahLst/>
              <a:cxnLst/>
              <a:rect l="l" t="t" r="r" b="b"/>
              <a:pathLst>
                <a:path w="358775" h="309244">
                  <a:moveTo>
                    <a:pt x="0" y="308818"/>
                  </a:moveTo>
                  <a:lnTo>
                    <a:pt x="179114" y="0"/>
                  </a:lnTo>
                  <a:lnTo>
                    <a:pt x="358229" y="308818"/>
                  </a:lnTo>
                  <a:lnTo>
                    <a:pt x="0" y="308818"/>
                  </a:lnTo>
                  <a:close/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01720" y="2790190"/>
              <a:ext cx="1514475" cy="1078865"/>
            </a:xfrm>
            <a:custGeom>
              <a:avLst/>
              <a:gdLst/>
              <a:ahLst/>
              <a:cxnLst/>
              <a:rect l="l" t="t" r="r" b="b"/>
              <a:pathLst>
                <a:path w="1514475" h="1078864">
                  <a:moveTo>
                    <a:pt x="0" y="0"/>
                  </a:moveTo>
                  <a:lnTo>
                    <a:pt x="0" y="539280"/>
                  </a:lnTo>
                  <a:lnTo>
                    <a:pt x="1487466" y="539280"/>
                  </a:lnTo>
                  <a:lnTo>
                    <a:pt x="1487466" y="1078556"/>
                  </a:lnTo>
                </a:path>
                <a:path w="1514475" h="1078864">
                  <a:moveTo>
                    <a:pt x="0" y="0"/>
                  </a:moveTo>
                  <a:lnTo>
                    <a:pt x="0" y="535963"/>
                  </a:lnTo>
                  <a:lnTo>
                    <a:pt x="1514291" y="535963"/>
                  </a:lnTo>
                  <a:lnTo>
                    <a:pt x="1514291" y="1071924"/>
                  </a:lnTo>
                </a:path>
              </a:pathLst>
            </a:custGeom>
            <a:ln w="6064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71764" y="2976372"/>
            <a:ext cx="8464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95" dirty="0">
                <a:latin typeface="Trebuchet MS"/>
                <a:cs typeface="Trebuchet MS"/>
              </a:rPr>
              <a:t>can </a:t>
            </a:r>
            <a:r>
              <a:rPr sz="1900" spc="-75" dirty="0">
                <a:latin typeface="Trebuchet MS"/>
                <a:cs typeface="Trebuchet MS"/>
              </a:rPr>
              <a:t>be</a:t>
            </a:r>
            <a:r>
              <a:rPr sz="1900" spc="-23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9866" y="3299459"/>
            <a:ext cx="3467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0" dirty="0">
                <a:latin typeface="Trebuchet MS"/>
                <a:cs typeface="Trebuchet MS"/>
              </a:rPr>
              <a:t>is</a:t>
            </a:r>
            <a:r>
              <a:rPr sz="1900" spc="-21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8798" y="2967227"/>
            <a:ext cx="8464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95" dirty="0">
                <a:latin typeface="Trebuchet MS"/>
                <a:cs typeface="Trebuchet MS"/>
              </a:rPr>
              <a:t>can </a:t>
            </a:r>
            <a:r>
              <a:rPr sz="1900" spc="-75" dirty="0">
                <a:latin typeface="Trebuchet MS"/>
                <a:cs typeface="Trebuchet MS"/>
              </a:rPr>
              <a:t>be</a:t>
            </a:r>
            <a:r>
              <a:rPr sz="1900" spc="-23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6900" y="3290315"/>
            <a:ext cx="3467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0" dirty="0">
                <a:latin typeface="Trebuchet MS"/>
                <a:cs typeface="Trebuchet MS"/>
              </a:rPr>
              <a:t>is</a:t>
            </a:r>
            <a:r>
              <a:rPr sz="1900" spc="-21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4281170" marR="5080" indent="-363220">
              <a:lnSpc>
                <a:spcPts val="4990"/>
              </a:lnSpc>
              <a:spcBef>
                <a:spcPts val="805"/>
              </a:spcBef>
            </a:pPr>
            <a:r>
              <a:rPr spc="-15" dirty="0"/>
              <a:t>Generalization</a:t>
            </a:r>
            <a:r>
              <a:rPr spc="-120" dirty="0"/>
              <a:t> </a:t>
            </a:r>
            <a:r>
              <a:rPr dirty="0"/>
              <a:t>/  </a:t>
            </a:r>
            <a:r>
              <a:rPr spc="-20" dirty="0"/>
              <a:t>Specification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841</Words>
  <Application>Microsoft Macintosh PowerPoint</Application>
  <PresentationFormat>Custom</PresentationFormat>
  <Paragraphs>266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Calibri</vt:lpstr>
      <vt:lpstr>Carlito</vt:lpstr>
      <vt:lpstr>DejaVu Sans Mono</vt:lpstr>
      <vt:lpstr>Times New Roman</vt:lpstr>
      <vt:lpstr>Trebuchet MS</vt:lpstr>
      <vt:lpstr>Office Theme</vt:lpstr>
      <vt:lpstr>Rekayasa Piranti Lunak</vt:lpstr>
      <vt:lpstr>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 Diagram</vt:lpstr>
      <vt:lpstr>PowerPoint Presentation</vt:lpstr>
      <vt:lpstr>PowerPoint Presentation</vt:lpstr>
      <vt:lpstr>Use Case Diagram</vt:lpstr>
      <vt:lpstr>PowerPoint Presentation</vt:lpstr>
      <vt:lpstr>Activity Diagram</vt:lpstr>
      <vt:lpstr>Activity Diagram</vt:lpstr>
      <vt:lpstr>Client Web Page</vt:lpstr>
      <vt:lpstr>More on Activity Diagram</vt:lpstr>
      <vt:lpstr>Sequence Diagram</vt:lpstr>
      <vt:lpstr>Sequence Diagram</vt:lpstr>
      <vt:lpstr>PowerPoint Presentation</vt:lpstr>
      <vt:lpstr>Class Diagram</vt:lpstr>
      <vt:lpstr>Class Diagram</vt:lpstr>
      <vt:lpstr>Class Diagram</vt:lpstr>
      <vt:lpstr>Enhanced Class Diagrams</vt:lpstr>
      <vt:lpstr>Associations</vt:lpstr>
      <vt:lpstr>Whole/part</vt:lpstr>
      <vt:lpstr>Generalization /  Specification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week10</dc:title>
  <dc:creator>andreR</dc:creator>
  <cp:lastModifiedBy>Eunike Endariahna S</cp:lastModifiedBy>
  <cp:revision>2</cp:revision>
  <dcterms:created xsi:type="dcterms:W3CDTF">2021-04-08T15:38:15Z</dcterms:created>
  <dcterms:modified xsi:type="dcterms:W3CDTF">2021-04-08T15:46:11Z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2021-04-08T00:00:00Z</vt:filetime>
  </property>
</Properties>
</file>