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6" r:id="rId26"/>
    <p:sldId id="297" r:id="rId27"/>
    <p:sldId id="298" r:id="rId28"/>
    <p:sldId id="299" r:id="rId29"/>
    <p:sldId id="300" r:id="rId30"/>
    <p:sldId id="301" r:id="rId31"/>
    <p:sldId id="305" r:id="rId32"/>
    <p:sldId id="302" r:id="rId33"/>
    <p:sldId id="303" r:id="rId34"/>
    <p:sldId id="304" r:id="rId35"/>
    <p:sldId id="306" r:id="rId36"/>
    <p:sldId id="307" r:id="rId37"/>
    <p:sldId id="308" r:id="rId38"/>
    <p:sldId id="282" r:id="rId39"/>
    <p:sldId id="284" r:id="rId40"/>
    <p:sldId id="285" r:id="rId41"/>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798" y="9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600" b="0" i="0">
                <a:solidFill>
                  <a:srgbClr val="1A315F"/>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800" b="0" i="0">
                <a:solidFill>
                  <a:srgbClr val="3C3C3C"/>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1A315F"/>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1800" b="0" i="0">
                <a:solidFill>
                  <a:srgbClr val="3C3C3C"/>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1A315F"/>
                </a:solidFill>
                <a:latin typeface="Trebuchet MS"/>
                <a:cs typeface="Trebuchet MS"/>
              </a:defRPr>
            </a:lvl1pPr>
          </a:lstStyle>
          <a:p>
            <a:endParaRPr/>
          </a:p>
        </p:txBody>
      </p:sp>
      <p:sp>
        <p:nvSpPr>
          <p:cNvPr id="3" name="Holder 3"/>
          <p:cNvSpPr>
            <a:spLocks noGrp="1"/>
          </p:cNvSpPr>
          <p:nvPr>
            <p:ph sz="half" idx="2"/>
          </p:nvPr>
        </p:nvSpPr>
        <p:spPr>
          <a:xfrm>
            <a:off x="581405" y="2228850"/>
            <a:ext cx="5422900" cy="363347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46531" y="457200"/>
            <a:ext cx="3703320" cy="94615"/>
          </a:xfrm>
          <a:custGeom>
            <a:avLst/>
            <a:gdLst/>
            <a:ahLst/>
            <a:cxnLst/>
            <a:rect l="l" t="t" r="r" b="b"/>
            <a:pathLst>
              <a:path w="3703320" h="94615">
                <a:moveTo>
                  <a:pt x="3703320" y="0"/>
                </a:moveTo>
                <a:lnTo>
                  <a:pt x="0" y="0"/>
                </a:lnTo>
                <a:lnTo>
                  <a:pt x="0" y="94487"/>
                </a:lnTo>
                <a:lnTo>
                  <a:pt x="3703320" y="94487"/>
                </a:lnTo>
                <a:lnTo>
                  <a:pt x="3703320" y="0"/>
                </a:lnTo>
                <a:close/>
              </a:path>
            </a:pathLst>
          </a:custGeom>
          <a:solidFill>
            <a:srgbClr val="1A315F"/>
          </a:solidFill>
        </p:spPr>
        <p:txBody>
          <a:bodyPr wrap="square" lIns="0" tIns="0" rIns="0" bIns="0" rtlCol="0"/>
          <a:lstStyle/>
          <a:p>
            <a:endParaRPr/>
          </a:p>
        </p:txBody>
      </p:sp>
      <p:sp>
        <p:nvSpPr>
          <p:cNvPr id="17" name="bg object 17"/>
          <p:cNvSpPr/>
          <p:nvPr/>
        </p:nvSpPr>
        <p:spPr>
          <a:xfrm>
            <a:off x="8042147" y="454151"/>
            <a:ext cx="3703320" cy="97790"/>
          </a:xfrm>
          <a:custGeom>
            <a:avLst/>
            <a:gdLst/>
            <a:ahLst/>
            <a:cxnLst/>
            <a:rect l="l" t="t" r="r" b="b"/>
            <a:pathLst>
              <a:path w="3703320" h="97790">
                <a:moveTo>
                  <a:pt x="3703320" y="0"/>
                </a:moveTo>
                <a:lnTo>
                  <a:pt x="0" y="0"/>
                </a:lnTo>
                <a:lnTo>
                  <a:pt x="0" y="97536"/>
                </a:lnTo>
                <a:lnTo>
                  <a:pt x="3703320" y="97536"/>
                </a:lnTo>
                <a:lnTo>
                  <a:pt x="3703320" y="0"/>
                </a:lnTo>
                <a:close/>
              </a:path>
            </a:pathLst>
          </a:custGeom>
          <a:solidFill>
            <a:srgbClr val="959FA7"/>
          </a:solidFill>
        </p:spPr>
        <p:txBody>
          <a:bodyPr wrap="square" lIns="0" tIns="0" rIns="0" bIns="0" rtlCol="0"/>
          <a:lstStyle/>
          <a:p>
            <a:endParaRPr/>
          </a:p>
        </p:txBody>
      </p:sp>
      <p:sp>
        <p:nvSpPr>
          <p:cNvPr id="18" name="bg object 18"/>
          <p:cNvSpPr/>
          <p:nvPr/>
        </p:nvSpPr>
        <p:spPr>
          <a:xfrm>
            <a:off x="4241291" y="457200"/>
            <a:ext cx="3703320" cy="91440"/>
          </a:xfrm>
          <a:custGeom>
            <a:avLst/>
            <a:gdLst/>
            <a:ahLst/>
            <a:cxnLst/>
            <a:rect l="l" t="t" r="r" b="b"/>
            <a:pathLst>
              <a:path w="3703320" h="91440">
                <a:moveTo>
                  <a:pt x="3703319" y="0"/>
                </a:moveTo>
                <a:lnTo>
                  <a:pt x="0" y="0"/>
                </a:lnTo>
                <a:lnTo>
                  <a:pt x="0" y="91439"/>
                </a:lnTo>
                <a:lnTo>
                  <a:pt x="3703319" y="91439"/>
                </a:lnTo>
                <a:lnTo>
                  <a:pt x="3703319" y="0"/>
                </a:lnTo>
                <a:close/>
              </a:path>
            </a:pathLst>
          </a:custGeom>
          <a:solidFill>
            <a:srgbClr val="4590B8"/>
          </a:solidFill>
        </p:spPr>
        <p:txBody>
          <a:bodyPr wrap="square" lIns="0" tIns="0" rIns="0" bIns="0" rtlCol="0"/>
          <a:lstStyle/>
          <a:p>
            <a:endParaRPr/>
          </a:p>
        </p:txBody>
      </p:sp>
      <p:sp>
        <p:nvSpPr>
          <p:cNvPr id="19" name="bg object 19"/>
          <p:cNvSpPr/>
          <p:nvPr/>
        </p:nvSpPr>
        <p:spPr>
          <a:xfrm>
            <a:off x="446531" y="3086100"/>
            <a:ext cx="11262360" cy="3304540"/>
          </a:xfrm>
          <a:custGeom>
            <a:avLst/>
            <a:gdLst/>
            <a:ahLst/>
            <a:cxnLst/>
            <a:rect l="l" t="t" r="r" b="b"/>
            <a:pathLst>
              <a:path w="11262360" h="3304540">
                <a:moveTo>
                  <a:pt x="11262360" y="0"/>
                </a:moveTo>
                <a:lnTo>
                  <a:pt x="0" y="0"/>
                </a:lnTo>
                <a:lnTo>
                  <a:pt x="0" y="3304031"/>
                </a:lnTo>
                <a:lnTo>
                  <a:pt x="11262360" y="3304031"/>
                </a:lnTo>
                <a:lnTo>
                  <a:pt x="11262360" y="0"/>
                </a:lnTo>
                <a:close/>
              </a:path>
            </a:pathLst>
          </a:custGeom>
          <a:solidFill>
            <a:srgbClr val="1A315F"/>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600" b="0" i="0">
                <a:solidFill>
                  <a:srgbClr val="1A315F"/>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46531" y="457200"/>
            <a:ext cx="3703320" cy="94615"/>
          </a:xfrm>
          <a:custGeom>
            <a:avLst/>
            <a:gdLst/>
            <a:ahLst/>
            <a:cxnLst/>
            <a:rect l="l" t="t" r="r" b="b"/>
            <a:pathLst>
              <a:path w="3703320" h="94615">
                <a:moveTo>
                  <a:pt x="3703320" y="0"/>
                </a:moveTo>
                <a:lnTo>
                  <a:pt x="0" y="0"/>
                </a:lnTo>
                <a:lnTo>
                  <a:pt x="0" y="94487"/>
                </a:lnTo>
                <a:lnTo>
                  <a:pt x="3703320" y="94487"/>
                </a:lnTo>
                <a:lnTo>
                  <a:pt x="3703320" y="0"/>
                </a:lnTo>
                <a:close/>
              </a:path>
            </a:pathLst>
          </a:custGeom>
          <a:solidFill>
            <a:srgbClr val="1A315F"/>
          </a:solidFill>
        </p:spPr>
        <p:txBody>
          <a:bodyPr wrap="square" lIns="0" tIns="0" rIns="0" bIns="0" rtlCol="0"/>
          <a:lstStyle/>
          <a:p>
            <a:endParaRPr/>
          </a:p>
        </p:txBody>
      </p:sp>
      <p:sp>
        <p:nvSpPr>
          <p:cNvPr id="17" name="bg object 17"/>
          <p:cNvSpPr/>
          <p:nvPr/>
        </p:nvSpPr>
        <p:spPr>
          <a:xfrm>
            <a:off x="8042147" y="454151"/>
            <a:ext cx="3703320" cy="97790"/>
          </a:xfrm>
          <a:custGeom>
            <a:avLst/>
            <a:gdLst/>
            <a:ahLst/>
            <a:cxnLst/>
            <a:rect l="l" t="t" r="r" b="b"/>
            <a:pathLst>
              <a:path w="3703320" h="97790">
                <a:moveTo>
                  <a:pt x="3703320" y="0"/>
                </a:moveTo>
                <a:lnTo>
                  <a:pt x="0" y="0"/>
                </a:lnTo>
                <a:lnTo>
                  <a:pt x="0" y="97536"/>
                </a:lnTo>
                <a:lnTo>
                  <a:pt x="3703320" y="97536"/>
                </a:lnTo>
                <a:lnTo>
                  <a:pt x="3703320" y="0"/>
                </a:lnTo>
                <a:close/>
              </a:path>
            </a:pathLst>
          </a:custGeom>
          <a:solidFill>
            <a:srgbClr val="959FA7"/>
          </a:solidFill>
        </p:spPr>
        <p:txBody>
          <a:bodyPr wrap="square" lIns="0" tIns="0" rIns="0" bIns="0" rtlCol="0"/>
          <a:lstStyle/>
          <a:p>
            <a:endParaRPr/>
          </a:p>
        </p:txBody>
      </p:sp>
      <p:sp>
        <p:nvSpPr>
          <p:cNvPr id="18" name="bg object 18"/>
          <p:cNvSpPr/>
          <p:nvPr/>
        </p:nvSpPr>
        <p:spPr>
          <a:xfrm>
            <a:off x="4241291" y="457200"/>
            <a:ext cx="3703320" cy="91440"/>
          </a:xfrm>
          <a:custGeom>
            <a:avLst/>
            <a:gdLst/>
            <a:ahLst/>
            <a:cxnLst/>
            <a:rect l="l" t="t" r="r" b="b"/>
            <a:pathLst>
              <a:path w="3703320" h="91440">
                <a:moveTo>
                  <a:pt x="3703319" y="0"/>
                </a:moveTo>
                <a:lnTo>
                  <a:pt x="0" y="0"/>
                </a:lnTo>
                <a:lnTo>
                  <a:pt x="0" y="91439"/>
                </a:lnTo>
                <a:lnTo>
                  <a:pt x="3703319" y="91439"/>
                </a:lnTo>
                <a:lnTo>
                  <a:pt x="3703319" y="0"/>
                </a:lnTo>
                <a:close/>
              </a:path>
            </a:pathLst>
          </a:custGeom>
          <a:solidFill>
            <a:srgbClr val="4590B8"/>
          </a:solidFill>
        </p:spPr>
        <p:txBody>
          <a:bodyPr wrap="square" lIns="0" tIns="0" rIns="0" bIns="0" rtlCol="0"/>
          <a:lstStyle/>
          <a:p>
            <a:endParaRPr/>
          </a:p>
        </p:txBody>
      </p:sp>
      <p:sp>
        <p:nvSpPr>
          <p:cNvPr id="2" name="Holder 2"/>
          <p:cNvSpPr>
            <a:spLocks noGrp="1"/>
          </p:cNvSpPr>
          <p:nvPr>
            <p:ph type="title"/>
          </p:nvPr>
        </p:nvSpPr>
        <p:spPr>
          <a:xfrm>
            <a:off x="659993" y="1640390"/>
            <a:ext cx="5170805" cy="1149985"/>
          </a:xfrm>
          <a:prstGeom prst="rect">
            <a:avLst/>
          </a:prstGeom>
        </p:spPr>
        <p:txBody>
          <a:bodyPr wrap="square" lIns="0" tIns="0" rIns="0" bIns="0">
            <a:spAutoFit/>
          </a:bodyPr>
          <a:lstStyle>
            <a:lvl1pPr>
              <a:defRPr sz="3600" b="0" i="0">
                <a:solidFill>
                  <a:srgbClr val="1A315F"/>
                </a:solidFill>
                <a:latin typeface="Trebuchet MS"/>
                <a:cs typeface="Trebuchet MS"/>
              </a:defRPr>
            </a:lvl1pPr>
          </a:lstStyle>
          <a:p>
            <a:endParaRPr/>
          </a:p>
        </p:txBody>
      </p:sp>
      <p:sp>
        <p:nvSpPr>
          <p:cNvPr id="3" name="Holder 3"/>
          <p:cNvSpPr>
            <a:spLocks noGrp="1"/>
          </p:cNvSpPr>
          <p:nvPr>
            <p:ph type="body" idx="1"/>
          </p:nvPr>
        </p:nvSpPr>
        <p:spPr>
          <a:xfrm>
            <a:off x="656996" y="2370835"/>
            <a:ext cx="10878007" cy="3281045"/>
          </a:xfrm>
          <a:prstGeom prst="rect">
            <a:avLst/>
          </a:prstGeom>
        </p:spPr>
        <p:txBody>
          <a:bodyPr wrap="square" lIns="0" tIns="0" rIns="0" bIns="0">
            <a:spAutoFit/>
          </a:bodyPr>
          <a:lstStyle>
            <a:lvl1pPr>
              <a:defRPr sz="1800" b="0" i="0">
                <a:solidFill>
                  <a:srgbClr val="3C3C3C"/>
                </a:solidFill>
                <a:latin typeface="Trebuchet MS"/>
                <a:cs typeface="Trebuchet MS"/>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8/22/2025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medium.com/@roshmitadey/common-table-expressions-cte-in-sql-abdf550fc72f" TargetMode="External"/><Relationship Id="rId2" Type="http://schemas.openxmlformats.org/officeDocument/2006/relationships/hyperlink" Target="https://learnsql.com/blog/what-is-common-table-expression/" TargetMode="External"/><Relationship Id="rId1" Type="http://schemas.openxmlformats.org/officeDocument/2006/relationships/slideLayout" Target="../slideLayouts/slideLayout2.xml"/><Relationship Id="rId5" Type="http://schemas.openxmlformats.org/officeDocument/2006/relationships/hyperlink" Target="https://mode.com/sql-tutorial/sql-window-functions" TargetMode="External"/><Relationship Id="rId4" Type="http://schemas.openxmlformats.org/officeDocument/2006/relationships/hyperlink" Target="https://medium.com/@manutej/mastering-sql-window-functions-guide-e6dc17eb1995"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9993" y="1640390"/>
            <a:ext cx="5893207" cy="1147750"/>
          </a:xfrm>
          <a:prstGeom prst="rect">
            <a:avLst/>
          </a:prstGeom>
        </p:spPr>
        <p:txBody>
          <a:bodyPr vert="horz" wrap="square" lIns="0" tIns="242570" rIns="0" bIns="0" rtlCol="0">
            <a:spAutoFit/>
          </a:bodyPr>
          <a:lstStyle/>
          <a:p>
            <a:pPr marL="12700">
              <a:lnSpc>
                <a:spcPct val="100000"/>
              </a:lnSpc>
              <a:spcBef>
                <a:spcPts val="1910"/>
              </a:spcBef>
            </a:pPr>
            <a:r>
              <a:rPr spc="-105" dirty="0"/>
              <a:t>IF351</a:t>
            </a:r>
            <a:r>
              <a:rPr spc="5" dirty="0"/>
              <a:t> </a:t>
            </a:r>
            <a:r>
              <a:rPr dirty="0"/>
              <a:t>DATABASE</a:t>
            </a:r>
            <a:r>
              <a:rPr spc="10" dirty="0"/>
              <a:t> </a:t>
            </a:r>
            <a:r>
              <a:rPr spc="-10" dirty="0"/>
              <a:t>SYSTEMS</a:t>
            </a:r>
          </a:p>
          <a:p>
            <a:pPr marL="12700">
              <a:lnSpc>
                <a:spcPct val="100000"/>
              </a:lnSpc>
              <a:spcBef>
                <a:spcPts val="800"/>
              </a:spcBef>
            </a:pPr>
            <a:r>
              <a:rPr sz="1600" dirty="0">
                <a:solidFill>
                  <a:srgbClr val="4590B8"/>
                </a:solidFill>
              </a:rPr>
              <a:t>1</a:t>
            </a:r>
            <a:r>
              <a:rPr lang="en-US" sz="1600" dirty="0">
                <a:solidFill>
                  <a:srgbClr val="4590B8"/>
                </a:solidFill>
              </a:rPr>
              <a:t>0</a:t>
            </a:r>
            <a:r>
              <a:rPr sz="1600" spc="55" dirty="0">
                <a:solidFill>
                  <a:srgbClr val="4590B8"/>
                </a:solidFill>
              </a:rPr>
              <a:t> </a:t>
            </a:r>
            <a:r>
              <a:rPr sz="1600" dirty="0">
                <a:solidFill>
                  <a:srgbClr val="4590B8"/>
                </a:solidFill>
              </a:rPr>
              <a:t>STORED</a:t>
            </a:r>
            <a:r>
              <a:rPr sz="1600" spc="80" dirty="0">
                <a:solidFill>
                  <a:srgbClr val="4590B8"/>
                </a:solidFill>
              </a:rPr>
              <a:t> </a:t>
            </a:r>
            <a:r>
              <a:rPr sz="1600" spc="-10" dirty="0">
                <a:solidFill>
                  <a:srgbClr val="4590B8"/>
                </a:solidFill>
              </a:rPr>
              <a:t>PROCEDURES</a:t>
            </a:r>
            <a:r>
              <a:rPr lang="en-US" sz="1600" spc="-10" dirty="0">
                <a:solidFill>
                  <a:srgbClr val="4590B8"/>
                </a:solidFill>
              </a:rPr>
              <a:t> AND ADVANCED SQL QUERY (CTE)</a:t>
            </a:r>
            <a:endParaRPr sz="1600" dirty="0"/>
          </a:p>
        </p:txBody>
      </p:sp>
      <p:sp>
        <p:nvSpPr>
          <p:cNvPr id="3" name="object 3"/>
          <p:cNvSpPr txBox="1"/>
          <p:nvPr/>
        </p:nvSpPr>
        <p:spPr>
          <a:xfrm>
            <a:off x="659993" y="976629"/>
            <a:ext cx="3302407" cy="517449"/>
          </a:xfrm>
          <a:prstGeom prst="rect">
            <a:avLst/>
          </a:prstGeom>
        </p:spPr>
        <p:txBody>
          <a:bodyPr vert="horz" wrap="square" lIns="0" tIns="12065" rIns="0" bIns="0" rtlCol="0">
            <a:spAutoFit/>
          </a:bodyPr>
          <a:lstStyle/>
          <a:p>
            <a:pPr marL="12700">
              <a:lnSpc>
                <a:spcPct val="100000"/>
              </a:lnSpc>
              <a:spcBef>
                <a:spcPts val="95"/>
              </a:spcBef>
            </a:pPr>
            <a:r>
              <a:rPr sz="1600" spc="75" dirty="0">
                <a:solidFill>
                  <a:srgbClr val="959FA7"/>
                </a:solidFill>
                <a:latin typeface="Trebuchet MS"/>
                <a:cs typeface="Trebuchet MS"/>
              </a:rPr>
              <a:t>DENNIS</a:t>
            </a:r>
            <a:r>
              <a:rPr sz="1600" spc="-20" dirty="0">
                <a:solidFill>
                  <a:srgbClr val="959FA7"/>
                </a:solidFill>
                <a:latin typeface="Trebuchet MS"/>
                <a:cs typeface="Trebuchet MS"/>
              </a:rPr>
              <a:t> </a:t>
            </a:r>
            <a:r>
              <a:rPr sz="1600" spc="110" dirty="0">
                <a:solidFill>
                  <a:srgbClr val="959FA7"/>
                </a:solidFill>
                <a:latin typeface="Trebuchet MS"/>
                <a:cs typeface="Trebuchet MS"/>
              </a:rPr>
              <a:t>GUNAWAN</a:t>
            </a:r>
            <a:r>
              <a:rPr lang="en-US" sz="1600" spc="110" dirty="0">
                <a:solidFill>
                  <a:srgbClr val="959FA7"/>
                </a:solidFill>
                <a:latin typeface="Trebuchet MS"/>
                <a:cs typeface="Trebuchet MS"/>
              </a:rPr>
              <a:t> </a:t>
            </a:r>
          </a:p>
          <a:p>
            <a:pPr marL="12700">
              <a:lnSpc>
                <a:spcPct val="100000"/>
              </a:lnSpc>
              <a:spcBef>
                <a:spcPts val="95"/>
              </a:spcBef>
            </a:pPr>
            <a:r>
              <a:rPr lang="en-US" sz="1600" spc="75">
                <a:solidFill>
                  <a:srgbClr val="959FA7"/>
                </a:solidFill>
                <a:latin typeface="Trebuchet MS"/>
                <a:cs typeface="Trebuchet MS"/>
              </a:rPr>
              <a:t>DAVID AGUSTRIAWAN</a:t>
            </a:r>
            <a:endParaRPr lang="en-US" sz="1600" dirty="0">
              <a:latin typeface="Trebuchet MS"/>
              <a:cs typeface="Trebuchet MS"/>
            </a:endParaRPr>
          </a:p>
        </p:txBody>
      </p:sp>
      <p:pic>
        <p:nvPicPr>
          <p:cNvPr id="4" name="object 4"/>
          <p:cNvPicPr/>
          <p:nvPr/>
        </p:nvPicPr>
        <p:blipFill>
          <a:blip r:embed="rId2" cstate="print"/>
          <a:stretch>
            <a:fillRect/>
          </a:stretch>
        </p:blipFill>
        <p:spPr>
          <a:xfrm>
            <a:off x="10779714" y="796630"/>
            <a:ext cx="770220" cy="14732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6531" y="606551"/>
            <a:ext cx="11299190" cy="1259205"/>
          </a:xfrm>
          <a:prstGeom prst="rect">
            <a:avLst/>
          </a:prstGeom>
          <a:solidFill>
            <a:srgbClr val="1A315F"/>
          </a:solidFill>
        </p:spPr>
        <p:txBody>
          <a:bodyPr vert="horz" wrap="square" lIns="0" tIns="215900" rIns="0" bIns="0" rtlCol="0">
            <a:spAutoFit/>
          </a:bodyPr>
          <a:lstStyle/>
          <a:p>
            <a:pPr>
              <a:lnSpc>
                <a:spcPct val="100000"/>
              </a:lnSpc>
              <a:spcBef>
                <a:spcPts val="1700"/>
              </a:spcBef>
            </a:pPr>
            <a:endParaRPr sz="2800">
              <a:latin typeface="Times New Roman"/>
              <a:cs typeface="Times New Roman"/>
            </a:endParaRPr>
          </a:p>
          <a:p>
            <a:pPr marL="226060">
              <a:lnSpc>
                <a:spcPct val="100000"/>
              </a:lnSpc>
            </a:pPr>
            <a:r>
              <a:rPr sz="2800" spc="95" dirty="0">
                <a:solidFill>
                  <a:srgbClr val="FFFFFF"/>
                </a:solidFill>
              </a:rPr>
              <a:t>OUTLINE</a:t>
            </a:r>
            <a:endParaRPr sz="2800"/>
          </a:p>
        </p:txBody>
      </p:sp>
      <p:sp>
        <p:nvSpPr>
          <p:cNvPr id="3" name="object 3"/>
          <p:cNvSpPr txBox="1"/>
          <p:nvPr/>
        </p:nvSpPr>
        <p:spPr>
          <a:xfrm>
            <a:off x="609600" y="2590800"/>
            <a:ext cx="3598545" cy="2878993"/>
          </a:xfrm>
          <a:prstGeom prst="rect">
            <a:avLst/>
          </a:prstGeom>
        </p:spPr>
        <p:txBody>
          <a:bodyPr vert="horz" wrap="square" lIns="0" tIns="143510" rIns="0" bIns="0" rtlCol="0">
            <a:spAutoFit/>
          </a:bodyPr>
          <a:lstStyle/>
          <a:p>
            <a:pPr marL="318770" indent="-306070">
              <a:lnSpc>
                <a:spcPct val="100000"/>
              </a:lnSpc>
              <a:spcBef>
                <a:spcPts val="1130"/>
              </a:spcBef>
              <a:buClr>
                <a:srgbClr val="4590B8"/>
              </a:buClr>
              <a:buSzPct val="91666"/>
              <a:buFont typeface="Cambria"/>
              <a:buChar char="◾"/>
              <a:tabLst>
                <a:tab pos="318770" algn="l"/>
              </a:tabLst>
            </a:pPr>
            <a:r>
              <a:rPr sz="1800" spc="-65" dirty="0">
                <a:solidFill>
                  <a:srgbClr val="3C3C3C"/>
                </a:solidFill>
                <a:latin typeface="Trebuchet MS"/>
                <a:cs typeface="Trebuchet MS"/>
              </a:rPr>
              <a:t>Stored</a:t>
            </a:r>
            <a:r>
              <a:rPr sz="1800" spc="-45" dirty="0">
                <a:solidFill>
                  <a:srgbClr val="3C3C3C"/>
                </a:solidFill>
                <a:latin typeface="Trebuchet MS"/>
                <a:cs typeface="Trebuchet MS"/>
              </a:rPr>
              <a:t> </a:t>
            </a:r>
            <a:r>
              <a:rPr sz="1800" spc="-10" dirty="0">
                <a:solidFill>
                  <a:srgbClr val="3C3C3C"/>
                </a:solidFill>
                <a:latin typeface="Trebuchet MS"/>
                <a:cs typeface="Trebuchet MS"/>
              </a:rPr>
              <a:t>Procedures</a:t>
            </a:r>
            <a:endParaRPr sz="1800" dirty="0">
              <a:latin typeface="Trebuchet MS"/>
              <a:cs typeface="Trebuchet MS"/>
            </a:endParaRPr>
          </a:p>
          <a:p>
            <a:pPr marL="318770" indent="-306070">
              <a:lnSpc>
                <a:spcPct val="100000"/>
              </a:lnSpc>
              <a:spcBef>
                <a:spcPts val="1030"/>
              </a:spcBef>
              <a:buClr>
                <a:srgbClr val="4590B8"/>
              </a:buClr>
              <a:buSzPct val="91666"/>
              <a:buFont typeface="Cambria"/>
              <a:buChar char="◾"/>
              <a:tabLst>
                <a:tab pos="318770" algn="l"/>
              </a:tabLst>
            </a:pPr>
            <a:r>
              <a:rPr sz="1800" spc="-95" dirty="0">
                <a:solidFill>
                  <a:srgbClr val="3C3C3C"/>
                </a:solidFill>
                <a:latin typeface="Trebuchet MS"/>
                <a:cs typeface="Trebuchet MS"/>
              </a:rPr>
              <a:t>Local</a:t>
            </a:r>
            <a:r>
              <a:rPr sz="1800" spc="-290" dirty="0">
                <a:solidFill>
                  <a:srgbClr val="3C3C3C"/>
                </a:solidFill>
                <a:latin typeface="Trebuchet MS"/>
                <a:cs typeface="Trebuchet MS"/>
              </a:rPr>
              <a:t> </a:t>
            </a:r>
            <a:r>
              <a:rPr sz="1800" spc="-10" dirty="0">
                <a:solidFill>
                  <a:srgbClr val="3C3C3C"/>
                </a:solidFill>
                <a:latin typeface="Trebuchet MS"/>
                <a:cs typeface="Trebuchet MS"/>
              </a:rPr>
              <a:t>Variables</a:t>
            </a:r>
            <a:endParaRPr sz="1800" dirty="0">
              <a:latin typeface="Trebuchet MS"/>
              <a:cs typeface="Trebuchet MS"/>
            </a:endParaRPr>
          </a:p>
          <a:p>
            <a:pPr marL="318770" indent="-306070">
              <a:lnSpc>
                <a:spcPct val="100000"/>
              </a:lnSpc>
              <a:spcBef>
                <a:spcPts val="1035"/>
              </a:spcBef>
              <a:buClr>
                <a:srgbClr val="4590B8"/>
              </a:buClr>
              <a:buSzPct val="91666"/>
              <a:buFont typeface="Cambria"/>
              <a:buChar char="◾"/>
              <a:tabLst>
                <a:tab pos="318770" algn="l"/>
              </a:tabLst>
            </a:pPr>
            <a:r>
              <a:rPr sz="1800" spc="-85" dirty="0">
                <a:solidFill>
                  <a:srgbClr val="3C3C3C"/>
                </a:solidFill>
                <a:latin typeface="Trebuchet MS"/>
                <a:cs typeface="Trebuchet MS"/>
              </a:rPr>
              <a:t>Flow-</a:t>
            </a:r>
            <a:r>
              <a:rPr sz="1800" spc="-10" dirty="0">
                <a:solidFill>
                  <a:srgbClr val="3C3C3C"/>
                </a:solidFill>
                <a:latin typeface="Trebuchet MS"/>
                <a:cs typeface="Trebuchet MS"/>
              </a:rPr>
              <a:t>Control</a:t>
            </a:r>
            <a:r>
              <a:rPr sz="1800" spc="-80" dirty="0">
                <a:solidFill>
                  <a:srgbClr val="3C3C3C"/>
                </a:solidFill>
                <a:latin typeface="Trebuchet MS"/>
                <a:cs typeface="Trebuchet MS"/>
              </a:rPr>
              <a:t> </a:t>
            </a:r>
            <a:r>
              <a:rPr sz="1800" spc="-10" dirty="0">
                <a:solidFill>
                  <a:srgbClr val="3C3C3C"/>
                </a:solidFill>
                <a:latin typeface="Trebuchet MS"/>
                <a:cs typeface="Trebuchet MS"/>
              </a:rPr>
              <a:t>Statements</a:t>
            </a:r>
            <a:endParaRPr sz="1800" dirty="0">
              <a:latin typeface="Trebuchet MS"/>
              <a:cs typeface="Trebuchet MS"/>
            </a:endParaRPr>
          </a:p>
          <a:p>
            <a:pPr marL="318770" indent="-306070">
              <a:lnSpc>
                <a:spcPct val="100000"/>
              </a:lnSpc>
              <a:spcBef>
                <a:spcPts val="1030"/>
              </a:spcBef>
              <a:buClr>
                <a:srgbClr val="4590B8"/>
              </a:buClr>
              <a:buSzPct val="91666"/>
              <a:buFont typeface="Cambria"/>
              <a:buChar char="◾"/>
              <a:tabLst>
                <a:tab pos="318770" algn="l"/>
              </a:tabLst>
            </a:pPr>
            <a:r>
              <a:rPr sz="1800" spc="-40" dirty="0">
                <a:solidFill>
                  <a:srgbClr val="3C3C3C"/>
                </a:solidFill>
                <a:latin typeface="Trebuchet MS"/>
                <a:cs typeface="Trebuchet MS"/>
              </a:rPr>
              <a:t>Querying</a:t>
            </a:r>
            <a:r>
              <a:rPr sz="1800" spc="-45" dirty="0">
                <a:solidFill>
                  <a:srgbClr val="3C3C3C"/>
                </a:solidFill>
                <a:latin typeface="Trebuchet MS"/>
                <a:cs typeface="Trebuchet MS"/>
              </a:rPr>
              <a:t> </a:t>
            </a:r>
            <a:r>
              <a:rPr sz="1800" spc="-65" dirty="0">
                <a:solidFill>
                  <a:srgbClr val="3C3C3C"/>
                </a:solidFill>
                <a:latin typeface="Trebuchet MS"/>
                <a:cs typeface="Trebuchet MS"/>
              </a:rPr>
              <a:t>Data</a:t>
            </a:r>
            <a:r>
              <a:rPr sz="1800" spc="-70" dirty="0">
                <a:solidFill>
                  <a:srgbClr val="3C3C3C"/>
                </a:solidFill>
                <a:latin typeface="Trebuchet MS"/>
                <a:cs typeface="Trebuchet MS"/>
              </a:rPr>
              <a:t> </a:t>
            </a:r>
            <a:r>
              <a:rPr sz="1800" spc="-100" dirty="0">
                <a:solidFill>
                  <a:srgbClr val="3C3C3C"/>
                </a:solidFill>
                <a:latin typeface="Trebuchet MS"/>
                <a:cs typeface="Trebuchet MS"/>
              </a:rPr>
              <a:t>with</a:t>
            </a:r>
            <a:r>
              <a:rPr sz="1800" spc="-40" dirty="0">
                <a:solidFill>
                  <a:srgbClr val="3C3C3C"/>
                </a:solidFill>
                <a:latin typeface="Trebuchet MS"/>
                <a:cs typeface="Trebuchet MS"/>
              </a:rPr>
              <a:t> </a:t>
            </a:r>
            <a:r>
              <a:rPr sz="1800" dirty="0">
                <a:solidFill>
                  <a:srgbClr val="3C3C3C"/>
                </a:solidFill>
                <a:latin typeface="Trebuchet MS"/>
                <a:cs typeface="Trebuchet MS"/>
              </a:rPr>
              <a:t>SELECT</a:t>
            </a:r>
            <a:r>
              <a:rPr sz="1800" spc="-45" dirty="0">
                <a:solidFill>
                  <a:srgbClr val="3C3C3C"/>
                </a:solidFill>
                <a:latin typeface="Trebuchet MS"/>
                <a:cs typeface="Trebuchet MS"/>
              </a:rPr>
              <a:t> </a:t>
            </a:r>
            <a:r>
              <a:rPr sz="1800" spc="75" dirty="0">
                <a:solidFill>
                  <a:srgbClr val="3C3C3C"/>
                </a:solidFill>
                <a:latin typeface="Trebuchet MS"/>
                <a:cs typeface="Trebuchet MS"/>
              </a:rPr>
              <a:t>INTO</a:t>
            </a:r>
            <a:endParaRPr sz="1800" dirty="0">
              <a:latin typeface="Trebuchet MS"/>
              <a:cs typeface="Trebuchet MS"/>
            </a:endParaRPr>
          </a:p>
          <a:p>
            <a:pPr marL="318770" indent="-306070">
              <a:lnSpc>
                <a:spcPct val="100000"/>
              </a:lnSpc>
              <a:spcBef>
                <a:spcPts val="1035"/>
              </a:spcBef>
              <a:buClr>
                <a:srgbClr val="4590B8"/>
              </a:buClr>
              <a:buSzPct val="91666"/>
              <a:buFont typeface="Cambria"/>
              <a:buChar char="◾"/>
              <a:tabLst>
                <a:tab pos="318770" algn="l"/>
              </a:tabLst>
            </a:pPr>
            <a:r>
              <a:rPr sz="1800" dirty="0">
                <a:solidFill>
                  <a:srgbClr val="3C3C3C"/>
                </a:solidFill>
                <a:latin typeface="Trebuchet MS"/>
                <a:cs typeface="Trebuchet MS"/>
              </a:rPr>
              <a:t>MySQL</a:t>
            </a:r>
            <a:r>
              <a:rPr sz="1800" spc="150" dirty="0">
                <a:solidFill>
                  <a:srgbClr val="3C3C3C"/>
                </a:solidFill>
                <a:latin typeface="Trebuchet MS"/>
                <a:cs typeface="Trebuchet MS"/>
              </a:rPr>
              <a:t> </a:t>
            </a:r>
            <a:r>
              <a:rPr sz="1800" spc="-10" dirty="0">
                <a:solidFill>
                  <a:srgbClr val="3C3C3C"/>
                </a:solidFill>
                <a:latin typeface="Trebuchet MS"/>
                <a:cs typeface="Trebuchet MS"/>
              </a:rPr>
              <a:t>Delimiter</a:t>
            </a:r>
            <a:endParaRPr lang="en-US" sz="1800" spc="-10" dirty="0">
              <a:solidFill>
                <a:srgbClr val="3C3C3C"/>
              </a:solidFill>
              <a:latin typeface="Trebuchet MS"/>
              <a:cs typeface="Trebuchet MS"/>
            </a:endParaRPr>
          </a:p>
          <a:p>
            <a:pPr marL="318770" indent="-306070">
              <a:lnSpc>
                <a:spcPct val="100000"/>
              </a:lnSpc>
              <a:spcBef>
                <a:spcPts val="1135"/>
              </a:spcBef>
              <a:buClr>
                <a:srgbClr val="4590B8"/>
              </a:buClr>
              <a:buSzPct val="91666"/>
              <a:buFont typeface="Cambria"/>
              <a:buChar char="◾"/>
              <a:tabLst>
                <a:tab pos="318770" algn="l"/>
              </a:tabLst>
            </a:pPr>
            <a:r>
              <a:rPr lang="en-US" sz="1800" spc="-75" dirty="0">
                <a:solidFill>
                  <a:srgbClr val="3C3C3C"/>
                </a:solidFill>
                <a:latin typeface="Trebuchet MS"/>
                <a:cs typeface="Trebuchet MS"/>
              </a:rPr>
              <a:t>CTEs</a:t>
            </a:r>
          </a:p>
          <a:p>
            <a:pPr marL="318770" indent="-306070">
              <a:lnSpc>
                <a:spcPct val="100000"/>
              </a:lnSpc>
              <a:spcBef>
                <a:spcPts val="1135"/>
              </a:spcBef>
              <a:buClr>
                <a:srgbClr val="4590B8"/>
              </a:buClr>
              <a:buSzPct val="91666"/>
              <a:buFont typeface="Cambria"/>
              <a:buChar char="◾"/>
              <a:tabLst>
                <a:tab pos="318770" algn="l"/>
              </a:tabLst>
            </a:pPr>
            <a:r>
              <a:rPr lang="en-US" spc="-75" dirty="0">
                <a:solidFill>
                  <a:srgbClr val="3C3C3C"/>
                </a:solidFill>
                <a:latin typeface="Trebuchet MS"/>
                <a:cs typeface="Trebuchet MS"/>
              </a:rPr>
              <a:t>SQL Window Function</a:t>
            </a:r>
            <a:endParaRPr lang="en-US" sz="1800" dirty="0">
              <a:latin typeface="Trebuchet MS"/>
              <a:cs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6531" y="606551"/>
            <a:ext cx="11299190" cy="1259205"/>
          </a:xfrm>
          <a:prstGeom prst="rect">
            <a:avLst/>
          </a:prstGeom>
          <a:solidFill>
            <a:srgbClr val="1A315F"/>
          </a:solidFill>
        </p:spPr>
        <p:txBody>
          <a:bodyPr vert="horz" wrap="square" lIns="0" tIns="215900" rIns="0" bIns="0" rtlCol="0">
            <a:spAutoFit/>
          </a:bodyPr>
          <a:lstStyle/>
          <a:p>
            <a:pPr>
              <a:lnSpc>
                <a:spcPct val="100000"/>
              </a:lnSpc>
              <a:spcBef>
                <a:spcPts val="1700"/>
              </a:spcBef>
            </a:pPr>
            <a:endParaRPr sz="2800">
              <a:latin typeface="Times New Roman"/>
              <a:cs typeface="Times New Roman"/>
            </a:endParaRPr>
          </a:p>
          <a:p>
            <a:pPr marL="226060">
              <a:lnSpc>
                <a:spcPct val="100000"/>
              </a:lnSpc>
            </a:pPr>
            <a:r>
              <a:rPr sz="2800" spc="85" dirty="0">
                <a:solidFill>
                  <a:srgbClr val="FFFFFF"/>
                </a:solidFill>
              </a:rPr>
              <a:t>STORED</a:t>
            </a:r>
            <a:r>
              <a:rPr sz="2800" spc="-75" dirty="0">
                <a:solidFill>
                  <a:srgbClr val="FFFFFF"/>
                </a:solidFill>
              </a:rPr>
              <a:t> </a:t>
            </a:r>
            <a:r>
              <a:rPr sz="2800" spc="65" dirty="0">
                <a:solidFill>
                  <a:srgbClr val="FFFFFF"/>
                </a:solidFill>
              </a:rPr>
              <a:t>PROCEDURES</a:t>
            </a:r>
            <a:endParaRPr sz="2800"/>
          </a:p>
        </p:txBody>
      </p:sp>
      <p:sp>
        <p:nvSpPr>
          <p:cNvPr id="3" name="object 3"/>
          <p:cNvSpPr txBox="1"/>
          <p:nvPr/>
        </p:nvSpPr>
        <p:spPr>
          <a:xfrm>
            <a:off x="581405" y="2228850"/>
            <a:ext cx="5422900" cy="3633470"/>
          </a:xfrm>
          <a:prstGeom prst="rect">
            <a:avLst/>
          </a:prstGeom>
          <a:ln w="28575">
            <a:solidFill>
              <a:srgbClr val="1A315F"/>
            </a:solidFill>
          </a:ln>
        </p:spPr>
        <p:txBody>
          <a:bodyPr vert="horz" wrap="square" lIns="0" tIns="0" rIns="0" bIns="0" rtlCol="0">
            <a:spAutoFit/>
          </a:bodyPr>
          <a:lstStyle/>
          <a:p>
            <a:pPr>
              <a:lnSpc>
                <a:spcPct val="100000"/>
              </a:lnSpc>
            </a:pPr>
            <a:endParaRPr sz="1800">
              <a:latin typeface="Times New Roman"/>
              <a:cs typeface="Times New Roman"/>
            </a:endParaRPr>
          </a:p>
          <a:p>
            <a:pPr>
              <a:lnSpc>
                <a:spcPct val="100000"/>
              </a:lnSpc>
              <a:spcBef>
                <a:spcPts val="1590"/>
              </a:spcBef>
            </a:pPr>
            <a:endParaRPr sz="1800">
              <a:latin typeface="Times New Roman"/>
              <a:cs typeface="Times New Roman"/>
            </a:endParaRPr>
          </a:p>
          <a:p>
            <a:pPr marL="251460" marR="247650" algn="ctr">
              <a:lnSpc>
                <a:spcPct val="147800"/>
              </a:lnSpc>
              <a:spcBef>
                <a:spcPts val="5"/>
              </a:spcBef>
            </a:pPr>
            <a:r>
              <a:rPr sz="1800" spc="125" dirty="0">
                <a:solidFill>
                  <a:srgbClr val="3C3C3C"/>
                </a:solidFill>
                <a:latin typeface="Trebuchet MS"/>
                <a:cs typeface="Trebuchet MS"/>
              </a:rPr>
              <a:t>A</a:t>
            </a:r>
            <a:r>
              <a:rPr sz="1800" spc="-30" dirty="0">
                <a:solidFill>
                  <a:srgbClr val="3C3C3C"/>
                </a:solidFill>
                <a:latin typeface="Trebuchet MS"/>
                <a:cs typeface="Trebuchet MS"/>
              </a:rPr>
              <a:t> </a:t>
            </a:r>
            <a:r>
              <a:rPr sz="1800" spc="-105" dirty="0">
                <a:solidFill>
                  <a:srgbClr val="3C3C3C"/>
                </a:solidFill>
                <a:latin typeface="Trebuchet MS"/>
                <a:cs typeface="Trebuchet MS"/>
              </a:rPr>
              <a:t>certain</a:t>
            </a:r>
            <a:r>
              <a:rPr sz="1800" spc="-35" dirty="0">
                <a:solidFill>
                  <a:srgbClr val="3C3C3C"/>
                </a:solidFill>
                <a:latin typeface="Trebuchet MS"/>
                <a:cs typeface="Trebuchet MS"/>
              </a:rPr>
              <a:t> </a:t>
            </a:r>
            <a:r>
              <a:rPr sz="1800" spc="-125" dirty="0">
                <a:solidFill>
                  <a:srgbClr val="3C3C3C"/>
                </a:solidFill>
                <a:latin typeface="Trebuchet MS"/>
                <a:cs typeface="Trebuchet MS"/>
              </a:rPr>
              <a:t>piece</a:t>
            </a:r>
            <a:r>
              <a:rPr sz="1800" spc="-35" dirty="0">
                <a:solidFill>
                  <a:srgbClr val="3C3C3C"/>
                </a:solidFill>
                <a:latin typeface="Trebuchet MS"/>
                <a:cs typeface="Trebuchet MS"/>
              </a:rPr>
              <a:t> </a:t>
            </a:r>
            <a:r>
              <a:rPr sz="1800" spc="-100" dirty="0">
                <a:solidFill>
                  <a:srgbClr val="3C3C3C"/>
                </a:solidFill>
                <a:latin typeface="Trebuchet MS"/>
                <a:cs typeface="Trebuchet MS"/>
              </a:rPr>
              <a:t>of</a:t>
            </a:r>
            <a:r>
              <a:rPr sz="1800" spc="-30" dirty="0">
                <a:solidFill>
                  <a:srgbClr val="3C3C3C"/>
                </a:solidFill>
                <a:latin typeface="Trebuchet MS"/>
                <a:cs typeface="Trebuchet MS"/>
              </a:rPr>
              <a:t> </a:t>
            </a:r>
            <a:r>
              <a:rPr sz="1800" spc="-75" dirty="0">
                <a:solidFill>
                  <a:srgbClr val="3C3C3C"/>
                </a:solidFill>
                <a:latin typeface="Trebuchet MS"/>
                <a:cs typeface="Trebuchet MS"/>
              </a:rPr>
              <a:t>code</a:t>
            </a:r>
            <a:r>
              <a:rPr sz="1800" spc="-45" dirty="0">
                <a:solidFill>
                  <a:srgbClr val="3C3C3C"/>
                </a:solidFill>
                <a:latin typeface="Trebuchet MS"/>
                <a:cs typeface="Trebuchet MS"/>
              </a:rPr>
              <a:t> </a:t>
            </a:r>
            <a:r>
              <a:rPr sz="1800" spc="-114" dirty="0">
                <a:solidFill>
                  <a:srgbClr val="3C3C3C"/>
                </a:solidFill>
                <a:latin typeface="Trebuchet MS"/>
                <a:cs typeface="Trebuchet MS"/>
              </a:rPr>
              <a:t>(the</a:t>
            </a:r>
            <a:r>
              <a:rPr sz="1800" spc="-15" dirty="0">
                <a:solidFill>
                  <a:srgbClr val="3C3C3C"/>
                </a:solidFill>
                <a:latin typeface="Trebuchet MS"/>
                <a:cs typeface="Trebuchet MS"/>
              </a:rPr>
              <a:t> </a:t>
            </a:r>
            <a:r>
              <a:rPr sz="1800" spc="-80" dirty="0">
                <a:solidFill>
                  <a:srgbClr val="3C3C3C"/>
                </a:solidFill>
                <a:latin typeface="Trebuchet MS"/>
                <a:cs typeface="Trebuchet MS"/>
              </a:rPr>
              <a:t>procedure)</a:t>
            </a:r>
            <a:r>
              <a:rPr sz="1800" spc="-30" dirty="0">
                <a:solidFill>
                  <a:srgbClr val="3C3C3C"/>
                </a:solidFill>
                <a:latin typeface="Trebuchet MS"/>
                <a:cs typeface="Trebuchet MS"/>
              </a:rPr>
              <a:t> </a:t>
            </a:r>
            <a:r>
              <a:rPr sz="1800" spc="-85" dirty="0">
                <a:solidFill>
                  <a:srgbClr val="3C3C3C"/>
                </a:solidFill>
                <a:latin typeface="Trebuchet MS"/>
                <a:cs typeface="Trebuchet MS"/>
              </a:rPr>
              <a:t>consisting</a:t>
            </a:r>
            <a:r>
              <a:rPr sz="1800" spc="-45" dirty="0">
                <a:solidFill>
                  <a:srgbClr val="3C3C3C"/>
                </a:solidFill>
                <a:latin typeface="Trebuchet MS"/>
                <a:cs typeface="Trebuchet MS"/>
              </a:rPr>
              <a:t> </a:t>
            </a:r>
            <a:r>
              <a:rPr sz="1800" spc="-25" dirty="0">
                <a:solidFill>
                  <a:srgbClr val="3C3C3C"/>
                </a:solidFill>
                <a:latin typeface="Trebuchet MS"/>
                <a:cs typeface="Trebuchet MS"/>
              </a:rPr>
              <a:t>of </a:t>
            </a:r>
            <a:r>
              <a:rPr sz="1800" spc="-130" dirty="0">
                <a:solidFill>
                  <a:srgbClr val="3C3C3C"/>
                </a:solidFill>
                <a:latin typeface="Trebuchet MS"/>
                <a:cs typeface="Trebuchet MS"/>
              </a:rPr>
              <a:t>declarative</a:t>
            </a:r>
            <a:r>
              <a:rPr sz="1800" dirty="0">
                <a:solidFill>
                  <a:srgbClr val="3C3C3C"/>
                </a:solidFill>
                <a:latin typeface="Trebuchet MS"/>
                <a:cs typeface="Trebuchet MS"/>
              </a:rPr>
              <a:t> </a:t>
            </a:r>
            <a:r>
              <a:rPr sz="1800" spc="-125" dirty="0">
                <a:solidFill>
                  <a:srgbClr val="3C3C3C"/>
                </a:solidFill>
                <a:latin typeface="Trebuchet MS"/>
                <a:cs typeface="Trebuchet MS"/>
              </a:rPr>
              <a:t>and</a:t>
            </a:r>
            <a:r>
              <a:rPr sz="1800" spc="-10" dirty="0">
                <a:solidFill>
                  <a:srgbClr val="3C3C3C"/>
                </a:solidFill>
                <a:latin typeface="Trebuchet MS"/>
                <a:cs typeface="Trebuchet MS"/>
              </a:rPr>
              <a:t> </a:t>
            </a:r>
            <a:r>
              <a:rPr sz="1800" spc="-95" dirty="0">
                <a:solidFill>
                  <a:srgbClr val="3C3C3C"/>
                </a:solidFill>
                <a:latin typeface="Trebuchet MS"/>
                <a:cs typeface="Trebuchet MS"/>
              </a:rPr>
              <a:t>procedural</a:t>
            </a:r>
            <a:r>
              <a:rPr sz="1800" spc="5" dirty="0">
                <a:solidFill>
                  <a:srgbClr val="3C3C3C"/>
                </a:solidFill>
                <a:latin typeface="Trebuchet MS"/>
                <a:cs typeface="Trebuchet MS"/>
              </a:rPr>
              <a:t> </a:t>
            </a:r>
            <a:r>
              <a:rPr sz="1800" spc="55" dirty="0">
                <a:solidFill>
                  <a:srgbClr val="3C3C3C"/>
                </a:solidFill>
                <a:latin typeface="Trebuchet MS"/>
                <a:cs typeface="Trebuchet MS"/>
              </a:rPr>
              <a:t>SQL</a:t>
            </a:r>
            <a:r>
              <a:rPr sz="1800" spc="30" dirty="0">
                <a:solidFill>
                  <a:srgbClr val="3C3C3C"/>
                </a:solidFill>
                <a:latin typeface="Trebuchet MS"/>
                <a:cs typeface="Trebuchet MS"/>
              </a:rPr>
              <a:t> </a:t>
            </a:r>
            <a:r>
              <a:rPr sz="1800" spc="-10" dirty="0">
                <a:solidFill>
                  <a:srgbClr val="3C3C3C"/>
                </a:solidFill>
                <a:latin typeface="Trebuchet MS"/>
                <a:cs typeface="Trebuchet MS"/>
              </a:rPr>
              <a:t>statements</a:t>
            </a:r>
            <a:endParaRPr sz="1800">
              <a:latin typeface="Trebuchet MS"/>
              <a:cs typeface="Trebuchet MS"/>
            </a:endParaRPr>
          </a:p>
          <a:p>
            <a:pPr algn="ctr">
              <a:lnSpc>
                <a:spcPct val="100000"/>
              </a:lnSpc>
              <a:spcBef>
                <a:spcPts val="1030"/>
              </a:spcBef>
            </a:pPr>
            <a:r>
              <a:rPr sz="1800" spc="-65" dirty="0">
                <a:solidFill>
                  <a:srgbClr val="3C3C3C"/>
                </a:solidFill>
                <a:latin typeface="Trebuchet MS"/>
                <a:cs typeface="Trebuchet MS"/>
              </a:rPr>
              <a:t>stored</a:t>
            </a:r>
            <a:r>
              <a:rPr sz="1800" spc="-40" dirty="0">
                <a:solidFill>
                  <a:srgbClr val="3C3C3C"/>
                </a:solidFill>
                <a:latin typeface="Trebuchet MS"/>
                <a:cs typeface="Trebuchet MS"/>
              </a:rPr>
              <a:t> </a:t>
            </a:r>
            <a:r>
              <a:rPr sz="1800" spc="-110" dirty="0">
                <a:solidFill>
                  <a:srgbClr val="3C3C3C"/>
                </a:solidFill>
                <a:latin typeface="Trebuchet MS"/>
                <a:cs typeface="Trebuchet MS"/>
              </a:rPr>
              <a:t>in</a:t>
            </a:r>
            <a:r>
              <a:rPr sz="1800" spc="-20" dirty="0">
                <a:solidFill>
                  <a:srgbClr val="3C3C3C"/>
                </a:solidFill>
                <a:latin typeface="Trebuchet MS"/>
                <a:cs typeface="Trebuchet MS"/>
              </a:rPr>
              <a:t> </a:t>
            </a:r>
            <a:r>
              <a:rPr sz="1800" spc="-125" dirty="0">
                <a:solidFill>
                  <a:srgbClr val="3C3C3C"/>
                </a:solidFill>
                <a:latin typeface="Trebuchet MS"/>
                <a:cs typeface="Trebuchet MS"/>
              </a:rPr>
              <a:t>the</a:t>
            </a:r>
            <a:r>
              <a:rPr sz="1800" spc="-30" dirty="0">
                <a:solidFill>
                  <a:srgbClr val="3C3C3C"/>
                </a:solidFill>
                <a:latin typeface="Trebuchet MS"/>
                <a:cs typeface="Trebuchet MS"/>
              </a:rPr>
              <a:t> </a:t>
            </a:r>
            <a:r>
              <a:rPr sz="1800" spc="-125" dirty="0">
                <a:solidFill>
                  <a:srgbClr val="3C3C3C"/>
                </a:solidFill>
                <a:latin typeface="Trebuchet MS"/>
                <a:cs typeface="Trebuchet MS"/>
              </a:rPr>
              <a:t>catalog</a:t>
            </a:r>
            <a:r>
              <a:rPr sz="1800" spc="-50" dirty="0">
                <a:solidFill>
                  <a:srgbClr val="3C3C3C"/>
                </a:solidFill>
                <a:latin typeface="Trebuchet MS"/>
                <a:cs typeface="Trebuchet MS"/>
              </a:rPr>
              <a:t> </a:t>
            </a:r>
            <a:r>
              <a:rPr sz="1800" spc="-105" dirty="0">
                <a:solidFill>
                  <a:srgbClr val="3C3C3C"/>
                </a:solidFill>
                <a:latin typeface="Trebuchet MS"/>
                <a:cs typeface="Trebuchet MS"/>
              </a:rPr>
              <a:t>of</a:t>
            </a:r>
            <a:r>
              <a:rPr sz="1800" spc="-35" dirty="0">
                <a:solidFill>
                  <a:srgbClr val="3C3C3C"/>
                </a:solidFill>
                <a:latin typeface="Trebuchet MS"/>
                <a:cs typeface="Trebuchet MS"/>
              </a:rPr>
              <a:t> </a:t>
            </a:r>
            <a:r>
              <a:rPr sz="1800" spc="-190" dirty="0">
                <a:solidFill>
                  <a:srgbClr val="3C3C3C"/>
                </a:solidFill>
                <a:latin typeface="Trebuchet MS"/>
                <a:cs typeface="Trebuchet MS"/>
              </a:rPr>
              <a:t>a</a:t>
            </a:r>
            <a:r>
              <a:rPr sz="1800" spc="-35" dirty="0">
                <a:solidFill>
                  <a:srgbClr val="3C3C3C"/>
                </a:solidFill>
                <a:latin typeface="Trebuchet MS"/>
                <a:cs typeface="Trebuchet MS"/>
              </a:rPr>
              <a:t> </a:t>
            </a:r>
            <a:r>
              <a:rPr sz="1800" spc="-10" dirty="0">
                <a:solidFill>
                  <a:srgbClr val="3C3C3C"/>
                </a:solidFill>
                <a:latin typeface="Trebuchet MS"/>
                <a:cs typeface="Trebuchet MS"/>
              </a:rPr>
              <a:t>database</a:t>
            </a:r>
            <a:endParaRPr sz="1800">
              <a:latin typeface="Trebuchet MS"/>
              <a:cs typeface="Trebuchet MS"/>
            </a:endParaRPr>
          </a:p>
          <a:p>
            <a:pPr algn="ctr">
              <a:lnSpc>
                <a:spcPct val="100000"/>
              </a:lnSpc>
              <a:spcBef>
                <a:spcPts val="1030"/>
              </a:spcBef>
            </a:pPr>
            <a:r>
              <a:rPr sz="1800" spc="-135" dirty="0">
                <a:solidFill>
                  <a:srgbClr val="3C3C3C"/>
                </a:solidFill>
                <a:latin typeface="Trebuchet MS"/>
                <a:cs typeface="Trebuchet MS"/>
              </a:rPr>
              <a:t>that</a:t>
            </a:r>
            <a:r>
              <a:rPr sz="1800" spc="-20" dirty="0">
                <a:solidFill>
                  <a:srgbClr val="3C3C3C"/>
                </a:solidFill>
                <a:latin typeface="Trebuchet MS"/>
                <a:cs typeface="Trebuchet MS"/>
              </a:rPr>
              <a:t> </a:t>
            </a:r>
            <a:r>
              <a:rPr sz="1800" spc="-130" dirty="0">
                <a:solidFill>
                  <a:srgbClr val="3C3C3C"/>
                </a:solidFill>
                <a:latin typeface="Trebuchet MS"/>
                <a:cs typeface="Trebuchet MS"/>
              </a:rPr>
              <a:t>can</a:t>
            </a:r>
            <a:r>
              <a:rPr sz="1800" spc="-20" dirty="0">
                <a:solidFill>
                  <a:srgbClr val="3C3C3C"/>
                </a:solidFill>
                <a:latin typeface="Trebuchet MS"/>
                <a:cs typeface="Trebuchet MS"/>
              </a:rPr>
              <a:t> </a:t>
            </a:r>
            <a:r>
              <a:rPr sz="1800" spc="-125" dirty="0">
                <a:solidFill>
                  <a:srgbClr val="3C3C3C"/>
                </a:solidFill>
                <a:latin typeface="Trebuchet MS"/>
                <a:cs typeface="Trebuchet MS"/>
              </a:rPr>
              <a:t>be</a:t>
            </a:r>
            <a:r>
              <a:rPr sz="1800" spc="-10" dirty="0">
                <a:solidFill>
                  <a:srgbClr val="3C3C3C"/>
                </a:solidFill>
                <a:latin typeface="Trebuchet MS"/>
                <a:cs typeface="Trebuchet MS"/>
              </a:rPr>
              <a:t> </a:t>
            </a:r>
            <a:r>
              <a:rPr sz="1800" spc="-135" dirty="0">
                <a:solidFill>
                  <a:srgbClr val="3C3C3C"/>
                </a:solidFill>
                <a:latin typeface="Trebuchet MS"/>
                <a:cs typeface="Trebuchet MS"/>
              </a:rPr>
              <a:t>activated</a:t>
            </a:r>
            <a:r>
              <a:rPr sz="1800" spc="-40" dirty="0">
                <a:solidFill>
                  <a:srgbClr val="3C3C3C"/>
                </a:solidFill>
                <a:latin typeface="Trebuchet MS"/>
                <a:cs typeface="Trebuchet MS"/>
              </a:rPr>
              <a:t> </a:t>
            </a:r>
            <a:r>
              <a:rPr sz="1800" spc="-120" dirty="0">
                <a:solidFill>
                  <a:srgbClr val="3C3C3C"/>
                </a:solidFill>
                <a:latin typeface="Trebuchet MS"/>
                <a:cs typeface="Trebuchet MS"/>
              </a:rPr>
              <a:t>by</a:t>
            </a:r>
            <a:r>
              <a:rPr sz="1800" spc="-15" dirty="0">
                <a:solidFill>
                  <a:srgbClr val="3C3C3C"/>
                </a:solidFill>
                <a:latin typeface="Trebuchet MS"/>
                <a:cs typeface="Trebuchet MS"/>
              </a:rPr>
              <a:t> </a:t>
            </a:r>
            <a:r>
              <a:rPr sz="1800" spc="-135" dirty="0">
                <a:solidFill>
                  <a:srgbClr val="3C3C3C"/>
                </a:solidFill>
                <a:latin typeface="Trebuchet MS"/>
                <a:cs typeface="Trebuchet MS"/>
              </a:rPr>
              <a:t>calling</a:t>
            </a:r>
            <a:r>
              <a:rPr sz="1800" spc="-15" dirty="0">
                <a:solidFill>
                  <a:srgbClr val="3C3C3C"/>
                </a:solidFill>
                <a:latin typeface="Trebuchet MS"/>
                <a:cs typeface="Trebuchet MS"/>
              </a:rPr>
              <a:t> </a:t>
            </a:r>
            <a:r>
              <a:rPr sz="1800" spc="-25" dirty="0">
                <a:solidFill>
                  <a:srgbClr val="3C3C3C"/>
                </a:solidFill>
                <a:latin typeface="Trebuchet MS"/>
                <a:cs typeface="Trebuchet MS"/>
              </a:rPr>
              <a:t>it</a:t>
            </a:r>
            <a:endParaRPr sz="1800">
              <a:latin typeface="Trebuchet MS"/>
              <a:cs typeface="Trebuchet MS"/>
            </a:endParaRPr>
          </a:p>
          <a:p>
            <a:pPr algn="ctr">
              <a:lnSpc>
                <a:spcPct val="100000"/>
              </a:lnSpc>
              <a:spcBef>
                <a:spcPts val="1035"/>
              </a:spcBef>
            </a:pPr>
            <a:r>
              <a:rPr sz="1800" spc="-95" dirty="0">
                <a:solidFill>
                  <a:srgbClr val="3C3C3C"/>
                </a:solidFill>
                <a:latin typeface="Trebuchet MS"/>
                <a:cs typeface="Trebuchet MS"/>
              </a:rPr>
              <a:t>from</a:t>
            </a:r>
            <a:r>
              <a:rPr sz="1800" spc="-20" dirty="0">
                <a:solidFill>
                  <a:srgbClr val="3C3C3C"/>
                </a:solidFill>
                <a:latin typeface="Trebuchet MS"/>
                <a:cs typeface="Trebuchet MS"/>
              </a:rPr>
              <a:t> </a:t>
            </a:r>
            <a:r>
              <a:rPr sz="1800" spc="-190" dirty="0">
                <a:solidFill>
                  <a:srgbClr val="3C3C3C"/>
                </a:solidFill>
                <a:latin typeface="Trebuchet MS"/>
                <a:cs typeface="Trebuchet MS"/>
              </a:rPr>
              <a:t>a</a:t>
            </a:r>
            <a:r>
              <a:rPr sz="1800" spc="-20" dirty="0">
                <a:solidFill>
                  <a:srgbClr val="3C3C3C"/>
                </a:solidFill>
                <a:latin typeface="Trebuchet MS"/>
                <a:cs typeface="Trebuchet MS"/>
              </a:rPr>
              <a:t> </a:t>
            </a:r>
            <a:r>
              <a:rPr sz="1800" spc="-114" dirty="0">
                <a:solidFill>
                  <a:srgbClr val="3C3C3C"/>
                </a:solidFill>
                <a:latin typeface="Trebuchet MS"/>
                <a:cs typeface="Trebuchet MS"/>
              </a:rPr>
              <a:t>program,</a:t>
            </a:r>
            <a:r>
              <a:rPr sz="1800" spc="-210" dirty="0">
                <a:solidFill>
                  <a:srgbClr val="3C3C3C"/>
                </a:solidFill>
                <a:latin typeface="Trebuchet MS"/>
                <a:cs typeface="Trebuchet MS"/>
              </a:rPr>
              <a:t> </a:t>
            </a:r>
            <a:r>
              <a:rPr sz="1800" spc="-190" dirty="0">
                <a:solidFill>
                  <a:srgbClr val="3C3C3C"/>
                </a:solidFill>
                <a:latin typeface="Trebuchet MS"/>
                <a:cs typeface="Trebuchet MS"/>
              </a:rPr>
              <a:t>a</a:t>
            </a:r>
            <a:r>
              <a:rPr sz="1800" spc="-25" dirty="0">
                <a:solidFill>
                  <a:srgbClr val="3C3C3C"/>
                </a:solidFill>
                <a:latin typeface="Trebuchet MS"/>
                <a:cs typeface="Trebuchet MS"/>
              </a:rPr>
              <a:t> </a:t>
            </a:r>
            <a:r>
              <a:rPr sz="1800" spc="-140" dirty="0">
                <a:solidFill>
                  <a:srgbClr val="3C3C3C"/>
                </a:solidFill>
                <a:latin typeface="Trebuchet MS"/>
                <a:cs typeface="Trebuchet MS"/>
              </a:rPr>
              <a:t>trigger,</a:t>
            </a:r>
            <a:r>
              <a:rPr sz="1800" spc="-200" dirty="0">
                <a:solidFill>
                  <a:srgbClr val="3C3C3C"/>
                </a:solidFill>
                <a:latin typeface="Trebuchet MS"/>
                <a:cs typeface="Trebuchet MS"/>
              </a:rPr>
              <a:t> </a:t>
            </a:r>
            <a:r>
              <a:rPr sz="1800" dirty="0">
                <a:solidFill>
                  <a:srgbClr val="3C3C3C"/>
                </a:solidFill>
                <a:latin typeface="Trebuchet MS"/>
                <a:cs typeface="Trebuchet MS"/>
              </a:rPr>
              <a:t>or</a:t>
            </a:r>
            <a:r>
              <a:rPr sz="1800" spc="-15" dirty="0">
                <a:solidFill>
                  <a:srgbClr val="3C3C3C"/>
                </a:solidFill>
                <a:latin typeface="Trebuchet MS"/>
                <a:cs typeface="Trebuchet MS"/>
              </a:rPr>
              <a:t> </a:t>
            </a:r>
            <a:r>
              <a:rPr sz="1800" spc="-90" dirty="0">
                <a:solidFill>
                  <a:srgbClr val="3C3C3C"/>
                </a:solidFill>
                <a:latin typeface="Trebuchet MS"/>
                <a:cs typeface="Trebuchet MS"/>
              </a:rPr>
              <a:t>another</a:t>
            </a:r>
            <a:r>
              <a:rPr sz="1800" spc="-30" dirty="0">
                <a:solidFill>
                  <a:srgbClr val="3C3C3C"/>
                </a:solidFill>
                <a:latin typeface="Trebuchet MS"/>
                <a:cs typeface="Trebuchet MS"/>
              </a:rPr>
              <a:t> </a:t>
            </a:r>
            <a:r>
              <a:rPr sz="1800" spc="-65" dirty="0">
                <a:solidFill>
                  <a:srgbClr val="3C3C3C"/>
                </a:solidFill>
                <a:latin typeface="Trebuchet MS"/>
                <a:cs typeface="Trebuchet MS"/>
              </a:rPr>
              <a:t>stored</a:t>
            </a:r>
            <a:r>
              <a:rPr sz="1800" spc="-25" dirty="0">
                <a:solidFill>
                  <a:srgbClr val="3C3C3C"/>
                </a:solidFill>
                <a:latin typeface="Trebuchet MS"/>
                <a:cs typeface="Trebuchet MS"/>
              </a:rPr>
              <a:t> </a:t>
            </a:r>
            <a:r>
              <a:rPr sz="1800" spc="-10" dirty="0">
                <a:solidFill>
                  <a:srgbClr val="3C3C3C"/>
                </a:solidFill>
                <a:latin typeface="Trebuchet MS"/>
                <a:cs typeface="Trebuchet MS"/>
              </a:rPr>
              <a:t>procedure</a:t>
            </a:r>
            <a:endParaRPr sz="1800">
              <a:latin typeface="Trebuchet MS"/>
              <a:cs typeface="Trebuchet MS"/>
            </a:endParaRPr>
          </a:p>
        </p:txBody>
      </p:sp>
      <p:sp>
        <p:nvSpPr>
          <p:cNvPr id="4" name="object 4"/>
          <p:cNvSpPr txBox="1"/>
          <p:nvPr/>
        </p:nvSpPr>
        <p:spPr>
          <a:xfrm>
            <a:off x="6267958" y="2789885"/>
            <a:ext cx="5267325" cy="2493645"/>
          </a:xfrm>
          <a:prstGeom prst="rect">
            <a:avLst/>
          </a:prstGeom>
        </p:spPr>
        <p:txBody>
          <a:bodyPr vert="horz" wrap="square" lIns="0" tIns="12700" rIns="0" bIns="0" rtlCol="0">
            <a:spAutoFit/>
          </a:bodyPr>
          <a:lstStyle/>
          <a:p>
            <a:pPr marL="318770" indent="-306070">
              <a:lnSpc>
                <a:spcPct val="100000"/>
              </a:lnSpc>
              <a:spcBef>
                <a:spcPts val="100"/>
              </a:spcBef>
              <a:buClr>
                <a:srgbClr val="4590B8"/>
              </a:buClr>
              <a:buSzPct val="91666"/>
              <a:buFont typeface="Cambria"/>
              <a:buChar char="◾"/>
              <a:tabLst>
                <a:tab pos="318770" algn="l"/>
              </a:tabLst>
            </a:pPr>
            <a:r>
              <a:rPr sz="1800" dirty="0">
                <a:solidFill>
                  <a:srgbClr val="3C3C3C"/>
                </a:solidFill>
                <a:latin typeface="Trebuchet MS"/>
                <a:cs typeface="Trebuchet MS"/>
              </a:rPr>
              <a:t>CREATE</a:t>
            </a:r>
            <a:r>
              <a:rPr sz="1800" spc="15" dirty="0">
                <a:solidFill>
                  <a:srgbClr val="3C3C3C"/>
                </a:solidFill>
                <a:latin typeface="Trebuchet MS"/>
                <a:cs typeface="Trebuchet MS"/>
              </a:rPr>
              <a:t> </a:t>
            </a:r>
            <a:r>
              <a:rPr sz="1800" spc="55" dirty="0">
                <a:solidFill>
                  <a:srgbClr val="3C3C3C"/>
                </a:solidFill>
                <a:latin typeface="Trebuchet MS"/>
                <a:cs typeface="Trebuchet MS"/>
              </a:rPr>
              <a:t>PROCEDURE</a:t>
            </a:r>
            <a:r>
              <a:rPr sz="1800" spc="15" dirty="0">
                <a:solidFill>
                  <a:srgbClr val="3C3C3C"/>
                </a:solidFill>
                <a:latin typeface="Trebuchet MS"/>
                <a:cs typeface="Trebuchet MS"/>
              </a:rPr>
              <a:t> </a:t>
            </a:r>
            <a:r>
              <a:rPr sz="1800" spc="-114" dirty="0">
                <a:solidFill>
                  <a:srgbClr val="3C3C3C"/>
                </a:solidFill>
                <a:latin typeface="Trebuchet MS"/>
                <a:cs typeface="Trebuchet MS"/>
              </a:rPr>
              <a:t>statement</a:t>
            </a:r>
            <a:r>
              <a:rPr sz="1800" spc="20" dirty="0">
                <a:solidFill>
                  <a:srgbClr val="3C3C3C"/>
                </a:solidFill>
                <a:latin typeface="Trebuchet MS"/>
                <a:cs typeface="Trebuchet MS"/>
              </a:rPr>
              <a:t> </a:t>
            </a:r>
            <a:r>
              <a:rPr sz="1800" spc="-55" dirty="0">
                <a:solidFill>
                  <a:srgbClr val="3C3C3C"/>
                </a:solidFill>
                <a:latin typeface="Trebuchet MS"/>
                <a:cs typeface="Trebuchet MS"/>
              </a:rPr>
              <a:t>consists</a:t>
            </a:r>
            <a:r>
              <a:rPr sz="1800" spc="15" dirty="0">
                <a:solidFill>
                  <a:srgbClr val="3C3C3C"/>
                </a:solidFill>
                <a:latin typeface="Trebuchet MS"/>
                <a:cs typeface="Trebuchet MS"/>
              </a:rPr>
              <a:t> </a:t>
            </a:r>
            <a:r>
              <a:rPr sz="1800" spc="-30" dirty="0">
                <a:solidFill>
                  <a:srgbClr val="3C3C3C"/>
                </a:solidFill>
                <a:latin typeface="Trebuchet MS"/>
                <a:cs typeface="Trebuchet MS"/>
              </a:rPr>
              <a:t>of</a:t>
            </a:r>
            <a:r>
              <a:rPr sz="1800" spc="10" dirty="0">
                <a:solidFill>
                  <a:srgbClr val="3C3C3C"/>
                </a:solidFill>
                <a:latin typeface="Trebuchet MS"/>
                <a:cs typeface="Trebuchet MS"/>
              </a:rPr>
              <a:t> </a:t>
            </a:r>
            <a:r>
              <a:rPr sz="1800" spc="-70" dirty="0">
                <a:solidFill>
                  <a:srgbClr val="3C3C3C"/>
                </a:solidFill>
                <a:latin typeface="Trebuchet MS"/>
                <a:cs typeface="Trebuchet MS"/>
              </a:rPr>
              <a:t>several</a:t>
            </a:r>
            <a:endParaRPr sz="1800">
              <a:latin typeface="Trebuchet MS"/>
              <a:cs typeface="Trebuchet MS"/>
            </a:endParaRPr>
          </a:p>
          <a:p>
            <a:pPr marL="318770">
              <a:lnSpc>
                <a:spcPct val="100000"/>
              </a:lnSpc>
              <a:spcBef>
                <a:spcPts val="5"/>
              </a:spcBef>
            </a:pPr>
            <a:r>
              <a:rPr sz="1800" spc="-60" dirty="0">
                <a:solidFill>
                  <a:srgbClr val="3C3C3C"/>
                </a:solidFill>
                <a:latin typeface="Trebuchet MS"/>
                <a:cs typeface="Trebuchet MS"/>
              </a:rPr>
              <a:t>other</a:t>
            </a:r>
            <a:r>
              <a:rPr sz="1800" spc="-55" dirty="0">
                <a:solidFill>
                  <a:srgbClr val="3C3C3C"/>
                </a:solidFill>
                <a:latin typeface="Trebuchet MS"/>
                <a:cs typeface="Trebuchet MS"/>
              </a:rPr>
              <a:t> </a:t>
            </a:r>
            <a:r>
              <a:rPr sz="1800" spc="55" dirty="0">
                <a:solidFill>
                  <a:srgbClr val="3C3C3C"/>
                </a:solidFill>
                <a:latin typeface="Trebuchet MS"/>
                <a:cs typeface="Trebuchet MS"/>
              </a:rPr>
              <a:t>SQL</a:t>
            </a:r>
            <a:r>
              <a:rPr sz="1800" spc="-25" dirty="0">
                <a:solidFill>
                  <a:srgbClr val="3C3C3C"/>
                </a:solidFill>
                <a:latin typeface="Trebuchet MS"/>
                <a:cs typeface="Trebuchet MS"/>
              </a:rPr>
              <a:t> </a:t>
            </a:r>
            <a:r>
              <a:rPr sz="1800" spc="-10" dirty="0">
                <a:solidFill>
                  <a:srgbClr val="3C3C3C"/>
                </a:solidFill>
                <a:latin typeface="Trebuchet MS"/>
                <a:cs typeface="Trebuchet MS"/>
              </a:rPr>
              <a:t>statements</a:t>
            </a:r>
            <a:endParaRPr sz="1800">
              <a:latin typeface="Trebuchet MS"/>
              <a:cs typeface="Trebuchet MS"/>
            </a:endParaRPr>
          </a:p>
          <a:p>
            <a:pPr>
              <a:lnSpc>
                <a:spcPct val="100000"/>
              </a:lnSpc>
            </a:pPr>
            <a:endParaRPr sz="1800">
              <a:latin typeface="Trebuchet MS"/>
              <a:cs typeface="Trebuchet MS"/>
            </a:endParaRPr>
          </a:p>
          <a:p>
            <a:pPr>
              <a:lnSpc>
                <a:spcPct val="100000"/>
              </a:lnSpc>
              <a:spcBef>
                <a:spcPts val="40"/>
              </a:spcBef>
            </a:pPr>
            <a:endParaRPr sz="1800">
              <a:latin typeface="Trebuchet MS"/>
              <a:cs typeface="Trebuchet MS"/>
            </a:endParaRPr>
          </a:p>
          <a:p>
            <a:pPr marL="318770" indent="-306070">
              <a:lnSpc>
                <a:spcPct val="100000"/>
              </a:lnSpc>
              <a:spcBef>
                <a:spcPts val="5"/>
              </a:spcBef>
              <a:buClr>
                <a:srgbClr val="4590B8"/>
              </a:buClr>
              <a:buSzPct val="91666"/>
              <a:buFont typeface="Cambria"/>
              <a:buChar char="◾"/>
              <a:tabLst>
                <a:tab pos="318770" algn="l"/>
              </a:tabLst>
            </a:pPr>
            <a:r>
              <a:rPr sz="1800" spc="-120" dirty="0">
                <a:solidFill>
                  <a:srgbClr val="3C3C3C"/>
                </a:solidFill>
                <a:latin typeface="Trebuchet MS"/>
                <a:cs typeface="Trebuchet MS"/>
              </a:rPr>
              <a:t>Each</a:t>
            </a:r>
            <a:r>
              <a:rPr sz="1800" spc="-35" dirty="0">
                <a:solidFill>
                  <a:srgbClr val="3C3C3C"/>
                </a:solidFill>
                <a:latin typeface="Trebuchet MS"/>
                <a:cs typeface="Trebuchet MS"/>
              </a:rPr>
              <a:t> </a:t>
            </a:r>
            <a:r>
              <a:rPr sz="1800" spc="-70" dirty="0">
                <a:solidFill>
                  <a:srgbClr val="3C3C3C"/>
                </a:solidFill>
                <a:latin typeface="Trebuchet MS"/>
                <a:cs typeface="Trebuchet MS"/>
              </a:rPr>
              <a:t>stored</a:t>
            </a:r>
            <a:r>
              <a:rPr sz="1800" spc="-55" dirty="0">
                <a:solidFill>
                  <a:srgbClr val="3C3C3C"/>
                </a:solidFill>
                <a:latin typeface="Trebuchet MS"/>
                <a:cs typeface="Trebuchet MS"/>
              </a:rPr>
              <a:t> </a:t>
            </a:r>
            <a:r>
              <a:rPr sz="1800" spc="-75" dirty="0">
                <a:solidFill>
                  <a:srgbClr val="3C3C3C"/>
                </a:solidFill>
                <a:latin typeface="Trebuchet MS"/>
                <a:cs typeface="Trebuchet MS"/>
              </a:rPr>
              <a:t>procedure</a:t>
            </a:r>
            <a:r>
              <a:rPr sz="1800" spc="-15" dirty="0">
                <a:solidFill>
                  <a:srgbClr val="3C3C3C"/>
                </a:solidFill>
                <a:latin typeface="Trebuchet MS"/>
                <a:cs typeface="Trebuchet MS"/>
              </a:rPr>
              <a:t> </a:t>
            </a:r>
            <a:r>
              <a:rPr sz="1800" spc="-75" dirty="0">
                <a:solidFill>
                  <a:srgbClr val="3C3C3C"/>
                </a:solidFill>
                <a:latin typeface="Trebuchet MS"/>
                <a:cs typeface="Trebuchet MS"/>
              </a:rPr>
              <a:t>consists</a:t>
            </a:r>
            <a:r>
              <a:rPr sz="1800" spc="-60" dirty="0">
                <a:solidFill>
                  <a:srgbClr val="3C3C3C"/>
                </a:solidFill>
                <a:latin typeface="Trebuchet MS"/>
                <a:cs typeface="Trebuchet MS"/>
              </a:rPr>
              <a:t> </a:t>
            </a:r>
            <a:r>
              <a:rPr sz="1800" spc="-100" dirty="0">
                <a:solidFill>
                  <a:srgbClr val="3C3C3C"/>
                </a:solidFill>
                <a:latin typeface="Trebuchet MS"/>
                <a:cs typeface="Trebuchet MS"/>
              </a:rPr>
              <a:t>of</a:t>
            </a:r>
            <a:r>
              <a:rPr sz="1800" spc="-45" dirty="0">
                <a:solidFill>
                  <a:srgbClr val="3C3C3C"/>
                </a:solidFill>
                <a:latin typeface="Trebuchet MS"/>
                <a:cs typeface="Trebuchet MS"/>
              </a:rPr>
              <a:t> </a:t>
            </a:r>
            <a:r>
              <a:rPr sz="1800" spc="-160" dirty="0">
                <a:solidFill>
                  <a:srgbClr val="3C3C3C"/>
                </a:solidFill>
                <a:latin typeface="Trebuchet MS"/>
                <a:cs typeface="Trebuchet MS"/>
              </a:rPr>
              <a:t>at</a:t>
            </a:r>
            <a:r>
              <a:rPr sz="1800" spc="-35" dirty="0">
                <a:solidFill>
                  <a:srgbClr val="3C3C3C"/>
                </a:solidFill>
                <a:latin typeface="Trebuchet MS"/>
                <a:cs typeface="Trebuchet MS"/>
              </a:rPr>
              <a:t> </a:t>
            </a:r>
            <a:r>
              <a:rPr sz="1800" spc="-125" dirty="0">
                <a:solidFill>
                  <a:srgbClr val="3C3C3C"/>
                </a:solidFill>
                <a:latin typeface="Trebuchet MS"/>
                <a:cs typeface="Trebuchet MS"/>
              </a:rPr>
              <a:t>least</a:t>
            </a:r>
            <a:r>
              <a:rPr sz="1800" spc="-35" dirty="0">
                <a:solidFill>
                  <a:srgbClr val="3C3C3C"/>
                </a:solidFill>
                <a:latin typeface="Trebuchet MS"/>
                <a:cs typeface="Trebuchet MS"/>
              </a:rPr>
              <a:t> </a:t>
            </a:r>
            <a:r>
              <a:rPr sz="1800" dirty="0">
                <a:solidFill>
                  <a:srgbClr val="3C3C3C"/>
                </a:solidFill>
                <a:latin typeface="Trebuchet MS"/>
                <a:cs typeface="Trebuchet MS"/>
              </a:rPr>
              <a:t>3</a:t>
            </a:r>
            <a:r>
              <a:rPr sz="1800" spc="-20" dirty="0">
                <a:solidFill>
                  <a:srgbClr val="3C3C3C"/>
                </a:solidFill>
                <a:latin typeface="Trebuchet MS"/>
                <a:cs typeface="Trebuchet MS"/>
              </a:rPr>
              <a:t> </a:t>
            </a:r>
            <a:r>
              <a:rPr sz="1800" spc="-10" dirty="0">
                <a:solidFill>
                  <a:srgbClr val="3C3C3C"/>
                </a:solidFill>
                <a:latin typeface="Trebuchet MS"/>
                <a:cs typeface="Trebuchet MS"/>
              </a:rPr>
              <a:t>parts</a:t>
            </a:r>
            <a:endParaRPr sz="1800">
              <a:latin typeface="Trebuchet MS"/>
              <a:cs typeface="Trebuchet MS"/>
            </a:endParaRPr>
          </a:p>
          <a:p>
            <a:pPr marL="641985" lvl="1" indent="-304800">
              <a:lnSpc>
                <a:spcPct val="100000"/>
              </a:lnSpc>
              <a:spcBef>
                <a:spcPts val="990"/>
              </a:spcBef>
              <a:buClr>
                <a:srgbClr val="4590B8"/>
              </a:buClr>
              <a:buSzPct val="90625"/>
              <a:buFont typeface="Cambria"/>
              <a:buChar char="◾"/>
              <a:tabLst>
                <a:tab pos="641985" algn="l"/>
              </a:tabLst>
            </a:pPr>
            <a:r>
              <a:rPr sz="1600" spc="110" dirty="0">
                <a:solidFill>
                  <a:srgbClr val="3C3C3C"/>
                </a:solidFill>
                <a:latin typeface="Trebuchet MS"/>
                <a:cs typeface="Trebuchet MS"/>
              </a:rPr>
              <a:t>A</a:t>
            </a:r>
            <a:r>
              <a:rPr sz="1600" spc="-35" dirty="0">
                <a:solidFill>
                  <a:srgbClr val="3C3C3C"/>
                </a:solidFill>
                <a:latin typeface="Trebuchet MS"/>
                <a:cs typeface="Trebuchet MS"/>
              </a:rPr>
              <a:t> </a:t>
            </a:r>
            <a:r>
              <a:rPr sz="1600" spc="-20" dirty="0">
                <a:solidFill>
                  <a:srgbClr val="3C3C3C"/>
                </a:solidFill>
                <a:latin typeface="Trebuchet MS"/>
                <a:cs typeface="Trebuchet MS"/>
              </a:rPr>
              <a:t>name</a:t>
            </a:r>
            <a:endParaRPr sz="1600">
              <a:latin typeface="Trebuchet MS"/>
              <a:cs typeface="Trebuchet MS"/>
            </a:endParaRPr>
          </a:p>
          <a:p>
            <a:pPr marL="641985" lvl="1" indent="-304800">
              <a:lnSpc>
                <a:spcPct val="100000"/>
              </a:lnSpc>
              <a:spcBef>
                <a:spcPts val="985"/>
              </a:spcBef>
              <a:buClr>
                <a:srgbClr val="4590B8"/>
              </a:buClr>
              <a:buSzPct val="90625"/>
              <a:buFont typeface="Cambria"/>
              <a:buChar char="◾"/>
              <a:tabLst>
                <a:tab pos="641985" algn="l"/>
              </a:tabLst>
            </a:pPr>
            <a:r>
              <a:rPr sz="1600" spc="110" dirty="0">
                <a:solidFill>
                  <a:srgbClr val="3C3C3C"/>
                </a:solidFill>
                <a:latin typeface="Trebuchet MS"/>
                <a:cs typeface="Trebuchet MS"/>
              </a:rPr>
              <a:t>A</a:t>
            </a:r>
            <a:r>
              <a:rPr sz="1600" spc="-35" dirty="0">
                <a:solidFill>
                  <a:srgbClr val="3C3C3C"/>
                </a:solidFill>
                <a:latin typeface="Trebuchet MS"/>
                <a:cs typeface="Trebuchet MS"/>
              </a:rPr>
              <a:t> </a:t>
            </a:r>
            <a:r>
              <a:rPr sz="1600" spc="-105" dirty="0">
                <a:solidFill>
                  <a:srgbClr val="3C3C3C"/>
                </a:solidFill>
                <a:latin typeface="Trebuchet MS"/>
                <a:cs typeface="Trebuchet MS"/>
              </a:rPr>
              <a:t>list</a:t>
            </a:r>
            <a:r>
              <a:rPr sz="1600" spc="-15" dirty="0">
                <a:solidFill>
                  <a:srgbClr val="3C3C3C"/>
                </a:solidFill>
                <a:latin typeface="Trebuchet MS"/>
                <a:cs typeface="Trebuchet MS"/>
              </a:rPr>
              <a:t> </a:t>
            </a:r>
            <a:r>
              <a:rPr sz="1600" spc="-90" dirty="0">
                <a:solidFill>
                  <a:srgbClr val="3C3C3C"/>
                </a:solidFill>
                <a:latin typeface="Trebuchet MS"/>
                <a:cs typeface="Trebuchet MS"/>
              </a:rPr>
              <a:t>of</a:t>
            </a:r>
            <a:r>
              <a:rPr sz="1600" spc="-30" dirty="0">
                <a:solidFill>
                  <a:srgbClr val="3C3C3C"/>
                </a:solidFill>
                <a:latin typeface="Trebuchet MS"/>
                <a:cs typeface="Trebuchet MS"/>
              </a:rPr>
              <a:t> </a:t>
            </a:r>
            <a:r>
              <a:rPr sz="1600" spc="-10" dirty="0">
                <a:solidFill>
                  <a:srgbClr val="3C3C3C"/>
                </a:solidFill>
                <a:latin typeface="Trebuchet MS"/>
                <a:cs typeface="Trebuchet MS"/>
              </a:rPr>
              <a:t>parameters</a:t>
            </a:r>
            <a:endParaRPr sz="1600">
              <a:latin typeface="Trebuchet MS"/>
              <a:cs typeface="Trebuchet MS"/>
            </a:endParaRPr>
          </a:p>
          <a:p>
            <a:pPr marL="641985" lvl="1" indent="-304800">
              <a:lnSpc>
                <a:spcPct val="100000"/>
              </a:lnSpc>
              <a:spcBef>
                <a:spcPts val="985"/>
              </a:spcBef>
              <a:buClr>
                <a:srgbClr val="4590B8"/>
              </a:buClr>
              <a:buSzPct val="90625"/>
              <a:buFont typeface="Cambria"/>
              <a:buChar char="◾"/>
              <a:tabLst>
                <a:tab pos="641985" algn="l"/>
              </a:tabLst>
            </a:pPr>
            <a:r>
              <a:rPr sz="1600" spc="110" dirty="0">
                <a:solidFill>
                  <a:srgbClr val="3C3C3C"/>
                </a:solidFill>
                <a:latin typeface="Trebuchet MS"/>
                <a:cs typeface="Trebuchet MS"/>
              </a:rPr>
              <a:t>A</a:t>
            </a:r>
            <a:r>
              <a:rPr sz="1600" spc="-35" dirty="0">
                <a:solidFill>
                  <a:srgbClr val="3C3C3C"/>
                </a:solidFill>
                <a:latin typeface="Trebuchet MS"/>
                <a:cs typeface="Trebuchet MS"/>
              </a:rPr>
              <a:t> </a:t>
            </a:r>
            <a:r>
              <a:rPr sz="1600" spc="-20" dirty="0">
                <a:solidFill>
                  <a:srgbClr val="3C3C3C"/>
                </a:solidFill>
                <a:latin typeface="Trebuchet MS"/>
                <a:cs typeface="Trebuchet MS"/>
              </a:rPr>
              <a:t>body</a:t>
            </a:r>
            <a:endParaRPr sz="1600">
              <a:latin typeface="Trebuchet MS"/>
              <a:cs typeface="Trebuchet M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6531" y="606551"/>
            <a:ext cx="11299190" cy="1259205"/>
          </a:xfrm>
          <a:prstGeom prst="rect">
            <a:avLst/>
          </a:prstGeom>
          <a:solidFill>
            <a:srgbClr val="1A315F"/>
          </a:solidFill>
        </p:spPr>
        <p:txBody>
          <a:bodyPr vert="horz" wrap="square" lIns="0" tIns="215900" rIns="0" bIns="0" rtlCol="0">
            <a:spAutoFit/>
          </a:bodyPr>
          <a:lstStyle/>
          <a:p>
            <a:pPr>
              <a:lnSpc>
                <a:spcPct val="100000"/>
              </a:lnSpc>
              <a:spcBef>
                <a:spcPts val="1700"/>
              </a:spcBef>
            </a:pPr>
            <a:endParaRPr sz="2800">
              <a:latin typeface="Times New Roman"/>
              <a:cs typeface="Times New Roman"/>
            </a:endParaRPr>
          </a:p>
          <a:p>
            <a:pPr marL="226060">
              <a:lnSpc>
                <a:spcPct val="100000"/>
              </a:lnSpc>
            </a:pPr>
            <a:r>
              <a:rPr sz="2800" dirty="0">
                <a:solidFill>
                  <a:srgbClr val="FFFFFF"/>
                </a:solidFill>
              </a:rPr>
              <a:t>THE</a:t>
            </a:r>
            <a:r>
              <a:rPr sz="2800" spc="-45" dirty="0">
                <a:solidFill>
                  <a:srgbClr val="FFFFFF"/>
                </a:solidFill>
              </a:rPr>
              <a:t> </a:t>
            </a:r>
            <a:r>
              <a:rPr sz="2800" spc="65" dirty="0">
                <a:solidFill>
                  <a:srgbClr val="FFFFFF"/>
                </a:solidFill>
              </a:rPr>
              <a:t>PROCESSING</a:t>
            </a:r>
            <a:r>
              <a:rPr sz="2800" spc="-35" dirty="0">
                <a:solidFill>
                  <a:srgbClr val="FFFFFF"/>
                </a:solidFill>
              </a:rPr>
              <a:t> </a:t>
            </a:r>
            <a:r>
              <a:rPr sz="2800" spc="-60" dirty="0">
                <a:solidFill>
                  <a:srgbClr val="FFFFFF"/>
                </a:solidFill>
              </a:rPr>
              <a:t>STEPS</a:t>
            </a:r>
            <a:r>
              <a:rPr sz="2800" spc="-40" dirty="0">
                <a:solidFill>
                  <a:srgbClr val="FFFFFF"/>
                </a:solidFill>
              </a:rPr>
              <a:t> </a:t>
            </a:r>
            <a:r>
              <a:rPr sz="2800" spc="114" dirty="0">
                <a:solidFill>
                  <a:srgbClr val="FFFFFF"/>
                </a:solidFill>
              </a:rPr>
              <a:t>OF</a:t>
            </a:r>
            <a:r>
              <a:rPr sz="2800" spc="-345" dirty="0">
                <a:solidFill>
                  <a:srgbClr val="FFFFFF"/>
                </a:solidFill>
              </a:rPr>
              <a:t> </a:t>
            </a:r>
            <a:r>
              <a:rPr sz="2800" spc="210" dirty="0">
                <a:solidFill>
                  <a:srgbClr val="FFFFFF"/>
                </a:solidFill>
              </a:rPr>
              <a:t>A</a:t>
            </a:r>
            <a:r>
              <a:rPr sz="2800" spc="-45" dirty="0">
                <a:solidFill>
                  <a:srgbClr val="FFFFFF"/>
                </a:solidFill>
              </a:rPr>
              <a:t> </a:t>
            </a:r>
            <a:r>
              <a:rPr sz="2800" spc="85" dirty="0">
                <a:solidFill>
                  <a:srgbClr val="FFFFFF"/>
                </a:solidFill>
              </a:rPr>
              <a:t>STORED</a:t>
            </a:r>
            <a:r>
              <a:rPr sz="2800" spc="-60" dirty="0">
                <a:solidFill>
                  <a:srgbClr val="FFFFFF"/>
                </a:solidFill>
              </a:rPr>
              <a:t> </a:t>
            </a:r>
            <a:r>
              <a:rPr sz="2800" spc="80" dirty="0">
                <a:solidFill>
                  <a:srgbClr val="FFFFFF"/>
                </a:solidFill>
              </a:rPr>
              <a:t>PROCEDURE</a:t>
            </a:r>
            <a:endParaRPr sz="2800"/>
          </a:p>
        </p:txBody>
      </p:sp>
      <p:sp>
        <p:nvSpPr>
          <p:cNvPr id="3" name="object 3"/>
          <p:cNvSpPr txBox="1"/>
          <p:nvPr/>
        </p:nvSpPr>
        <p:spPr>
          <a:xfrm>
            <a:off x="6642354" y="2371089"/>
            <a:ext cx="4890135" cy="3333115"/>
          </a:xfrm>
          <a:prstGeom prst="rect">
            <a:avLst/>
          </a:prstGeom>
        </p:spPr>
        <p:txBody>
          <a:bodyPr vert="horz" wrap="square" lIns="0" tIns="12065" rIns="0" bIns="0" rtlCol="0">
            <a:spAutoFit/>
          </a:bodyPr>
          <a:lstStyle/>
          <a:p>
            <a:pPr marL="355600" marR="7620" indent="-342900" algn="just">
              <a:lnSpc>
                <a:spcPct val="100000"/>
              </a:lnSpc>
              <a:spcBef>
                <a:spcPts val="95"/>
              </a:spcBef>
              <a:buClr>
                <a:srgbClr val="4590B8"/>
              </a:buClr>
              <a:buSzPct val="90625"/>
              <a:buAutoNum type="arabicPeriod"/>
              <a:tabLst>
                <a:tab pos="355600" algn="l"/>
              </a:tabLst>
            </a:pPr>
            <a:r>
              <a:rPr sz="1600" spc="-20" dirty="0">
                <a:solidFill>
                  <a:srgbClr val="3C3C3C"/>
                </a:solidFill>
                <a:latin typeface="Trebuchet MS"/>
                <a:cs typeface="Trebuchet MS"/>
              </a:rPr>
              <a:t>The</a:t>
            </a:r>
            <a:r>
              <a:rPr sz="1600" spc="-105" dirty="0">
                <a:solidFill>
                  <a:srgbClr val="3C3C3C"/>
                </a:solidFill>
                <a:latin typeface="Trebuchet MS"/>
                <a:cs typeface="Trebuchet MS"/>
              </a:rPr>
              <a:t> </a:t>
            </a:r>
            <a:r>
              <a:rPr sz="1600" spc="-50" dirty="0">
                <a:solidFill>
                  <a:srgbClr val="3C3C3C"/>
                </a:solidFill>
                <a:latin typeface="Trebuchet MS"/>
                <a:cs typeface="Trebuchet MS"/>
              </a:rPr>
              <a:t>process</a:t>
            </a:r>
            <a:r>
              <a:rPr sz="1600" spc="-60" dirty="0">
                <a:solidFill>
                  <a:srgbClr val="3C3C3C"/>
                </a:solidFill>
                <a:latin typeface="Trebuchet MS"/>
                <a:cs typeface="Trebuchet MS"/>
              </a:rPr>
              <a:t> </a:t>
            </a:r>
            <a:r>
              <a:rPr sz="1600" spc="-90" dirty="0">
                <a:solidFill>
                  <a:srgbClr val="3C3C3C"/>
                </a:solidFill>
                <a:latin typeface="Trebuchet MS"/>
                <a:cs typeface="Trebuchet MS"/>
              </a:rPr>
              <a:t>begins</a:t>
            </a:r>
            <a:r>
              <a:rPr sz="1600" spc="-30" dirty="0">
                <a:solidFill>
                  <a:srgbClr val="3C3C3C"/>
                </a:solidFill>
                <a:latin typeface="Trebuchet MS"/>
                <a:cs typeface="Trebuchet MS"/>
              </a:rPr>
              <a:t> </a:t>
            </a:r>
            <a:r>
              <a:rPr sz="1600" spc="-60" dirty="0">
                <a:solidFill>
                  <a:srgbClr val="3C3C3C"/>
                </a:solidFill>
                <a:latin typeface="Trebuchet MS"/>
                <a:cs typeface="Trebuchet MS"/>
              </a:rPr>
              <a:t>when</a:t>
            </a:r>
            <a:r>
              <a:rPr sz="1600" spc="-40" dirty="0">
                <a:solidFill>
                  <a:srgbClr val="3C3C3C"/>
                </a:solidFill>
                <a:latin typeface="Trebuchet MS"/>
                <a:cs typeface="Trebuchet MS"/>
              </a:rPr>
              <a:t> </a:t>
            </a:r>
            <a:r>
              <a:rPr sz="1600" spc="-95" dirty="0">
                <a:solidFill>
                  <a:srgbClr val="3C3C3C"/>
                </a:solidFill>
                <a:latin typeface="Trebuchet MS"/>
                <a:cs typeface="Trebuchet MS"/>
              </a:rPr>
              <a:t>the</a:t>
            </a:r>
            <a:r>
              <a:rPr sz="1600" spc="-25" dirty="0">
                <a:solidFill>
                  <a:srgbClr val="3C3C3C"/>
                </a:solidFill>
                <a:latin typeface="Trebuchet MS"/>
                <a:cs typeface="Trebuchet MS"/>
              </a:rPr>
              <a:t> </a:t>
            </a:r>
            <a:r>
              <a:rPr sz="1600" spc="-60" dirty="0">
                <a:solidFill>
                  <a:srgbClr val="3C3C3C"/>
                </a:solidFill>
                <a:latin typeface="Trebuchet MS"/>
                <a:cs typeface="Trebuchet MS"/>
              </a:rPr>
              <a:t>procedure</a:t>
            </a:r>
            <a:r>
              <a:rPr sz="1600" spc="-40" dirty="0">
                <a:solidFill>
                  <a:srgbClr val="3C3C3C"/>
                </a:solidFill>
                <a:latin typeface="Trebuchet MS"/>
                <a:cs typeface="Trebuchet MS"/>
              </a:rPr>
              <a:t> </a:t>
            </a:r>
            <a:r>
              <a:rPr sz="1600" spc="-35" dirty="0">
                <a:solidFill>
                  <a:srgbClr val="3C3C3C"/>
                </a:solidFill>
                <a:latin typeface="Trebuchet MS"/>
                <a:cs typeface="Trebuchet MS"/>
              </a:rPr>
              <a:t>is</a:t>
            </a:r>
            <a:r>
              <a:rPr sz="1600" spc="-50" dirty="0">
                <a:solidFill>
                  <a:srgbClr val="3C3C3C"/>
                </a:solidFill>
                <a:latin typeface="Trebuchet MS"/>
                <a:cs typeface="Trebuchet MS"/>
              </a:rPr>
              <a:t> </a:t>
            </a:r>
            <a:r>
              <a:rPr sz="1600" spc="-114" dirty="0">
                <a:solidFill>
                  <a:srgbClr val="3C3C3C"/>
                </a:solidFill>
                <a:latin typeface="Trebuchet MS"/>
                <a:cs typeface="Trebuchet MS"/>
              </a:rPr>
              <a:t>called</a:t>
            </a:r>
            <a:r>
              <a:rPr sz="1600" spc="-10" dirty="0">
                <a:solidFill>
                  <a:srgbClr val="3C3C3C"/>
                </a:solidFill>
                <a:latin typeface="Trebuchet MS"/>
                <a:cs typeface="Trebuchet MS"/>
              </a:rPr>
              <a:t> </a:t>
            </a:r>
            <a:r>
              <a:rPr sz="1600" spc="-40" dirty="0">
                <a:solidFill>
                  <a:srgbClr val="3C3C3C"/>
                </a:solidFill>
                <a:latin typeface="Trebuchet MS"/>
                <a:cs typeface="Trebuchet MS"/>
              </a:rPr>
              <a:t>from </a:t>
            </a:r>
            <a:r>
              <a:rPr sz="1600" spc="-105" dirty="0">
                <a:solidFill>
                  <a:srgbClr val="3C3C3C"/>
                </a:solidFill>
                <a:latin typeface="Trebuchet MS"/>
                <a:cs typeface="Trebuchet MS"/>
              </a:rPr>
              <a:t>the</a:t>
            </a:r>
            <a:r>
              <a:rPr sz="1600" spc="-35" dirty="0">
                <a:solidFill>
                  <a:srgbClr val="3C3C3C"/>
                </a:solidFill>
                <a:latin typeface="Trebuchet MS"/>
                <a:cs typeface="Trebuchet MS"/>
              </a:rPr>
              <a:t> </a:t>
            </a:r>
            <a:r>
              <a:rPr sz="1600" spc="-10" dirty="0">
                <a:solidFill>
                  <a:srgbClr val="3C3C3C"/>
                </a:solidFill>
                <a:latin typeface="Trebuchet MS"/>
                <a:cs typeface="Trebuchet MS"/>
              </a:rPr>
              <a:t>program</a:t>
            </a:r>
            <a:endParaRPr sz="1600">
              <a:latin typeface="Trebuchet MS"/>
              <a:cs typeface="Trebuchet MS"/>
            </a:endParaRPr>
          </a:p>
          <a:p>
            <a:pPr marL="355600" marR="6350" indent="-342900" algn="just">
              <a:lnSpc>
                <a:spcPct val="100000"/>
              </a:lnSpc>
              <a:spcBef>
                <a:spcPts val="985"/>
              </a:spcBef>
              <a:buClr>
                <a:srgbClr val="4590B8"/>
              </a:buClr>
              <a:buSzPct val="90625"/>
              <a:buAutoNum type="arabicPeriod"/>
              <a:tabLst>
                <a:tab pos="355600" algn="l"/>
              </a:tabLst>
            </a:pPr>
            <a:r>
              <a:rPr sz="1600" dirty="0">
                <a:solidFill>
                  <a:srgbClr val="3C3C3C"/>
                </a:solidFill>
                <a:latin typeface="Trebuchet MS"/>
                <a:cs typeface="Trebuchet MS"/>
              </a:rPr>
              <a:t>The</a:t>
            </a:r>
            <a:r>
              <a:rPr sz="1600" spc="-20" dirty="0">
                <a:solidFill>
                  <a:srgbClr val="3C3C3C"/>
                </a:solidFill>
                <a:latin typeface="Trebuchet MS"/>
                <a:cs typeface="Trebuchet MS"/>
              </a:rPr>
              <a:t> </a:t>
            </a:r>
            <a:r>
              <a:rPr sz="1600" spc="-75" dirty="0">
                <a:solidFill>
                  <a:srgbClr val="3C3C3C"/>
                </a:solidFill>
                <a:latin typeface="Trebuchet MS"/>
                <a:cs typeface="Trebuchet MS"/>
              </a:rPr>
              <a:t>database</a:t>
            </a:r>
            <a:r>
              <a:rPr sz="1600" spc="-15" dirty="0">
                <a:solidFill>
                  <a:srgbClr val="3C3C3C"/>
                </a:solidFill>
                <a:latin typeface="Trebuchet MS"/>
                <a:cs typeface="Trebuchet MS"/>
              </a:rPr>
              <a:t> </a:t>
            </a:r>
            <a:r>
              <a:rPr sz="1600" dirty="0">
                <a:solidFill>
                  <a:srgbClr val="3C3C3C"/>
                </a:solidFill>
                <a:latin typeface="Trebuchet MS"/>
                <a:cs typeface="Trebuchet MS"/>
              </a:rPr>
              <a:t>server</a:t>
            </a:r>
            <a:r>
              <a:rPr sz="1600" spc="-10" dirty="0">
                <a:solidFill>
                  <a:srgbClr val="3C3C3C"/>
                </a:solidFill>
                <a:latin typeface="Trebuchet MS"/>
                <a:cs typeface="Trebuchet MS"/>
              </a:rPr>
              <a:t> </a:t>
            </a:r>
            <a:r>
              <a:rPr sz="1600" spc="-45" dirty="0">
                <a:solidFill>
                  <a:srgbClr val="3C3C3C"/>
                </a:solidFill>
                <a:latin typeface="Trebuchet MS"/>
                <a:cs typeface="Trebuchet MS"/>
              </a:rPr>
              <a:t>receives</a:t>
            </a:r>
            <a:r>
              <a:rPr sz="1600" spc="-10" dirty="0">
                <a:solidFill>
                  <a:srgbClr val="3C3C3C"/>
                </a:solidFill>
                <a:latin typeface="Trebuchet MS"/>
                <a:cs typeface="Trebuchet MS"/>
              </a:rPr>
              <a:t> </a:t>
            </a:r>
            <a:r>
              <a:rPr sz="1600" dirty="0">
                <a:solidFill>
                  <a:srgbClr val="3C3C3C"/>
                </a:solidFill>
                <a:latin typeface="Trebuchet MS"/>
                <a:cs typeface="Trebuchet MS"/>
              </a:rPr>
              <a:t>this</a:t>
            </a:r>
            <a:r>
              <a:rPr sz="1600" spc="-15" dirty="0">
                <a:solidFill>
                  <a:srgbClr val="3C3C3C"/>
                </a:solidFill>
                <a:latin typeface="Trebuchet MS"/>
                <a:cs typeface="Trebuchet MS"/>
              </a:rPr>
              <a:t> </a:t>
            </a:r>
            <a:r>
              <a:rPr sz="1600" spc="-30" dirty="0">
                <a:solidFill>
                  <a:srgbClr val="3C3C3C"/>
                </a:solidFill>
                <a:latin typeface="Trebuchet MS"/>
                <a:cs typeface="Trebuchet MS"/>
              </a:rPr>
              <a:t>call</a:t>
            </a:r>
            <a:r>
              <a:rPr sz="1600" spc="-15" dirty="0">
                <a:solidFill>
                  <a:srgbClr val="3C3C3C"/>
                </a:solidFill>
                <a:latin typeface="Trebuchet MS"/>
                <a:cs typeface="Trebuchet MS"/>
              </a:rPr>
              <a:t> </a:t>
            </a:r>
            <a:r>
              <a:rPr sz="1600" dirty="0">
                <a:solidFill>
                  <a:srgbClr val="3C3C3C"/>
                </a:solidFill>
                <a:latin typeface="Trebuchet MS"/>
                <a:cs typeface="Trebuchet MS"/>
              </a:rPr>
              <a:t>and</a:t>
            </a:r>
            <a:r>
              <a:rPr sz="1600" spc="-15" dirty="0">
                <a:solidFill>
                  <a:srgbClr val="3C3C3C"/>
                </a:solidFill>
                <a:latin typeface="Trebuchet MS"/>
                <a:cs typeface="Trebuchet MS"/>
              </a:rPr>
              <a:t> </a:t>
            </a:r>
            <a:r>
              <a:rPr sz="1600" spc="-25" dirty="0">
                <a:solidFill>
                  <a:srgbClr val="3C3C3C"/>
                </a:solidFill>
                <a:latin typeface="Trebuchet MS"/>
                <a:cs typeface="Trebuchet MS"/>
              </a:rPr>
              <a:t>finds</a:t>
            </a:r>
            <a:r>
              <a:rPr sz="1600" spc="-15" dirty="0">
                <a:solidFill>
                  <a:srgbClr val="3C3C3C"/>
                </a:solidFill>
                <a:latin typeface="Trebuchet MS"/>
                <a:cs typeface="Trebuchet MS"/>
              </a:rPr>
              <a:t> </a:t>
            </a:r>
            <a:r>
              <a:rPr sz="1600" spc="-65" dirty="0">
                <a:solidFill>
                  <a:srgbClr val="3C3C3C"/>
                </a:solidFill>
                <a:latin typeface="Trebuchet MS"/>
                <a:cs typeface="Trebuchet MS"/>
              </a:rPr>
              <a:t>the </a:t>
            </a:r>
            <a:r>
              <a:rPr sz="1600" spc="-110" dirty="0">
                <a:solidFill>
                  <a:srgbClr val="3C3C3C"/>
                </a:solidFill>
                <a:latin typeface="Trebuchet MS"/>
                <a:cs typeface="Trebuchet MS"/>
              </a:rPr>
              <a:t>matching</a:t>
            </a:r>
            <a:r>
              <a:rPr sz="1600" spc="5" dirty="0">
                <a:solidFill>
                  <a:srgbClr val="3C3C3C"/>
                </a:solidFill>
                <a:latin typeface="Trebuchet MS"/>
                <a:cs typeface="Trebuchet MS"/>
              </a:rPr>
              <a:t> </a:t>
            </a:r>
            <a:r>
              <a:rPr sz="1600" spc="-70" dirty="0">
                <a:solidFill>
                  <a:srgbClr val="3C3C3C"/>
                </a:solidFill>
                <a:latin typeface="Trebuchet MS"/>
                <a:cs typeface="Trebuchet MS"/>
              </a:rPr>
              <a:t>procedure</a:t>
            </a:r>
            <a:r>
              <a:rPr sz="1600" spc="-20" dirty="0">
                <a:solidFill>
                  <a:srgbClr val="3C3C3C"/>
                </a:solidFill>
                <a:latin typeface="Trebuchet MS"/>
                <a:cs typeface="Trebuchet MS"/>
              </a:rPr>
              <a:t> </a:t>
            </a:r>
            <a:r>
              <a:rPr sz="1600" spc="-110" dirty="0">
                <a:solidFill>
                  <a:srgbClr val="3C3C3C"/>
                </a:solidFill>
                <a:latin typeface="Trebuchet MS"/>
                <a:cs typeface="Trebuchet MS"/>
              </a:rPr>
              <a:t>in</a:t>
            </a:r>
            <a:r>
              <a:rPr sz="1600" spc="-20" dirty="0">
                <a:solidFill>
                  <a:srgbClr val="3C3C3C"/>
                </a:solidFill>
                <a:latin typeface="Trebuchet MS"/>
                <a:cs typeface="Trebuchet MS"/>
              </a:rPr>
              <a:t> </a:t>
            </a:r>
            <a:r>
              <a:rPr sz="1600" spc="-110" dirty="0">
                <a:solidFill>
                  <a:srgbClr val="3C3C3C"/>
                </a:solidFill>
                <a:latin typeface="Trebuchet MS"/>
                <a:cs typeface="Trebuchet MS"/>
              </a:rPr>
              <a:t>the</a:t>
            </a:r>
            <a:r>
              <a:rPr sz="1600" spc="-5" dirty="0">
                <a:solidFill>
                  <a:srgbClr val="3C3C3C"/>
                </a:solidFill>
                <a:latin typeface="Trebuchet MS"/>
                <a:cs typeface="Trebuchet MS"/>
              </a:rPr>
              <a:t> </a:t>
            </a:r>
            <a:r>
              <a:rPr sz="1600" spc="-10" dirty="0">
                <a:solidFill>
                  <a:srgbClr val="3C3C3C"/>
                </a:solidFill>
                <a:latin typeface="Trebuchet MS"/>
                <a:cs typeface="Trebuchet MS"/>
              </a:rPr>
              <a:t>catalog</a:t>
            </a:r>
            <a:endParaRPr sz="1600">
              <a:latin typeface="Trebuchet MS"/>
              <a:cs typeface="Trebuchet MS"/>
            </a:endParaRPr>
          </a:p>
          <a:p>
            <a:pPr marL="354965" indent="-342265">
              <a:lnSpc>
                <a:spcPct val="100000"/>
              </a:lnSpc>
              <a:spcBef>
                <a:spcPts val="985"/>
              </a:spcBef>
              <a:buClr>
                <a:srgbClr val="4590B8"/>
              </a:buClr>
              <a:buSzPct val="90625"/>
              <a:buAutoNum type="arabicPeriod"/>
              <a:tabLst>
                <a:tab pos="354965" algn="l"/>
              </a:tabLst>
            </a:pPr>
            <a:r>
              <a:rPr sz="1600" spc="-40" dirty="0">
                <a:solidFill>
                  <a:srgbClr val="3C3C3C"/>
                </a:solidFill>
                <a:latin typeface="Trebuchet MS"/>
                <a:cs typeface="Trebuchet MS"/>
              </a:rPr>
              <a:t>The </a:t>
            </a:r>
            <a:r>
              <a:rPr sz="1600" spc="-75" dirty="0">
                <a:solidFill>
                  <a:srgbClr val="3C3C3C"/>
                </a:solidFill>
                <a:latin typeface="Trebuchet MS"/>
                <a:cs typeface="Trebuchet MS"/>
              </a:rPr>
              <a:t>procedure</a:t>
            </a:r>
            <a:r>
              <a:rPr sz="1600" spc="-30" dirty="0">
                <a:solidFill>
                  <a:srgbClr val="3C3C3C"/>
                </a:solidFill>
                <a:latin typeface="Trebuchet MS"/>
                <a:cs typeface="Trebuchet MS"/>
              </a:rPr>
              <a:t> </a:t>
            </a:r>
            <a:r>
              <a:rPr sz="1600" spc="-75" dirty="0">
                <a:solidFill>
                  <a:srgbClr val="3C3C3C"/>
                </a:solidFill>
                <a:latin typeface="Trebuchet MS"/>
                <a:cs typeface="Trebuchet MS"/>
              </a:rPr>
              <a:t>is</a:t>
            </a:r>
            <a:r>
              <a:rPr sz="1600" spc="-30" dirty="0">
                <a:solidFill>
                  <a:srgbClr val="3C3C3C"/>
                </a:solidFill>
                <a:latin typeface="Trebuchet MS"/>
                <a:cs typeface="Trebuchet MS"/>
              </a:rPr>
              <a:t> </a:t>
            </a:r>
            <a:r>
              <a:rPr sz="1600" spc="-10" dirty="0">
                <a:solidFill>
                  <a:srgbClr val="3C3C3C"/>
                </a:solidFill>
                <a:latin typeface="Trebuchet MS"/>
                <a:cs typeface="Trebuchet MS"/>
              </a:rPr>
              <a:t>executed</a:t>
            </a:r>
            <a:endParaRPr sz="1600">
              <a:latin typeface="Trebuchet MS"/>
              <a:cs typeface="Trebuchet MS"/>
            </a:endParaRPr>
          </a:p>
          <a:p>
            <a:pPr marL="355600" marR="5080" indent="-342900" algn="just">
              <a:lnSpc>
                <a:spcPct val="100000"/>
              </a:lnSpc>
              <a:spcBef>
                <a:spcPts val="985"/>
              </a:spcBef>
              <a:buClr>
                <a:srgbClr val="4590B8"/>
              </a:buClr>
              <a:buSzPct val="90625"/>
              <a:buAutoNum type="arabicPeriod"/>
              <a:tabLst>
                <a:tab pos="355600" algn="l"/>
              </a:tabLst>
            </a:pPr>
            <a:r>
              <a:rPr sz="1600" dirty="0">
                <a:solidFill>
                  <a:srgbClr val="3C3C3C"/>
                </a:solidFill>
                <a:latin typeface="Trebuchet MS"/>
                <a:cs typeface="Trebuchet MS"/>
              </a:rPr>
              <a:t>When</a:t>
            </a:r>
            <a:r>
              <a:rPr sz="1600" spc="175" dirty="0">
                <a:solidFill>
                  <a:srgbClr val="3C3C3C"/>
                </a:solidFill>
                <a:latin typeface="Trebuchet MS"/>
                <a:cs typeface="Trebuchet MS"/>
              </a:rPr>
              <a:t> </a:t>
            </a:r>
            <a:r>
              <a:rPr sz="1600" dirty="0">
                <a:solidFill>
                  <a:srgbClr val="3C3C3C"/>
                </a:solidFill>
                <a:latin typeface="Trebuchet MS"/>
                <a:cs typeface="Trebuchet MS"/>
              </a:rPr>
              <a:t>the</a:t>
            </a:r>
            <a:r>
              <a:rPr sz="1600" spc="180" dirty="0">
                <a:solidFill>
                  <a:srgbClr val="3C3C3C"/>
                </a:solidFill>
                <a:latin typeface="Trebuchet MS"/>
                <a:cs typeface="Trebuchet MS"/>
              </a:rPr>
              <a:t> </a:t>
            </a:r>
            <a:r>
              <a:rPr sz="1600" spc="-10" dirty="0">
                <a:solidFill>
                  <a:srgbClr val="3C3C3C"/>
                </a:solidFill>
                <a:latin typeface="Trebuchet MS"/>
                <a:cs typeface="Trebuchet MS"/>
              </a:rPr>
              <a:t>procedure</a:t>
            </a:r>
            <a:r>
              <a:rPr sz="1600" spc="180" dirty="0">
                <a:solidFill>
                  <a:srgbClr val="3C3C3C"/>
                </a:solidFill>
                <a:latin typeface="Trebuchet MS"/>
                <a:cs typeface="Trebuchet MS"/>
              </a:rPr>
              <a:t> </a:t>
            </a:r>
            <a:r>
              <a:rPr sz="1600" dirty="0">
                <a:solidFill>
                  <a:srgbClr val="3C3C3C"/>
                </a:solidFill>
                <a:latin typeface="Trebuchet MS"/>
                <a:cs typeface="Trebuchet MS"/>
              </a:rPr>
              <a:t>is</a:t>
            </a:r>
            <a:r>
              <a:rPr sz="1600" spc="170" dirty="0">
                <a:solidFill>
                  <a:srgbClr val="3C3C3C"/>
                </a:solidFill>
                <a:latin typeface="Trebuchet MS"/>
                <a:cs typeface="Trebuchet MS"/>
              </a:rPr>
              <a:t> </a:t>
            </a:r>
            <a:r>
              <a:rPr sz="1600" spc="-85" dirty="0">
                <a:solidFill>
                  <a:srgbClr val="3C3C3C"/>
                </a:solidFill>
                <a:latin typeface="Trebuchet MS"/>
                <a:cs typeface="Trebuchet MS"/>
              </a:rPr>
              <a:t>finished,</a:t>
            </a:r>
            <a:r>
              <a:rPr sz="1600" spc="70" dirty="0">
                <a:solidFill>
                  <a:srgbClr val="3C3C3C"/>
                </a:solidFill>
                <a:latin typeface="Trebuchet MS"/>
                <a:cs typeface="Trebuchet MS"/>
              </a:rPr>
              <a:t> </a:t>
            </a:r>
            <a:r>
              <a:rPr sz="1600" dirty="0">
                <a:solidFill>
                  <a:srgbClr val="3C3C3C"/>
                </a:solidFill>
                <a:latin typeface="Trebuchet MS"/>
                <a:cs typeface="Trebuchet MS"/>
              </a:rPr>
              <a:t>the</a:t>
            </a:r>
            <a:r>
              <a:rPr sz="1600" spc="180" dirty="0">
                <a:solidFill>
                  <a:srgbClr val="3C3C3C"/>
                </a:solidFill>
                <a:latin typeface="Trebuchet MS"/>
                <a:cs typeface="Trebuchet MS"/>
              </a:rPr>
              <a:t> </a:t>
            </a:r>
            <a:r>
              <a:rPr sz="1600" dirty="0">
                <a:solidFill>
                  <a:srgbClr val="3C3C3C"/>
                </a:solidFill>
                <a:latin typeface="Trebuchet MS"/>
                <a:cs typeface="Trebuchet MS"/>
              </a:rPr>
              <a:t>result</a:t>
            </a:r>
            <a:r>
              <a:rPr sz="1600" spc="190" dirty="0">
                <a:solidFill>
                  <a:srgbClr val="3C3C3C"/>
                </a:solidFill>
                <a:latin typeface="Trebuchet MS"/>
                <a:cs typeface="Trebuchet MS"/>
              </a:rPr>
              <a:t> </a:t>
            </a:r>
            <a:r>
              <a:rPr sz="1600" dirty="0">
                <a:solidFill>
                  <a:srgbClr val="3C3C3C"/>
                </a:solidFill>
                <a:latin typeface="Trebuchet MS"/>
                <a:cs typeface="Trebuchet MS"/>
              </a:rPr>
              <a:t>of</a:t>
            </a:r>
            <a:r>
              <a:rPr sz="1600" spc="185" dirty="0">
                <a:solidFill>
                  <a:srgbClr val="3C3C3C"/>
                </a:solidFill>
                <a:latin typeface="Trebuchet MS"/>
                <a:cs typeface="Trebuchet MS"/>
              </a:rPr>
              <a:t> </a:t>
            </a:r>
            <a:r>
              <a:rPr sz="1600" spc="-85" dirty="0">
                <a:solidFill>
                  <a:srgbClr val="3C3C3C"/>
                </a:solidFill>
                <a:latin typeface="Trebuchet MS"/>
                <a:cs typeface="Trebuchet MS"/>
              </a:rPr>
              <a:t>the </a:t>
            </a:r>
            <a:r>
              <a:rPr sz="1600" spc="-75" dirty="0">
                <a:solidFill>
                  <a:srgbClr val="3C3C3C"/>
                </a:solidFill>
                <a:latin typeface="Trebuchet MS"/>
                <a:cs typeface="Trebuchet MS"/>
              </a:rPr>
              <a:t>procedure</a:t>
            </a:r>
            <a:r>
              <a:rPr sz="1600" spc="-15" dirty="0">
                <a:solidFill>
                  <a:srgbClr val="3C3C3C"/>
                </a:solidFill>
                <a:latin typeface="Trebuchet MS"/>
                <a:cs typeface="Trebuchet MS"/>
              </a:rPr>
              <a:t> </a:t>
            </a:r>
            <a:r>
              <a:rPr sz="1600" spc="-75" dirty="0">
                <a:solidFill>
                  <a:srgbClr val="3C3C3C"/>
                </a:solidFill>
                <a:latin typeface="Trebuchet MS"/>
                <a:cs typeface="Trebuchet MS"/>
              </a:rPr>
              <a:t>is</a:t>
            </a:r>
            <a:r>
              <a:rPr sz="1600" spc="-10" dirty="0">
                <a:solidFill>
                  <a:srgbClr val="3C3C3C"/>
                </a:solidFill>
                <a:latin typeface="Trebuchet MS"/>
                <a:cs typeface="Trebuchet MS"/>
              </a:rPr>
              <a:t> returned</a:t>
            </a:r>
            <a:endParaRPr sz="1600">
              <a:latin typeface="Trebuchet MS"/>
              <a:cs typeface="Trebuchet MS"/>
            </a:endParaRPr>
          </a:p>
          <a:p>
            <a:pPr>
              <a:lnSpc>
                <a:spcPct val="100000"/>
              </a:lnSpc>
              <a:buClr>
                <a:srgbClr val="4590B8"/>
              </a:buClr>
              <a:buFont typeface="Trebuchet MS"/>
              <a:buAutoNum type="arabicPeriod"/>
            </a:pPr>
            <a:endParaRPr sz="1600">
              <a:latin typeface="Trebuchet MS"/>
              <a:cs typeface="Trebuchet MS"/>
            </a:endParaRPr>
          </a:p>
          <a:p>
            <a:pPr>
              <a:lnSpc>
                <a:spcPct val="100000"/>
              </a:lnSpc>
              <a:spcBef>
                <a:spcPts val="175"/>
              </a:spcBef>
              <a:buClr>
                <a:srgbClr val="4590B8"/>
              </a:buClr>
              <a:buFont typeface="Trebuchet MS"/>
              <a:buAutoNum type="arabicPeriod"/>
            </a:pPr>
            <a:endParaRPr sz="1600">
              <a:latin typeface="Trebuchet MS"/>
              <a:cs typeface="Trebuchet MS"/>
            </a:endParaRPr>
          </a:p>
          <a:p>
            <a:pPr marL="318770" marR="5080" lvl="1" indent="-306705" algn="just">
              <a:lnSpc>
                <a:spcPct val="100000"/>
              </a:lnSpc>
              <a:buSzPct val="90625"/>
              <a:buFont typeface="Cambria"/>
              <a:buChar char="◾"/>
              <a:tabLst>
                <a:tab pos="318770" algn="l"/>
                <a:tab pos="321310" algn="l"/>
              </a:tabLst>
            </a:pPr>
            <a:r>
              <a:rPr sz="1600" dirty="0">
                <a:solidFill>
                  <a:srgbClr val="4590B8"/>
                </a:solidFill>
                <a:latin typeface="Trebuchet MS"/>
                <a:cs typeface="Trebuchet MS"/>
              </a:rPr>
              <a:t>	</a:t>
            </a:r>
            <a:r>
              <a:rPr sz="1600" spc="110" dirty="0">
                <a:solidFill>
                  <a:srgbClr val="3C3C3C"/>
                </a:solidFill>
                <a:latin typeface="Trebuchet MS"/>
                <a:cs typeface="Trebuchet MS"/>
              </a:rPr>
              <a:t>No</a:t>
            </a:r>
            <a:r>
              <a:rPr sz="1600" dirty="0">
                <a:solidFill>
                  <a:srgbClr val="3C3C3C"/>
                </a:solidFill>
                <a:latin typeface="Trebuchet MS"/>
                <a:cs typeface="Trebuchet MS"/>
              </a:rPr>
              <a:t> </a:t>
            </a:r>
            <a:r>
              <a:rPr sz="1600" spc="-70" dirty="0">
                <a:solidFill>
                  <a:srgbClr val="3C3C3C"/>
                </a:solidFill>
                <a:latin typeface="Trebuchet MS"/>
                <a:cs typeface="Trebuchet MS"/>
              </a:rPr>
              <a:t>communication</a:t>
            </a:r>
            <a:r>
              <a:rPr sz="1600" spc="5" dirty="0">
                <a:solidFill>
                  <a:srgbClr val="3C3C3C"/>
                </a:solidFill>
                <a:latin typeface="Trebuchet MS"/>
                <a:cs typeface="Trebuchet MS"/>
              </a:rPr>
              <a:t> </a:t>
            </a:r>
            <a:r>
              <a:rPr sz="1600" spc="-65" dirty="0">
                <a:solidFill>
                  <a:srgbClr val="3C3C3C"/>
                </a:solidFill>
                <a:latin typeface="Trebuchet MS"/>
                <a:cs typeface="Trebuchet MS"/>
              </a:rPr>
              <a:t>takes</a:t>
            </a:r>
            <a:r>
              <a:rPr sz="1600" spc="-5" dirty="0">
                <a:solidFill>
                  <a:srgbClr val="3C3C3C"/>
                </a:solidFill>
                <a:latin typeface="Trebuchet MS"/>
                <a:cs typeface="Trebuchet MS"/>
              </a:rPr>
              <a:t> </a:t>
            </a:r>
            <a:r>
              <a:rPr sz="1600" spc="-85" dirty="0">
                <a:solidFill>
                  <a:srgbClr val="3C3C3C"/>
                </a:solidFill>
                <a:latin typeface="Trebuchet MS"/>
                <a:cs typeface="Trebuchet MS"/>
              </a:rPr>
              <a:t>place</a:t>
            </a:r>
            <a:r>
              <a:rPr sz="1600" dirty="0">
                <a:solidFill>
                  <a:srgbClr val="3C3C3C"/>
                </a:solidFill>
                <a:latin typeface="Trebuchet MS"/>
                <a:cs typeface="Trebuchet MS"/>
              </a:rPr>
              <a:t> </a:t>
            </a:r>
            <a:r>
              <a:rPr sz="1600" spc="-75" dirty="0">
                <a:solidFill>
                  <a:srgbClr val="3C3C3C"/>
                </a:solidFill>
                <a:latin typeface="Trebuchet MS"/>
                <a:cs typeface="Trebuchet MS"/>
              </a:rPr>
              <a:t>between</a:t>
            </a:r>
            <a:r>
              <a:rPr sz="1600" dirty="0">
                <a:solidFill>
                  <a:srgbClr val="3C3C3C"/>
                </a:solidFill>
                <a:latin typeface="Trebuchet MS"/>
                <a:cs typeface="Trebuchet MS"/>
              </a:rPr>
              <a:t> </a:t>
            </a:r>
            <a:r>
              <a:rPr sz="1600" spc="-10" dirty="0">
                <a:solidFill>
                  <a:srgbClr val="3C3C3C"/>
                </a:solidFill>
                <a:latin typeface="Trebuchet MS"/>
                <a:cs typeface="Trebuchet MS"/>
              </a:rPr>
              <a:t>the</a:t>
            </a:r>
            <a:r>
              <a:rPr sz="1600" spc="5" dirty="0">
                <a:solidFill>
                  <a:srgbClr val="3C3C3C"/>
                </a:solidFill>
                <a:latin typeface="Trebuchet MS"/>
                <a:cs typeface="Trebuchet MS"/>
              </a:rPr>
              <a:t> </a:t>
            </a:r>
            <a:r>
              <a:rPr sz="1600" spc="-95" dirty="0">
                <a:solidFill>
                  <a:srgbClr val="3C3C3C"/>
                </a:solidFill>
                <a:latin typeface="Trebuchet MS"/>
                <a:cs typeface="Trebuchet MS"/>
              </a:rPr>
              <a:t>database </a:t>
            </a:r>
            <a:r>
              <a:rPr sz="1600" dirty="0">
                <a:solidFill>
                  <a:srgbClr val="3C3C3C"/>
                </a:solidFill>
                <a:latin typeface="Trebuchet MS"/>
                <a:cs typeface="Trebuchet MS"/>
              </a:rPr>
              <a:t>server</a:t>
            </a:r>
            <a:r>
              <a:rPr sz="1600" spc="-50" dirty="0">
                <a:solidFill>
                  <a:srgbClr val="3C3C3C"/>
                </a:solidFill>
                <a:latin typeface="Trebuchet MS"/>
                <a:cs typeface="Trebuchet MS"/>
              </a:rPr>
              <a:t> </a:t>
            </a:r>
            <a:r>
              <a:rPr sz="1600" dirty="0">
                <a:solidFill>
                  <a:srgbClr val="3C3C3C"/>
                </a:solidFill>
                <a:latin typeface="Trebuchet MS"/>
                <a:cs typeface="Trebuchet MS"/>
              </a:rPr>
              <a:t>and</a:t>
            </a:r>
            <a:r>
              <a:rPr sz="1600" spc="-50" dirty="0">
                <a:solidFill>
                  <a:srgbClr val="3C3C3C"/>
                </a:solidFill>
                <a:latin typeface="Trebuchet MS"/>
                <a:cs typeface="Trebuchet MS"/>
              </a:rPr>
              <a:t> </a:t>
            </a:r>
            <a:r>
              <a:rPr sz="1600" dirty="0">
                <a:solidFill>
                  <a:srgbClr val="3C3C3C"/>
                </a:solidFill>
                <a:latin typeface="Trebuchet MS"/>
                <a:cs typeface="Trebuchet MS"/>
              </a:rPr>
              <a:t>the</a:t>
            </a:r>
            <a:r>
              <a:rPr sz="1600" spc="-45" dirty="0">
                <a:solidFill>
                  <a:srgbClr val="3C3C3C"/>
                </a:solidFill>
                <a:latin typeface="Trebuchet MS"/>
                <a:cs typeface="Trebuchet MS"/>
              </a:rPr>
              <a:t> </a:t>
            </a:r>
            <a:r>
              <a:rPr sz="1600" spc="-20" dirty="0">
                <a:solidFill>
                  <a:srgbClr val="3C3C3C"/>
                </a:solidFill>
                <a:latin typeface="Trebuchet MS"/>
                <a:cs typeface="Trebuchet MS"/>
              </a:rPr>
              <a:t>program</a:t>
            </a:r>
            <a:r>
              <a:rPr sz="1600" spc="-50" dirty="0">
                <a:solidFill>
                  <a:srgbClr val="3C3C3C"/>
                </a:solidFill>
                <a:latin typeface="Trebuchet MS"/>
                <a:cs typeface="Trebuchet MS"/>
              </a:rPr>
              <a:t> </a:t>
            </a:r>
            <a:r>
              <a:rPr sz="1600" spc="-20" dirty="0">
                <a:solidFill>
                  <a:srgbClr val="3C3C3C"/>
                </a:solidFill>
                <a:latin typeface="Trebuchet MS"/>
                <a:cs typeface="Trebuchet MS"/>
              </a:rPr>
              <a:t>during</a:t>
            </a:r>
            <a:r>
              <a:rPr sz="1600" spc="-40" dirty="0">
                <a:solidFill>
                  <a:srgbClr val="3C3C3C"/>
                </a:solidFill>
                <a:latin typeface="Trebuchet MS"/>
                <a:cs typeface="Trebuchet MS"/>
              </a:rPr>
              <a:t> </a:t>
            </a:r>
            <a:r>
              <a:rPr sz="1600" dirty="0">
                <a:solidFill>
                  <a:srgbClr val="3C3C3C"/>
                </a:solidFill>
                <a:latin typeface="Trebuchet MS"/>
                <a:cs typeface="Trebuchet MS"/>
              </a:rPr>
              <a:t>the</a:t>
            </a:r>
            <a:r>
              <a:rPr sz="1600" spc="-45" dirty="0">
                <a:solidFill>
                  <a:srgbClr val="3C3C3C"/>
                </a:solidFill>
                <a:latin typeface="Trebuchet MS"/>
                <a:cs typeface="Trebuchet MS"/>
              </a:rPr>
              <a:t> execution</a:t>
            </a:r>
            <a:r>
              <a:rPr sz="1600" spc="-40" dirty="0">
                <a:solidFill>
                  <a:srgbClr val="3C3C3C"/>
                </a:solidFill>
                <a:latin typeface="Trebuchet MS"/>
                <a:cs typeface="Trebuchet MS"/>
              </a:rPr>
              <a:t> </a:t>
            </a:r>
            <a:r>
              <a:rPr sz="1600" dirty="0">
                <a:solidFill>
                  <a:srgbClr val="3C3C3C"/>
                </a:solidFill>
                <a:latin typeface="Trebuchet MS"/>
                <a:cs typeface="Trebuchet MS"/>
              </a:rPr>
              <a:t>of</a:t>
            </a:r>
            <a:r>
              <a:rPr sz="1600" spc="-45" dirty="0">
                <a:solidFill>
                  <a:srgbClr val="3C3C3C"/>
                </a:solidFill>
                <a:latin typeface="Trebuchet MS"/>
                <a:cs typeface="Trebuchet MS"/>
              </a:rPr>
              <a:t> </a:t>
            </a:r>
            <a:r>
              <a:rPr sz="1600" spc="-75" dirty="0">
                <a:solidFill>
                  <a:srgbClr val="3C3C3C"/>
                </a:solidFill>
                <a:latin typeface="Trebuchet MS"/>
                <a:cs typeface="Trebuchet MS"/>
              </a:rPr>
              <a:t>the </a:t>
            </a:r>
            <a:r>
              <a:rPr sz="1600" spc="-10" dirty="0">
                <a:solidFill>
                  <a:srgbClr val="3C3C3C"/>
                </a:solidFill>
                <a:latin typeface="Trebuchet MS"/>
                <a:cs typeface="Trebuchet MS"/>
              </a:rPr>
              <a:t>procedure</a:t>
            </a:r>
            <a:endParaRPr sz="1600">
              <a:latin typeface="Trebuchet MS"/>
              <a:cs typeface="Trebuchet MS"/>
            </a:endParaRPr>
          </a:p>
        </p:txBody>
      </p:sp>
      <p:pic>
        <p:nvPicPr>
          <p:cNvPr id="4" name="object 4"/>
          <p:cNvPicPr/>
          <p:nvPr/>
        </p:nvPicPr>
        <p:blipFill>
          <a:blip r:embed="rId2" cstate="print"/>
          <a:stretch>
            <a:fillRect/>
          </a:stretch>
        </p:blipFill>
        <p:spPr>
          <a:xfrm>
            <a:off x="580644" y="2508504"/>
            <a:ext cx="5876544" cy="307238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1A315F"/>
          </a:solidFill>
        </p:spPr>
        <p:txBody>
          <a:bodyPr vert="horz" wrap="square" lIns="0" tIns="206375" rIns="0" bIns="0" rtlCol="0">
            <a:spAutoFit/>
          </a:bodyPr>
          <a:lstStyle/>
          <a:p>
            <a:pPr>
              <a:lnSpc>
                <a:spcPct val="100000"/>
              </a:lnSpc>
              <a:spcBef>
                <a:spcPts val="1625"/>
              </a:spcBef>
            </a:pPr>
            <a:endParaRPr sz="2800">
              <a:latin typeface="Times New Roman"/>
              <a:cs typeface="Times New Roman"/>
            </a:endParaRPr>
          </a:p>
          <a:p>
            <a:pPr marL="231775">
              <a:lnSpc>
                <a:spcPct val="100000"/>
              </a:lnSpc>
            </a:pPr>
            <a:r>
              <a:rPr sz="2800" dirty="0">
                <a:solidFill>
                  <a:srgbClr val="FFFFFF"/>
                </a:solidFill>
              </a:rPr>
              <a:t>THE</a:t>
            </a:r>
            <a:r>
              <a:rPr sz="2800" spc="-20" dirty="0">
                <a:solidFill>
                  <a:srgbClr val="FFFFFF"/>
                </a:solidFill>
              </a:rPr>
              <a:t> </a:t>
            </a:r>
            <a:r>
              <a:rPr sz="2800" dirty="0">
                <a:solidFill>
                  <a:srgbClr val="FFFFFF"/>
                </a:solidFill>
              </a:rPr>
              <a:t>PARAMETERS</a:t>
            </a:r>
            <a:r>
              <a:rPr sz="2800" spc="-20" dirty="0">
                <a:solidFill>
                  <a:srgbClr val="FFFFFF"/>
                </a:solidFill>
              </a:rPr>
              <a:t> </a:t>
            </a:r>
            <a:r>
              <a:rPr sz="2800" spc="114" dirty="0">
                <a:solidFill>
                  <a:srgbClr val="FFFFFF"/>
                </a:solidFill>
              </a:rPr>
              <a:t>OF</a:t>
            </a:r>
            <a:r>
              <a:rPr sz="2800" spc="-325" dirty="0">
                <a:solidFill>
                  <a:srgbClr val="FFFFFF"/>
                </a:solidFill>
              </a:rPr>
              <a:t> </a:t>
            </a:r>
            <a:r>
              <a:rPr sz="2800" spc="210" dirty="0">
                <a:solidFill>
                  <a:srgbClr val="FFFFFF"/>
                </a:solidFill>
              </a:rPr>
              <a:t>A</a:t>
            </a:r>
            <a:r>
              <a:rPr sz="2800" spc="-20" dirty="0">
                <a:solidFill>
                  <a:srgbClr val="FFFFFF"/>
                </a:solidFill>
              </a:rPr>
              <a:t> </a:t>
            </a:r>
            <a:r>
              <a:rPr sz="2800" spc="85" dirty="0">
                <a:solidFill>
                  <a:srgbClr val="FFFFFF"/>
                </a:solidFill>
              </a:rPr>
              <a:t>STORED</a:t>
            </a:r>
            <a:r>
              <a:rPr sz="2800" spc="-40" dirty="0">
                <a:solidFill>
                  <a:srgbClr val="FFFFFF"/>
                </a:solidFill>
              </a:rPr>
              <a:t> </a:t>
            </a:r>
            <a:r>
              <a:rPr sz="2800" spc="80" dirty="0">
                <a:solidFill>
                  <a:srgbClr val="FFFFFF"/>
                </a:solidFill>
              </a:rPr>
              <a:t>PROCEDURE</a:t>
            </a:r>
            <a:endParaRPr sz="2800"/>
          </a:p>
        </p:txBody>
      </p:sp>
      <p:sp>
        <p:nvSpPr>
          <p:cNvPr id="3" name="object 3"/>
          <p:cNvSpPr txBox="1"/>
          <p:nvPr/>
        </p:nvSpPr>
        <p:spPr>
          <a:xfrm>
            <a:off x="659993" y="2497328"/>
            <a:ext cx="9036050" cy="3028950"/>
          </a:xfrm>
          <a:prstGeom prst="rect">
            <a:avLst/>
          </a:prstGeom>
        </p:spPr>
        <p:txBody>
          <a:bodyPr vert="horz" wrap="square" lIns="0" tIns="12700" rIns="0" bIns="0" rtlCol="0">
            <a:spAutoFit/>
          </a:bodyPr>
          <a:lstStyle/>
          <a:p>
            <a:pPr marL="318770" indent="-306070">
              <a:lnSpc>
                <a:spcPct val="100000"/>
              </a:lnSpc>
              <a:spcBef>
                <a:spcPts val="100"/>
              </a:spcBef>
              <a:buClr>
                <a:srgbClr val="4590B8"/>
              </a:buClr>
              <a:buSzPct val="91666"/>
              <a:buFont typeface="Cambria"/>
              <a:buChar char="◾"/>
              <a:tabLst>
                <a:tab pos="318770" algn="l"/>
              </a:tabLst>
            </a:pPr>
            <a:r>
              <a:rPr sz="1800" spc="125" dirty="0">
                <a:solidFill>
                  <a:srgbClr val="3C3C3C"/>
                </a:solidFill>
                <a:latin typeface="Trebuchet MS"/>
                <a:cs typeface="Trebuchet MS"/>
              </a:rPr>
              <a:t>A</a:t>
            </a:r>
            <a:r>
              <a:rPr sz="1800" spc="-10" dirty="0">
                <a:solidFill>
                  <a:srgbClr val="3C3C3C"/>
                </a:solidFill>
                <a:latin typeface="Trebuchet MS"/>
                <a:cs typeface="Trebuchet MS"/>
              </a:rPr>
              <a:t> </a:t>
            </a:r>
            <a:r>
              <a:rPr sz="1800" spc="-70" dirty="0">
                <a:solidFill>
                  <a:srgbClr val="3C3C3C"/>
                </a:solidFill>
                <a:latin typeface="Trebuchet MS"/>
                <a:cs typeface="Trebuchet MS"/>
              </a:rPr>
              <a:t>stored</a:t>
            </a:r>
            <a:r>
              <a:rPr sz="1800" spc="-35" dirty="0">
                <a:solidFill>
                  <a:srgbClr val="3C3C3C"/>
                </a:solidFill>
                <a:latin typeface="Trebuchet MS"/>
                <a:cs typeface="Trebuchet MS"/>
              </a:rPr>
              <a:t> </a:t>
            </a:r>
            <a:r>
              <a:rPr sz="1800" spc="-75" dirty="0">
                <a:solidFill>
                  <a:srgbClr val="3C3C3C"/>
                </a:solidFill>
                <a:latin typeface="Trebuchet MS"/>
                <a:cs typeface="Trebuchet MS"/>
              </a:rPr>
              <a:t>procedure</a:t>
            </a:r>
            <a:r>
              <a:rPr sz="1800" spc="-5" dirty="0">
                <a:solidFill>
                  <a:srgbClr val="3C3C3C"/>
                </a:solidFill>
                <a:latin typeface="Trebuchet MS"/>
                <a:cs typeface="Trebuchet MS"/>
              </a:rPr>
              <a:t> </a:t>
            </a:r>
            <a:r>
              <a:rPr sz="1800" spc="-114" dirty="0">
                <a:solidFill>
                  <a:srgbClr val="3C3C3C"/>
                </a:solidFill>
                <a:latin typeface="Trebuchet MS"/>
                <a:cs typeface="Trebuchet MS"/>
              </a:rPr>
              <a:t>has</a:t>
            </a:r>
            <a:r>
              <a:rPr sz="1800" spc="-30" dirty="0">
                <a:solidFill>
                  <a:srgbClr val="3C3C3C"/>
                </a:solidFill>
                <a:latin typeface="Trebuchet MS"/>
                <a:cs typeface="Trebuchet MS"/>
              </a:rPr>
              <a:t> </a:t>
            </a:r>
            <a:r>
              <a:rPr sz="1800" spc="-120" dirty="0">
                <a:solidFill>
                  <a:srgbClr val="3C3C3C"/>
                </a:solidFill>
                <a:latin typeface="Trebuchet MS"/>
                <a:cs typeface="Trebuchet MS"/>
              </a:rPr>
              <a:t>zero,</a:t>
            </a:r>
            <a:r>
              <a:rPr sz="1800" spc="-210" dirty="0">
                <a:solidFill>
                  <a:srgbClr val="3C3C3C"/>
                </a:solidFill>
                <a:latin typeface="Trebuchet MS"/>
                <a:cs typeface="Trebuchet MS"/>
              </a:rPr>
              <a:t> </a:t>
            </a:r>
            <a:r>
              <a:rPr sz="1800" spc="-120" dirty="0">
                <a:solidFill>
                  <a:srgbClr val="3C3C3C"/>
                </a:solidFill>
                <a:latin typeface="Trebuchet MS"/>
                <a:cs typeface="Trebuchet MS"/>
              </a:rPr>
              <a:t>one,</a:t>
            </a:r>
            <a:r>
              <a:rPr sz="1800" spc="-204" dirty="0">
                <a:solidFill>
                  <a:srgbClr val="3C3C3C"/>
                </a:solidFill>
                <a:latin typeface="Trebuchet MS"/>
                <a:cs typeface="Trebuchet MS"/>
              </a:rPr>
              <a:t> </a:t>
            </a:r>
            <a:r>
              <a:rPr sz="1800" dirty="0">
                <a:solidFill>
                  <a:srgbClr val="3C3C3C"/>
                </a:solidFill>
                <a:latin typeface="Trebuchet MS"/>
                <a:cs typeface="Trebuchet MS"/>
              </a:rPr>
              <a:t>or</a:t>
            </a:r>
            <a:r>
              <a:rPr sz="1800" spc="-25" dirty="0">
                <a:solidFill>
                  <a:srgbClr val="3C3C3C"/>
                </a:solidFill>
                <a:latin typeface="Trebuchet MS"/>
                <a:cs typeface="Trebuchet MS"/>
              </a:rPr>
              <a:t> </a:t>
            </a:r>
            <a:r>
              <a:rPr sz="1800" spc="-130" dirty="0">
                <a:solidFill>
                  <a:srgbClr val="3C3C3C"/>
                </a:solidFill>
                <a:latin typeface="Trebuchet MS"/>
                <a:cs typeface="Trebuchet MS"/>
              </a:rPr>
              <a:t>multiple</a:t>
            </a:r>
            <a:r>
              <a:rPr sz="1800" spc="-5" dirty="0">
                <a:solidFill>
                  <a:srgbClr val="3C3C3C"/>
                </a:solidFill>
                <a:latin typeface="Trebuchet MS"/>
                <a:cs typeface="Trebuchet MS"/>
              </a:rPr>
              <a:t> </a:t>
            </a:r>
            <a:r>
              <a:rPr sz="1800" spc="-10" dirty="0">
                <a:solidFill>
                  <a:srgbClr val="3C3C3C"/>
                </a:solidFill>
                <a:latin typeface="Trebuchet MS"/>
                <a:cs typeface="Trebuchet MS"/>
              </a:rPr>
              <a:t>parameters</a:t>
            </a:r>
            <a:endParaRPr sz="1800">
              <a:latin typeface="Trebuchet MS"/>
              <a:cs typeface="Trebuchet MS"/>
            </a:endParaRPr>
          </a:p>
          <a:p>
            <a:pPr>
              <a:lnSpc>
                <a:spcPct val="100000"/>
              </a:lnSpc>
              <a:buClr>
                <a:srgbClr val="4590B8"/>
              </a:buClr>
              <a:buFont typeface="Cambria"/>
              <a:buChar char="◾"/>
            </a:pPr>
            <a:endParaRPr sz="1800">
              <a:latin typeface="Trebuchet MS"/>
              <a:cs typeface="Trebuchet MS"/>
            </a:endParaRPr>
          </a:p>
          <a:p>
            <a:pPr>
              <a:lnSpc>
                <a:spcPct val="100000"/>
              </a:lnSpc>
              <a:spcBef>
                <a:spcPts val="40"/>
              </a:spcBef>
              <a:buClr>
                <a:srgbClr val="4590B8"/>
              </a:buClr>
              <a:buFont typeface="Cambria"/>
              <a:buChar char="◾"/>
            </a:pPr>
            <a:endParaRPr sz="1800">
              <a:latin typeface="Trebuchet MS"/>
              <a:cs typeface="Trebuchet MS"/>
            </a:endParaRPr>
          </a:p>
          <a:p>
            <a:pPr marL="318770" indent="-306070">
              <a:lnSpc>
                <a:spcPct val="100000"/>
              </a:lnSpc>
              <a:buClr>
                <a:srgbClr val="4590B8"/>
              </a:buClr>
              <a:buSzPct val="91666"/>
              <a:buFont typeface="Cambria"/>
              <a:buChar char="◾"/>
              <a:tabLst>
                <a:tab pos="318770" algn="l"/>
              </a:tabLst>
            </a:pPr>
            <a:r>
              <a:rPr sz="1800" spc="-55" dirty="0">
                <a:solidFill>
                  <a:srgbClr val="3C3C3C"/>
                </a:solidFill>
                <a:latin typeface="Trebuchet MS"/>
                <a:cs typeface="Trebuchet MS"/>
              </a:rPr>
              <a:t>Through</a:t>
            </a:r>
            <a:r>
              <a:rPr sz="1800" spc="-15" dirty="0">
                <a:solidFill>
                  <a:srgbClr val="3C3C3C"/>
                </a:solidFill>
                <a:latin typeface="Trebuchet MS"/>
                <a:cs typeface="Trebuchet MS"/>
              </a:rPr>
              <a:t> </a:t>
            </a:r>
            <a:r>
              <a:rPr sz="1800" spc="-105" dirty="0">
                <a:solidFill>
                  <a:srgbClr val="3C3C3C"/>
                </a:solidFill>
                <a:latin typeface="Trebuchet MS"/>
                <a:cs typeface="Trebuchet MS"/>
              </a:rPr>
              <a:t>these</a:t>
            </a:r>
            <a:r>
              <a:rPr sz="1800" spc="-25" dirty="0">
                <a:solidFill>
                  <a:srgbClr val="3C3C3C"/>
                </a:solidFill>
                <a:latin typeface="Trebuchet MS"/>
                <a:cs typeface="Trebuchet MS"/>
              </a:rPr>
              <a:t> </a:t>
            </a:r>
            <a:r>
              <a:rPr sz="1800" spc="-125" dirty="0">
                <a:solidFill>
                  <a:srgbClr val="3C3C3C"/>
                </a:solidFill>
                <a:latin typeface="Trebuchet MS"/>
                <a:cs typeface="Trebuchet MS"/>
              </a:rPr>
              <a:t>parameters,</a:t>
            </a:r>
            <a:r>
              <a:rPr sz="1800" spc="-210" dirty="0">
                <a:solidFill>
                  <a:srgbClr val="3C3C3C"/>
                </a:solidFill>
                <a:latin typeface="Trebuchet MS"/>
                <a:cs typeface="Trebuchet MS"/>
              </a:rPr>
              <a:t> </a:t>
            </a:r>
            <a:r>
              <a:rPr sz="1800" spc="-120" dirty="0">
                <a:solidFill>
                  <a:srgbClr val="3C3C3C"/>
                </a:solidFill>
                <a:latin typeface="Trebuchet MS"/>
                <a:cs typeface="Trebuchet MS"/>
              </a:rPr>
              <a:t>the</a:t>
            </a:r>
            <a:r>
              <a:rPr sz="1800" spc="-10" dirty="0">
                <a:solidFill>
                  <a:srgbClr val="3C3C3C"/>
                </a:solidFill>
                <a:latin typeface="Trebuchet MS"/>
                <a:cs typeface="Trebuchet MS"/>
              </a:rPr>
              <a:t> </a:t>
            </a:r>
            <a:r>
              <a:rPr sz="1800" spc="-85" dirty="0">
                <a:solidFill>
                  <a:srgbClr val="3C3C3C"/>
                </a:solidFill>
                <a:latin typeface="Trebuchet MS"/>
                <a:cs typeface="Trebuchet MS"/>
              </a:rPr>
              <a:t>procedure</a:t>
            </a:r>
            <a:r>
              <a:rPr sz="1800" spc="-10" dirty="0">
                <a:solidFill>
                  <a:srgbClr val="3C3C3C"/>
                </a:solidFill>
                <a:latin typeface="Trebuchet MS"/>
                <a:cs typeface="Trebuchet MS"/>
              </a:rPr>
              <a:t> </a:t>
            </a:r>
            <a:r>
              <a:rPr sz="1800" spc="-85" dirty="0">
                <a:solidFill>
                  <a:srgbClr val="3C3C3C"/>
                </a:solidFill>
                <a:latin typeface="Trebuchet MS"/>
                <a:cs typeface="Trebuchet MS"/>
              </a:rPr>
              <a:t>is</a:t>
            </a:r>
            <a:r>
              <a:rPr sz="1800" spc="-20" dirty="0">
                <a:solidFill>
                  <a:srgbClr val="3C3C3C"/>
                </a:solidFill>
                <a:latin typeface="Trebuchet MS"/>
                <a:cs typeface="Trebuchet MS"/>
              </a:rPr>
              <a:t> </a:t>
            </a:r>
            <a:r>
              <a:rPr sz="1800" spc="-145" dirty="0">
                <a:solidFill>
                  <a:srgbClr val="3C3C3C"/>
                </a:solidFill>
                <a:latin typeface="Trebuchet MS"/>
                <a:cs typeface="Trebuchet MS"/>
              </a:rPr>
              <a:t>capable</a:t>
            </a:r>
            <a:r>
              <a:rPr sz="1800" spc="-30" dirty="0">
                <a:solidFill>
                  <a:srgbClr val="3C3C3C"/>
                </a:solidFill>
                <a:latin typeface="Trebuchet MS"/>
                <a:cs typeface="Trebuchet MS"/>
              </a:rPr>
              <a:t> </a:t>
            </a:r>
            <a:r>
              <a:rPr sz="1800" spc="-100" dirty="0">
                <a:solidFill>
                  <a:srgbClr val="3C3C3C"/>
                </a:solidFill>
                <a:latin typeface="Trebuchet MS"/>
                <a:cs typeface="Trebuchet MS"/>
              </a:rPr>
              <a:t>of</a:t>
            </a:r>
            <a:r>
              <a:rPr sz="1800" spc="-10" dirty="0">
                <a:solidFill>
                  <a:srgbClr val="3C3C3C"/>
                </a:solidFill>
                <a:latin typeface="Trebuchet MS"/>
                <a:cs typeface="Trebuchet MS"/>
              </a:rPr>
              <a:t> </a:t>
            </a:r>
            <a:r>
              <a:rPr sz="1800" spc="-105" dirty="0">
                <a:solidFill>
                  <a:srgbClr val="3C3C3C"/>
                </a:solidFill>
                <a:latin typeface="Trebuchet MS"/>
                <a:cs typeface="Trebuchet MS"/>
              </a:rPr>
              <a:t>communicating</a:t>
            </a:r>
            <a:r>
              <a:rPr sz="1800" spc="-45" dirty="0">
                <a:solidFill>
                  <a:srgbClr val="3C3C3C"/>
                </a:solidFill>
                <a:latin typeface="Trebuchet MS"/>
                <a:cs typeface="Trebuchet MS"/>
              </a:rPr>
              <a:t> </a:t>
            </a:r>
            <a:r>
              <a:rPr sz="1800" spc="-100" dirty="0">
                <a:solidFill>
                  <a:srgbClr val="3C3C3C"/>
                </a:solidFill>
                <a:latin typeface="Trebuchet MS"/>
                <a:cs typeface="Trebuchet MS"/>
              </a:rPr>
              <a:t>with</a:t>
            </a:r>
            <a:r>
              <a:rPr sz="1800" spc="-5" dirty="0">
                <a:solidFill>
                  <a:srgbClr val="3C3C3C"/>
                </a:solidFill>
                <a:latin typeface="Trebuchet MS"/>
                <a:cs typeface="Trebuchet MS"/>
              </a:rPr>
              <a:t> </a:t>
            </a:r>
            <a:r>
              <a:rPr sz="1800" spc="-125" dirty="0">
                <a:solidFill>
                  <a:srgbClr val="3C3C3C"/>
                </a:solidFill>
                <a:latin typeface="Trebuchet MS"/>
                <a:cs typeface="Trebuchet MS"/>
              </a:rPr>
              <a:t>the</a:t>
            </a:r>
            <a:r>
              <a:rPr sz="1800" spc="-20" dirty="0">
                <a:solidFill>
                  <a:srgbClr val="3C3C3C"/>
                </a:solidFill>
                <a:latin typeface="Trebuchet MS"/>
                <a:cs typeface="Trebuchet MS"/>
              </a:rPr>
              <a:t> </a:t>
            </a:r>
            <a:r>
              <a:rPr sz="1800" spc="-85" dirty="0">
                <a:solidFill>
                  <a:srgbClr val="3C3C3C"/>
                </a:solidFill>
                <a:latin typeface="Trebuchet MS"/>
                <a:cs typeface="Trebuchet MS"/>
              </a:rPr>
              <a:t>outside</a:t>
            </a:r>
            <a:r>
              <a:rPr sz="1800" spc="-15" dirty="0">
                <a:solidFill>
                  <a:srgbClr val="3C3C3C"/>
                </a:solidFill>
                <a:latin typeface="Trebuchet MS"/>
                <a:cs typeface="Trebuchet MS"/>
              </a:rPr>
              <a:t> </a:t>
            </a:r>
            <a:r>
              <a:rPr sz="1800" spc="-10" dirty="0">
                <a:solidFill>
                  <a:srgbClr val="3C3C3C"/>
                </a:solidFill>
                <a:latin typeface="Trebuchet MS"/>
                <a:cs typeface="Trebuchet MS"/>
              </a:rPr>
              <a:t>world</a:t>
            </a:r>
            <a:endParaRPr sz="1800">
              <a:latin typeface="Trebuchet MS"/>
              <a:cs typeface="Trebuchet MS"/>
            </a:endParaRPr>
          </a:p>
          <a:p>
            <a:pPr>
              <a:lnSpc>
                <a:spcPct val="100000"/>
              </a:lnSpc>
              <a:buClr>
                <a:srgbClr val="4590B8"/>
              </a:buClr>
              <a:buFont typeface="Cambria"/>
              <a:buChar char="◾"/>
            </a:pPr>
            <a:endParaRPr sz="1800">
              <a:latin typeface="Trebuchet MS"/>
              <a:cs typeface="Trebuchet MS"/>
            </a:endParaRPr>
          </a:p>
          <a:p>
            <a:pPr>
              <a:lnSpc>
                <a:spcPct val="100000"/>
              </a:lnSpc>
              <a:spcBef>
                <a:spcPts val="45"/>
              </a:spcBef>
              <a:buClr>
                <a:srgbClr val="4590B8"/>
              </a:buClr>
              <a:buFont typeface="Cambria"/>
              <a:buChar char="◾"/>
            </a:pPr>
            <a:endParaRPr sz="1800">
              <a:latin typeface="Trebuchet MS"/>
              <a:cs typeface="Trebuchet MS"/>
            </a:endParaRPr>
          </a:p>
          <a:p>
            <a:pPr marL="318770" indent="-306070">
              <a:lnSpc>
                <a:spcPct val="100000"/>
              </a:lnSpc>
              <a:spcBef>
                <a:spcPts val="5"/>
              </a:spcBef>
              <a:buClr>
                <a:srgbClr val="4590B8"/>
              </a:buClr>
              <a:buSzPct val="91666"/>
              <a:buFont typeface="Cambria"/>
              <a:buChar char="◾"/>
              <a:tabLst>
                <a:tab pos="318770" algn="l"/>
              </a:tabLst>
            </a:pPr>
            <a:r>
              <a:rPr sz="1800" dirty="0">
                <a:solidFill>
                  <a:srgbClr val="3C3C3C"/>
                </a:solidFill>
                <a:latin typeface="Trebuchet MS"/>
                <a:cs typeface="Trebuchet MS"/>
              </a:rPr>
              <a:t>3</a:t>
            </a:r>
            <a:r>
              <a:rPr sz="1800" spc="-45" dirty="0">
                <a:solidFill>
                  <a:srgbClr val="3C3C3C"/>
                </a:solidFill>
                <a:latin typeface="Trebuchet MS"/>
                <a:cs typeface="Trebuchet MS"/>
              </a:rPr>
              <a:t> </a:t>
            </a:r>
            <a:r>
              <a:rPr sz="1800" spc="-110" dirty="0">
                <a:solidFill>
                  <a:srgbClr val="3C3C3C"/>
                </a:solidFill>
                <a:latin typeface="Trebuchet MS"/>
                <a:cs typeface="Trebuchet MS"/>
              </a:rPr>
              <a:t>types</a:t>
            </a:r>
            <a:r>
              <a:rPr sz="1800" spc="-55" dirty="0">
                <a:solidFill>
                  <a:srgbClr val="3C3C3C"/>
                </a:solidFill>
                <a:latin typeface="Trebuchet MS"/>
                <a:cs typeface="Trebuchet MS"/>
              </a:rPr>
              <a:t> </a:t>
            </a:r>
            <a:r>
              <a:rPr sz="1800" spc="-100" dirty="0">
                <a:solidFill>
                  <a:srgbClr val="3C3C3C"/>
                </a:solidFill>
                <a:latin typeface="Trebuchet MS"/>
                <a:cs typeface="Trebuchet MS"/>
              </a:rPr>
              <a:t>of</a:t>
            </a:r>
            <a:r>
              <a:rPr sz="1800" spc="-45" dirty="0">
                <a:solidFill>
                  <a:srgbClr val="3C3C3C"/>
                </a:solidFill>
                <a:latin typeface="Trebuchet MS"/>
                <a:cs typeface="Trebuchet MS"/>
              </a:rPr>
              <a:t> </a:t>
            </a:r>
            <a:r>
              <a:rPr sz="1800" spc="-10" dirty="0">
                <a:solidFill>
                  <a:srgbClr val="3C3C3C"/>
                </a:solidFill>
                <a:latin typeface="Trebuchet MS"/>
                <a:cs typeface="Trebuchet MS"/>
              </a:rPr>
              <a:t>parameters</a:t>
            </a:r>
            <a:endParaRPr sz="1800">
              <a:latin typeface="Trebuchet MS"/>
              <a:cs typeface="Trebuchet MS"/>
            </a:endParaRPr>
          </a:p>
          <a:p>
            <a:pPr marL="641985" lvl="1" indent="-304800">
              <a:lnSpc>
                <a:spcPct val="100000"/>
              </a:lnSpc>
              <a:spcBef>
                <a:spcPts val="990"/>
              </a:spcBef>
              <a:buClr>
                <a:srgbClr val="4590B8"/>
              </a:buClr>
              <a:buSzPct val="90625"/>
              <a:buFont typeface="Cambria"/>
              <a:buChar char="◾"/>
              <a:tabLst>
                <a:tab pos="641985" algn="l"/>
              </a:tabLst>
            </a:pPr>
            <a:r>
              <a:rPr sz="1600" dirty="0">
                <a:solidFill>
                  <a:srgbClr val="3C3C3C"/>
                </a:solidFill>
                <a:latin typeface="Trebuchet MS"/>
                <a:cs typeface="Trebuchet MS"/>
              </a:rPr>
              <a:t>With</a:t>
            </a:r>
            <a:r>
              <a:rPr sz="1600" spc="-20" dirty="0">
                <a:solidFill>
                  <a:srgbClr val="3C3C3C"/>
                </a:solidFill>
                <a:latin typeface="Trebuchet MS"/>
                <a:cs typeface="Trebuchet MS"/>
              </a:rPr>
              <a:t> </a:t>
            </a:r>
            <a:r>
              <a:rPr sz="1600" b="1" spc="-10" dirty="0">
                <a:solidFill>
                  <a:srgbClr val="4590B8"/>
                </a:solidFill>
                <a:latin typeface="Trebuchet MS"/>
                <a:cs typeface="Trebuchet MS"/>
              </a:rPr>
              <a:t>input</a:t>
            </a:r>
            <a:r>
              <a:rPr sz="1600" b="1" spc="-15" dirty="0">
                <a:solidFill>
                  <a:srgbClr val="4590B8"/>
                </a:solidFill>
                <a:latin typeface="Trebuchet MS"/>
                <a:cs typeface="Trebuchet MS"/>
              </a:rPr>
              <a:t> </a:t>
            </a:r>
            <a:r>
              <a:rPr sz="1600" b="1" spc="-25" dirty="0">
                <a:solidFill>
                  <a:srgbClr val="4590B8"/>
                </a:solidFill>
                <a:latin typeface="Trebuchet MS"/>
                <a:cs typeface="Trebuchet MS"/>
              </a:rPr>
              <a:t>parameters</a:t>
            </a:r>
            <a:r>
              <a:rPr sz="1600" spc="-25" dirty="0">
                <a:solidFill>
                  <a:srgbClr val="3C3C3C"/>
                </a:solidFill>
                <a:latin typeface="Trebuchet MS"/>
                <a:cs typeface="Trebuchet MS"/>
              </a:rPr>
              <a:t>,</a:t>
            </a:r>
            <a:r>
              <a:rPr sz="1600" spc="-155" dirty="0">
                <a:solidFill>
                  <a:srgbClr val="3C3C3C"/>
                </a:solidFill>
                <a:latin typeface="Trebuchet MS"/>
                <a:cs typeface="Trebuchet MS"/>
              </a:rPr>
              <a:t> </a:t>
            </a:r>
            <a:r>
              <a:rPr sz="1600" spc="-135" dirty="0">
                <a:solidFill>
                  <a:srgbClr val="3C3C3C"/>
                </a:solidFill>
                <a:latin typeface="Trebuchet MS"/>
                <a:cs typeface="Trebuchet MS"/>
              </a:rPr>
              <a:t>data</a:t>
            </a:r>
            <a:r>
              <a:rPr sz="1600" spc="-20" dirty="0">
                <a:solidFill>
                  <a:srgbClr val="3C3C3C"/>
                </a:solidFill>
                <a:latin typeface="Trebuchet MS"/>
                <a:cs typeface="Trebuchet MS"/>
              </a:rPr>
              <a:t> </a:t>
            </a:r>
            <a:r>
              <a:rPr sz="1600" spc="-114" dirty="0">
                <a:solidFill>
                  <a:srgbClr val="3C3C3C"/>
                </a:solidFill>
                <a:latin typeface="Trebuchet MS"/>
                <a:cs typeface="Trebuchet MS"/>
              </a:rPr>
              <a:t>can</a:t>
            </a:r>
            <a:r>
              <a:rPr sz="1600" spc="-15" dirty="0">
                <a:solidFill>
                  <a:srgbClr val="3C3C3C"/>
                </a:solidFill>
                <a:latin typeface="Trebuchet MS"/>
                <a:cs typeface="Trebuchet MS"/>
              </a:rPr>
              <a:t> </a:t>
            </a:r>
            <a:r>
              <a:rPr sz="1600" spc="-110" dirty="0">
                <a:solidFill>
                  <a:srgbClr val="3C3C3C"/>
                </a:solidFill>
                <a:latin typeface="Trebuchet MS"/>
                <a:cs typeface="Trebuchet MS"/>
              </a:rPr>
              <a:t>be</a:t>
            </a:r>
            <a:r>
              <a:rPr sz="1600" spc="-30" dirty="0">
                <a:solidFill>
                  <a:srgbClr val="3C3C3C"/>
                </a:solidFill>
                <a:latin typeface="Trebuchet MS"/>
                <a:cs typeface="Trebuchet MS"/>
              </a:rPr>
              <a:t> </a:t>
            </a:r>
            <a:r>
              <a:rPr sz="1600" spc="-95" dirty="0">
                <a:solidFill>
                  <a:srgbClr val="3C3C3C"/>
                </a:solidFill>
                <a:latin typeface="Trebuchet MS"/>
                <a:cs typeface="Trebuchet MS"/>
              </a:rPr>
              <a:t>passed</a:t>
            </a:r>
            <a:r>
              <a:rPr sz="1600" spc="-50" dirty="0">
                <a:solidFill>
                  <a:srgbClr val="3C3C3C"/>
                </a:solidFill>
                <a:latin typeface="Trebuchet MS"/>
                <a:cs typeface="Trebuchet MS"/>
              </a:rPr>
              <a:t> </a:t>
            </a:r>
            <a:r>
              <a:rPr sz="1600" dirty="0">
                <a:solidFill>
                  <a:srgbClr val="3C3C3C"/>
                </a:solidFill>
                <a:latin typeface="Trebuchet MS"/>
                <a:cs typeface="Trebuchet MS"/>
              </a:rPr>
              <a:t>to</a:t>
            </a:r>
            <a:r>
              <a:rPr sz="1600" spc="-5" dirty="0">
                <a:solidFill>
                  <a:srgbClr val="3C3C3C"/>
                </a:solidFill>
                <a:latin typeface="Trebuchet MS"/>
                <a:cs typeface="Trebuchet MS"/>
              </a:rPr>
              <a:t> </a:t>
            </a:r>
            <a:r>
              <a:rPr sz="1600" spc="-160" dirty="0">
                <a:solidFill>
                  <a:srgbClr val="3C3C3C"/>
                </a:solidFill>
                <a:latin typeface="Trebuchet MS"/>
                <a:cs typeface="Trebuchet MS"/>
              </a:rPr>
              <a:t>a</a:t>
            </a:r>
            <a:r>
              <a:rPr sz="1600" spc="-35" dirty="0">
                <a:solidFill>
                  <a:srgbClr val="3C3C3C"/>
                </a:solidFill>
                <a:latin typeface="Trebuchet MS"/>
                <a:cs typeface="Trebuchet MS"/>
              </a:rPr>
              <a:t> </a:t>
            </a:r>
            <a:r>
              <a:rPr sz="1600" spc="-60" dirty="0">
                <a:solidFill>
                  <a:srgbClr val="3C3C3C"/>
                </a:solidFill>
                <a:latin typeface="Trebuchet MS"/>
                <a:cs typeface="Trebuchet MS"/>
              </a:rPr>
              <a:t>stored</a:t>
            </a:r>
            <a:r>
              <a:rPr sz="1600" spc="-5" dirty="0">
                <a:solidFill>
                  <a:srgbClr val="3C3C3C"/>
                </a:solidFill>
                <a:latin typeface="Trebuchet MS"/>
                <a:cs typeface="Trebuchet MS"/>
              </a:rPr>
              <a:t> </a:t>
            </a:r>
            <a:r>
              <a:rPr sz="1600" spc="-10" dirty="0">
                <a:solidFill>
                  <a:srgbClr val="3C3C3C"/>
                </a:solidFill>
                <a:latin typeface="Trebuchet MS"/>
                <a:cs typeface="Trebuchet MS"/>
              </a:rPr>
              <a:t>procedure</a:t>
            </a:r>
            <a:endParaRPr sz="1600">
              <a:latin typeface="Trebuchet MS"/>
              <a:cs typeface="Trebuchet MS"/>
            </a:endParaRPr>
          </a:p>
          <a:p>
            <a:pPr marL="641985" lvl="1" indent="-304800">
              <a:lnSpc>
                <a:spcPct val="100000"/>
              </a:lnSpc>
              <a:spcBef>
                <a:spcPts val="985"/>
              </a:spcBef>
              <a:buClr>
                <a:srgbClr val="4590B8"/>
              </a:buClr>
              <a:buSzPct val="90625"/>
              <a:buFont typeface="Cambria"/>
              <a:buChar char="◾"/>
              <a:tabLst>
                <a:tab pos="641985" algn="l"/>
              </a:tabLst>
            </a:pPr>
            <a:r>
              <a:rPr sz="1600" spc="-40" dirty="0">
                <a:solidFill>
                  <a:srgbClr val="3C3C3C"/>
                </a:solidFill>
                <a:latin typeface="Trebuchet MS"/>
                <a:cs typeface="Trebuchet MS"/>
              </a:rPr>
              <a:t>The</a:t>
            </a:r>
            <a:r>
              <a:rPr sz="1600" spc="-35" dirty="0">
                <a:solidFill>
                  <a:srgbClr val="3C3C3C"/>
                </a:solidFill>
                <a:latin typeface="Trebuchet MS"/>
                <a:cs typeface="Trebuchet MS"/>
              </a:rPr>
              <a:t> </a:t>
            </a:r>
            <a:r>
              <a:rPr sz="1600" spc="-60" dirty="0">
                <a:solidFill>
                  <a:srgbClr val="3C3C3C"/>
                </a:solidFill>
                <a:latin typeface="Trebuchet MS"/>
                <a:cs typeface="Trebuchet MS"/>
              </a:rPr>
              <a:t>stored</a:t>
            </a:r>
            <a:r>
              <a:rPr sz="1600" spc="-5" dirty="0">
                <a:solidFill>
                  <a:srgbClr val="3C3C3C"/>
                </a:solidFill>
                <a:latin typeface="Trebuchet MS"/>
                <a:cs typeface="Trebuchet MS"/>
              </a:rPr>
              <a:t> </a:t>
            </a:r>
            <a:r>
              <a:rPr sz="1600" spc="-70" dirty="0">
                <a:solidFill>
                  <a:srgbClr val="3C3C3C"/>
                </a:solidFill>
                <a:latin typeface="Trebuchet MS"/>
                <a:cs typeface="Trebuchet MS"/>
              </a:rPr>
              <a:t>procedure</a:t>
            </a:r>
            <a:r>
              <a:rPr sz="1600" spc="-30" dirty="0">
                <a:solidFill>
                  <a:srgbClr val="3C3C3C"/>
                </a:solidFill>
                <a:latin typeface="Trebuchet MS"/>
                <a:cs typeface="Trebuchet MS"/>
              </a:rPr>
              <a:t> </a:t>
            </a:r>
            <a:r>
              <a:rPr sz="1600" spc="-65" dirty="0">
                <a:solidFill>
                  <a:srgbClr val="3C3C3C"/>
                </a:solidFill>
                <a:latin typeface="Trebuchet MS"/>
                <a:cs typeface="Trebuchet MS"/>
              </a:rPr>
              <a:t>uses</a:t>
            </a:r>
            <a:r>
              <a:rPr sz="1600" spc="-40" dirty="0">
                <a:solidFill>
                  <a:srgbClr val="3C3C3C"/>
                </a:solidFill>
                <a:latin typeface="Trebuchet MS"/>
                <a:cs typeface="Trebuchet MS"/>
              </a:rPr>
              <a:t> </a:t>
            </a:r>
            <a:r>
              <a:rPr sz="1600" b="1" dirty="0">
                <a:solidFill>
                  <a:srgbClr val="4590B8"/>
                </a:solidFill>
                <a:latin typeface="Trebuchet MS"/>
                <a:cs typeface="Trebuchet MS"/>
              </a:rPr>
              <a:t>output</a:t>
            </a:r>
            <a:r>
              <a:rPr sz="1600" b="1" spc="-15" dirty="0">
                <a:solidFill>
                  <a:srgbClr val="4590B8"/>
                </a:solidFill>
                <a:latin typeface="Trebuchet MS"/>
                <a:cs typeface="Trebuchet MS"/>
              </a:rPr>
              <a:t> </a:t>
            </a:r>
            <a:r>
              <a:rPr sz="1600" b="1" dirty="0">
                <a:solidFill>
                  <a:srgbClr val="4590B8"/>
                </a:solidFill>
                <a:latin typeface="Trebuchet MS"/>
                <a:cs typeface="Trebuchet MS"/>
              </a:rPr>
              <a:t>parameters</a:t>
            </a:r>
            <a:r>
              <a:rPr sz="1600" b="1" spc="10" dirty="0">
                <a:solidFill>
                  <a:srgbClr val="4590B8"/>
                </a:solidFill>
                <a:latin typeface="Trebuchet MS"/>
                <a:cs typeface="Trebuchet MS"/>
              </a:rPr>
              <a:t> </a:t>
            </a:r>
            <a:r>
              <a:rPr sz="1600" spc="-80" dirty="0">
                <a:solidFill>
                  <a:srgbClr val="3C3C3C"/>
                </a:solidFill>
                <a:latin typeface="Trebuchet MS"/>
                <a:cs typeface="Trebuchet MS"/>
              </a:rPr>
              <a:t>when</a:t>
            </a:r>
            <a:r>
              <a:rPr sz="1600" spc="-35" dirty="0">
                <a:solidFill>
                  <a:srgbClr val="3C3C3C"/>
                </a:solidFill>
                <a:latin typeface="Trebuchet MS"/>
                <a:cs typeface="Trebuchet MS"/>
              </a:rPr>
              <a:t> </a:t>
            </a:r>
            <a:r>
              <a:rPr sz="1600" spc="-120" dirty="0">
                <a:solidFill>
                  <a:srgbClr val="3C3C3C"/>
                </a:solidFill>
                <a:latin typeface="Trebuchet MS"/>
                <a:cs typeface="Trebuchet MS"/>
              </a:rPr>
              <a:t>an</a:t>
            </a:r>
            <a:r>
              <a:rPr sz="1600" spc="-35" dirty="0">
                <a:solidFill>
                  <a:srgbClr val="3C3C3C"/>
                </a:solidFill>
                <a:latin typeface="Trebuchet MS"/>
                <a:cs typeface="Trebuchet MS"/>
              </a:rPr>
              <a:t> </a:t>
            </a:r>
            <a:r>
              <a:rPr sz="1600" spc="-80" dirty="0">
                <a:solidFill>
                  <a:srgbClr val="3C3C3C"/>
                </a:solidFill>
                <a:latin typeface="Trebuchet MS"/>
                <a:cs typeface="Trebuchet MS"/>
              </a:rPr>
              <a:t>answer</a:t>
            </a:r>
            <a:r>
              <a:rPr sz="1600" spc="-10" dirty="0">
                <a:solidFill>
                  <a:srgbClr val="3C3C3C"/>
                </a:solidFill>
                <a:latin typeface="Trebuchet MS"/>
                <a:cs typeface="Trebuchet MS"/>
              </a:rPr>
              <a:t> </a:t>
            </a:r>
            <a:r>
              <a:rPr sz="1600" dirty="0">
                <a:solidFill>
                  <a:srgbClr val="3C3C3C"/>
                </a:solidFill>
                <a:latin typeface="Trebuchet MS"/>
                <a:cs typeface="Trebuchet MS"/>
              </a:rPr>
              <a:t>or</a:t>
            </a:r>
            <a:r>
              <a:rPr sz="1600" spc="-20" dirty="0">
                <a:solidFill>
                  <a:srgbClr val="3C3C3C"/>
                </a:solidFill>
                <a:latin typeface="Trebuchet MS"/>
                <a:cs typeface="Trebuchet MS"/>
              </a:rPr>
              <a:t> </a:t>
            </a:r>
            <a:r>
              <a:rPr sz="1600" spc="-85" dirty="0">
                <a:solidFill>
                  <a:srgbClr val="3C3C3C"/>
                </a:solidFill>
                <a:latin typeface="Trebuchet MS"/>
                <a:cs typeface="Trebuchet MS"/>
              </a:rPr>
              <a:t>result</a:t>
            </a:r>
            <a:r>
              <a:rPr sz="1600" spc="-30" dirty="0">
                <a:solidFill>
                  <a:srgbClr val="3C3C3C"/>
                </a:solidFill>
                <a:latin typeface="Trebuchet MS"/>
                <a:cs typeface="Trebuchet MS"/>
              </a:rPr>
              <a:t> </a:t>
            </a:r>
            <a:r>
              <a:rPr sz="1600" spc="-90" dirty="0">
                <a:solidFill>
                  <a:srgbClr val="3C3C3C"/>
                </a:solidFill>
                <a:latin typeface="Trebuchet MS"/>
                <a:cs typeface="Trebuchet MS"/>
              </a:rPr>
              <a:t>must</a:t>
            </a:r>
            <a:r>
              <a:rPr sz="1600" spc="-30" dirty="0">
                <a:solidFill>
                  <a:srgbClr val="3C3C3C"/>
                </a:solidFill>
                <a:latin typeface="Trebuchet MS"/>
                <a:cs typeface="Trebuchet MS"/>
              </a:rPr>
              <a:t> </a:t>
            </a:r>
            <a:r>
              <a:rPr sz="1600" spc="-110" dirty="0">
                <a:solidFill>
                  <a:srgbClr val="3C3C3C"/>
                </a:solidFill>
                <a:latin typeface="Trebuchet MS"/>
                <a:cs typeface="Trebuchet MS"/>
              </a:rPr>
              <a:t>be</a:t>
            </a:r>
            <a:r>
              <a:rPr sz="1600" spc="-30" dirty="0">
                <a:solidFill>
                  <a:srgbClr val="3C3C3C"/>
                </a:solidFill>
                <a:latin typeface="Trebuchet MS"/>
                <a:cs typeface="Trebuchet MS"/>
              </a:rPr>
              <a:t> </a:t>
            </a:r>
            <a:r>
              <a:rPr sz="1600" spc="-10" dirty="0">
                <a:solidFill>
                  <a:srgbClr val="3C3C3C"/>
                </a:solidFill>
                <a:latin typeface="Trebuchet MS"/>
                <a:cs typeface="Trebuchet MS"/>
              </a:rPr>
              <a:t>returned</a:t>
            </a:r>
            <a:endParaRPr sz="1600">
              <a:latin typeface="Trebuchet MS"/>
              <a:cs typeface="Trebuchet MS"/>
            </a:endParaRPr>
          </a:p>
          <a:p>
            <a:pPr marL="641985" lvl="1" indent="-304800">
              <a:lnSpc>
                <a:spcPct val="100000"/>
              </a:lnSpc>
              <a:spcBef>
                <a:spcPts val="985"/>
              </a:spcBef>
              <a:buSzPct val="90625"/>
              <a:buFont typeface="Cambria"/>
              <a:buChar char="◾"/>
              <a:tabLst>
                <a:tab pos="641985" algn="l"/>
              </a:tabLst>
            </a:pPr>
            <a:r>
              <a:rPr sz="1600" b="1" spc="-10" dirty="0">
                <a:solidFill>
                  <a:srgbClr val="4590B8"/>
                </a:solidFill>
                <a:latin typeface="Trebuchet MS"/>
                <a:cs typeface="Trebuchet MS"/>
              </a:rPr>
              <a:t>Input/output</a:t>
            </a:r>
            <a:r>
              <a:rPr sz="1600" b="1" spc="20" dirty="0">
                <a:solidFill>
                  <a:srgbClr val="4590B8"/>
                </a:solidFill>
                <a:latin typeface="Trebuchet MS"/>
                <a:cs typeface="Trebuchet MS"/>
              </a:rPr>
              <a:t> </a:t>
            </a:r>
            <a:r>
              <a:rPr sz="1600" b="1" dirty="0">
                <a:solidFill>
                  <a:srgbClr val="4590B8"/>
                </a:solidFill>
                <a:latin typeface="Trebuchet MS"/>
                <a:cs typeface="Trebuchet MS"/>
              </a:rPr>
              <a:t>parameter</a:t>
            </a:r>
            <a:r>
              <a:rPr sz="1600" b="1" spc="5" dirty="0">
                <a:solidFill>
                  <a:srgbClr val="4590B8"/>
                </a:solidFill>
                <a:latin typeface="Trebuchet MS"/>
                <a:cs typeface="Trebuchet MS"/>
              </a:rPr>
              <a:t> </a:t>
            </a:r>
            <a:r>
              <a:rPr sz="1600" spc="-114" dirty="0">
                <a:solidFill>
                  <a:srgbClr val="3C3C3C"/>
                </a:solidFill>
                <a:latin typeface="Trebuchet MS"/>
                <a:cs typeface="Trebuchet MS"/>
              </a:rPr>
              <a:t>can</a:t>
            </a:r>
            <a:r>
              <a:rPr sz="1600" spc="-5" dirty="0">
                <a:solidFill>
                  <a:srgbClr val="3C3C3C"/>
                </a:solidFill>
                <a:latin typeface="Trebuchet MS"/>
                <a:cs typeface="Trebuchet MS"/>
              </a:rPr>
              <a:t> </a:t>
            </a:r>
            <a:r>
              <a:rPr sz="1600" spc="-125" dirty="0">
                <a:solidFill>
                  <a:srgbClr val="3C3C3C"/>
                </a:solidFill>
                <a:latin typeface="Trebuchet MS"/>
                <a:cs typeface="Trebuchet MS"/>
              </a:rPr>
              <a:t>act</a:t>
            </a:r>
            <a:r>
              <a:rPr sz="1600" spc="-5" dirty="0">
                <a:solidFill>
                  <a:srgbClr val="3C3C3C"/>
                </a:solidFill>
                <a:latin typeface="Trebuchet MS"/>
                <a:cs typeface="Trebuchet MS"/>
              </a:rPr>
              <a:t> </a:t>
            </a:r>
            <a:r>
              <a:rPr sz="1600" spc="-105" dirty="0">
                <a:solidFill>
                  <a:srgbClr val="3C3C3C"/>
                </a:solidFill>
                <a:latin typeface="Trebuchet MS"/>
                <a:cs typeface="Trebuchet MS"/>
              </a:rPr>
              <a:t>as</a:t>
            </a:r>
            <a:r>
              <a:rPr sz="1600" spc="-15" dirty="0">
                <a:solidFill>
                  <a:srgbClr val="3C3C3C"/>
                </a:solidFill>
                <a:latin typeface="Trebuchet MS"/>
                <a:cs typeface="Trebuchet MS"/>
              </a:rPr>
              <a:t> </a:t>
            </a:r>
            <a:r>
              <a:rPr sz="1600" spc="-120" dirty="0">
                <a:solidFill>
                  <a:srgbClr val="3C3C3C"/>
                </a:solidFill>
                <a:latin typeface="Trebuchet MS"/>
                <a:cs typeface="Trebuchet MS"/>
              </a:rPr>
              <a:t>an</a:t>
            </a:r>
            <a:r>
              <a:rPr sz="1600" spc="-15" dirty="0">
                <a:solidFill>
                  <a:srgbClr val="3C3C3C"/>
                </a:solidFill>
                <a:latin typeface="Trebuchet MS"/>
                <a:cs typeface="Trebuchet MS"/>
              </a:rPr>
              <a:t> </a:t>
            </a:r>
            <a:r>
              <a:rPr sz="1600" spc="-100" dirty="0">
                <a:solidFill>
                  <a:srgbClr val="3C3C3C"/>
                </a:solidFill>
                <a:latin typeface="Trebuchet MS"/>
                <a:cs typeface="Trebuchet MS"/>
              </a:rPr>
              <a:t>input</a:t>
            </a:r>
            <a:r>
              <a:rPr sz="1600" spc="-15" dirty="0">
                <a:solidFill>
                  <a:srgbClr val="3C3C3C"/>
                </a:solidFill>
                <a:latin typeface="Trebuchet MS"/>
                <a:cs typeface="Trebuchet MS"/>
              </a:rPr>
              <a:t> </a:t>
            </a:r>
            <a:r>
              <a:rPr sz="1600" spc="-105" dirty="0">
                <a:solidFill>
                  <a:srgbClr val="3C3C3C"/>
                </a:solidFill>
                <a:latin typeface="Trebuchet MS"/>
                <a:cs typeface="Trebuchet MS"/>
              </a:rPr>
              <a:t>as</a:t>
            </a:r>
            <a:r>
              <a:rPr sz="1600" spc="-15" dirty="0">
                <a:solidFill>
                  <a:srgbClr val="3C3C3C"/>
                </a:solidFill>
                <a:latin typeface="Trebuchet MS"/>
                <a:cs typeface="Trebuchet MS"/>
              </a:rPr>
              <a:t> </a:t>
            </a:r>
            <a:r>
              <a:rPr sz="1600" spc="-120" dirty="0">
                <a:solidFill>
                  <a:srgbClr val="3C3C3C"/>
                </a:solidFill>
                <a:latin typeface="Trebuchet MS"/>
                <a:cs typeface="Trebuchet MS"/>
              </a:rPr>
              <a:t>well</a:t>
            </a:r>
            <a:r>
              <a:rPr sz="1600" spc="-25" dirty="0">
                <a:solidFill>
                  <a:srgbClr val="3C3C3C"/>
                </a:solidFill>
                <a:latin typeface="Trebuchet MS"/>
                <a:cs typeface="Trebuchet MS"/>
              </a:rPr>
              <a:t> </a:t>
            </a:r>
            <a:r>
              <a:rPr sz="1600" spc="-105" dirty="0">
                <a:solidFill>
                  <a:srgbClr val="3C3C3C"/>
                </a:solidFill>
                <a:latin typeface="Trebuchet MS"/>
                <a:cs typeface="Trebuchet MS"/>
              </a:rPr>
              <a:t>as</a:t>
            </a:r>
            <a:r>
              <a:rPr sz="1600" spc="-15" dirty="0">
                <a:solidFill>
                  <a:srgbClr val="3C3C3C"/>
                </a:solidFill>
                <a:latin typeface="Trebuchet MS"/>
                <a:cs typeface="Trebuchet MS"/>
              </a:rPr>
              <a:t> </a:t>
            </a:r>
            <a:r>
              <a:rPr sz="1600" spc="-125" dirty="0">
                <a:solidFill>
                  <a:srgbClr val="3C3C3C"/>
                </a:solidFill>
                <a:latin typeface="Trebuchet MS"/>
                <a:cs typeface="Trebuchet MS"/>
              </a:rPr>
              <a:t>an</a:t>
            </a:r>
            <a:r>
              <a:rPr sz="1600" spc="-5" dirty="0">
                <a:solidFill>
                  <a:srgbClr val="3C3C3C"/>
                </a:solidFill>
                <a:latin typeface="Trebuchet MS"/>
                <a:cs typeface="Trebuchet MS"/>
              </a:rPr>
              <a:t> </a:t>
            </a:r>
            <a:r>
              <a:rPr sz="1600" spc="-75" dirty="0">
                <a:solidFill>
                  <a:srgbClr val="3C3C3C"/>
                </a:solidFill>
                <a:latin typeface="Trebuchet MS"/>
                <a:cs typeface="Trebuchet MS"/>
              </a:rPr>
              <a:t>output</a:t>
            </a:r>
            <a:r>
              <a:rPr sz="1600" dirty="0">
                <a:solidFill>
                  <a:srgbClr val="3C3C3C"/>
                </a:solidFill>
                <a:latin typeface="Trebuchet MS"/>
                <a:cs typeface="Trebuchet MS"/>
              </a:rPr>
              <a:t> </a:t>
            </a:r>
            <a:r>
              <a:rPr sz="1600" spc="-10" dirty="0">
                <a:solidFill>
                  <a:srgbClr val="3C3C3C"/>
                </a:solidFill>
                <a:latin typeface="Trebuchet MS"/>
                <a:cs typeface="Trebuchet MS"/>
              </a:rPr>
              <a:t>parameter</a:t>
            </a:r>
            <a:endParaRPr sz="1600">
              <a:latin typeface="Trebuchet MS"/>
              <a:cs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1A315F"/>
          </a:solidFill>
        </p:spPr>
        <p:txBody>
          <a:bodyPr vert="horz" wrap="square" lIns="0" tIns="206375" rIns="0" bIns="0" rtlCol="0">
            <a:spAutoFit/>
          </a:bodyPr>
          <a:lstStyle/>
          <a:p>
            <a:pPr>
              <a:lnSpc>
                <a:spcPct val="100000"/>
              </a:lnSpc>
              <a:spcBef>
                <a:spcPts val="1625"/>
              </a:spcBef>
            </a:pPr>
            <a:endParaRPr sz="2800">
              <a:latin typeface="Times New Roman"/>
              <a:cs typeface="Times New Roman"/>
            </a:endParaRPr>
          </a:p>
          <a:p>
            <a:pPr marL="231775">
              <a:lnSpc>
                <a:spcPct val="100000"/>
              </a:lnSpc>
            </a:pPr>
            <a:r>
              <a:rPr sz="2800" dirty="0">
                <a:solidFill>
                  <a:srgbClr val="FFFFFF"/>
                </a:solidFill>
              </a:rPr>
              <a:t>THE</a:t>
            </a:r>
            <a:r>
              <a:rPr sz="2800" spc="-20" dirty="0">
                <a:solidFill>
                  <a:srgbClr val="FFFFFF"/>
                </a:solidFill>
              </a:rPr>
              <a:t> </a:t>
            </a:r>
            <a:r>
              <a:rPr sz="2800" dirty="0">
                <a:solidFill>
                  <a:srgbClr val="FFFFFF"/>
                </a:solidFill>
              </a:rPr>
              <a:t>PARAMETERS</a:t>
            </a:r>
            <a:r>
              <a:rPr sz="2800" spc="-20" dirty="0">
                <a:solidFill>
                  <a:srgbClr val="FFFFFF"/>
                </a:solidFill>
              </a:rPr>
              <a:t> </a:t>
            </a:r>
            <a:r>
              <a:rPr sz="2800" spc="114" dirty="0">
                <a:solidFill>
                  <a:srgbClr val="FFFFFF"/>
                </a:solidFill>
              </a:rPr>
              <a:t>OF</a:t>
            </a:r>
            <a:r>
              <a:rPr sz="2800" spc="-325" dirty="0">
                <a:solidFill>
                  <a:srgbClr val="FFFFFF"/>
                </a:solidFill>
              </a:rPr>
              <a:t> </a:t>
            </a:r>
            <a:r>
              <a:rPr sz="2800" spc="210" dirty="0">
                <a:solidFill>
                  <a:srgbClr val="FFFFFF"/>
                </a:solidFill>
              </a:rPr>
              <a:t>A</a:t>
            </a:r>
            <a:r>
              <a:rPr sz="2800" spc="-20" dirty="0">
                <a:solidFill>
                  <a:srgbClr val="FFFFFF"/>
                </a:solidFill>
              </a:rPr>
              <a:t> </a:t>
            </a:r>
            <a:r>
              <a:rPr sz="2800" spc="85" dirty="0">
                <a:solidFill>
                  <a:srgbClr val="FFFFFF"/>
                </a:solidFill>
              </a:rPr>
              <a:t>STORED</a:t>
            </a:r>
            <a:r>
              <a:rPr sz="2800" spc="-40" dirty="0">
                <a:solidFill>
                  <a:srgbClr val="FFFFFF"/>
                </a:solidFill>
              </a:rPr>
              <a:t> </a:t>
            </a:r>
            <a:r>
              <a:rPr sz="2800" spc="80" dirty="0">
                <a:solidFill>
                  <a:srgbClr val="FFFFFF"/>
                </a:solidFill>
              </a:rPr>
              <a:t>PROCEDURE</a:t>
            </a:r>
            <a:endParaRPr sz="2800"/>
          </a:p>
        </p:txBody>
      </p:sp>
      <p:sp>
        <p:nvSpPr>
          <p:cNvPr id="3" name="object 3"/>
          <p:cNvSpPr txBox="1"/>
          <p:nvPr/>
        </p:nvSpPr>
        <p:spPr>
          <a:xfrm>
            <a:off x="659993" y="4082033"/>
            <a:ext cx="8705215" cy="2033905"/>
          </a:xfrm>
          <a:prstGeom prst="rect">
            <a:avLst/>
          </a:prstGeom>
        </p:spPr>
        <p:txBody>
          <a:bodyPr vert="horz" wrap="square" lIns="0" tIns="12700" rIns="0" bIns="0" rtlCol="0">
            <a:spAutoFit/>
          </a:bodyPr>
          <a:lstStyle/>
          <a:p>
            <a:pPr marL="318770" indent="-306070">
              <a:lnSpc>
                <a:spcPct val="100000"/>
              </a:lnSpc>
              <a:spcBef>
                <a:spcPts val="100"/>
              </a:spcBef>
              <a:buSzPct val="91666"/>
              <a:buFont typeface="Cambria"/>
              <a:buChar char="◾"/>
              <a:tabLst>
                <a:tab pos="318770" algn="l"/>
              </a:tabLst>
            </a:pPr>
            <a:r>
              <a:rPr sz="1800" b="1" dirty="0">
                <a:solidFill>
                  <a:srgbClr val="4590B8"/>
                </a:solidFill>
                <a:latin typeface="Consolas"/>
                <a:cs typeface="Consolas"/>
              </a:rPr>
              <a:t>CREATE</a:t>
            </a:r>
            <a:r>
              <a:rPr sz="1800" b="1" spc="-40" dirty="0">
                <a:solidFill>
                  <a:srgbClr val="4590B8"/>
                </a:solidFill>
                <a:latin typeface="Consolas"/>
                <a:cs typeface="Consolas"/>
              </a:rPr>
              <a:t> </a:t>
            </a:r>
            <a:r>
              <a:rPr sz="1800" b="1" dirty="0">
                <a:solidFill>
                  <a:srgbClr val="4590B8"/>
                </a:solidFill>
                <a:latin typeface="Consolas"/>
                <a:cs typeface="Consolas"/>
              </a:rPr>
              <a:t>PROCEDURE</a:t>
            </a:r>
            <a:r>
              <a:rPr sz="1800" b="1" spc="-20" dirty="0">
                <a:solidFill>
                  <a:srgbClr val="4590B8"/>
                </a:solidFill>
                <a:latin typeface="Consolas"/>
                <a:cs typeface="Consolas"/>
              </a:rPr>
              <a:t> </a:t>
            </a:r>
            <a:r>
              <a:rPr sz="1800" b="1" dirty="0">
                <a:solidFill>
                  <a:srgbClr val="3C3C3C"/>
                </a:solidFill>
                <a:latin typeface="Consolas"/>
                <a:cs typeface="Consolas"/>
              </a:rPr>
              <a:t>delete_actor</a:t>
            </a:r>
            <a:r>
              <a:rPr sz="1800" b="1" spc="-25" dirty="0">
                <a:solidFill>
                  <a:srgbClr val="3C3C3C"/>
                </a:solidFill>
                <a:latin typeface="Consolas"/>
                <a:cs typeface="Consolas"/>
              </a:rPr>
              <a:t> </a:t>
            </a:r>
            <a:r>
              <a:rPr sz="1800" b="1" dirty="0">
                <a:solidFill>
                  <a:srgbClr val="4590B8"/>
                </a:solidFill>
                <a:latin typeface="Consolas"/>
                <a:cs typeface="Consolas"/>
              </a:rPr>
              <a:t>(</a:t>
            </a:r>
            <a:r>
              <a:rPr sz="1800" b="1" spc="-20" dirty="0">
                <a:solidFill>
                  <a:srgbClr val="4590B8"/>
                </a:solidFill>
                <a:latin typeface="Consolas"/>
                <a:cs typeface="Consolas"/>
              </a:rPr>
              <a:t> </a:t>
            </a:r>
            <a:r>
              <a:rPr sz="1800" b="1" dirty="0">
                <a:solidFill>
                  <a:srgbClr val="3C3C3C"/>
                </a:solidFill>
                <a:latin typeface="Consolas"/>
                <a:cs typeface="Consolas"/>
              </a:rPr>
              <a:t>IN</a:t>
            </a:r>
            <a:r>
              <a:rPr sz="1800" b="1" spc="-40" dirty="0">
                <a:solidFill>
                  <a:srgbClr val="3C3C3C"/>
                </a:solidFill>
                <a:latin typeface="Consolas"/>
                <a:cs typeface="Consolas"/>
              </a:rPr>
              <a:t> </a:t>
            </a:r>
            <a:r>
              <a:rPr sz="1800" b="1" dirty="0">
                <a:solidFill>
                  <a:srgbClr val="3C3C3C"/>
                </a:solidFill>
                <a:latin typeface="Consolas"/>
                <a:cs typeface="Consolas"/>
              </a:rPr>
              <a:t>actor_id</a:t>
            </a:r>
            <a:r>
              <a:rPr sz="1800" b="1" spc="-20" dirty="0">
                <a:solidFill>
                  <a:srgbClr val="3C3C3C"/>
                </a:solidFill>
                <a:latin typeface="Consolas"/>
                <a:cs typeface="Consolas"/>
              </a:rPr>
              <a:t> </a:t>
            </a:r>
            <a:r>
              <a:rPr sz="1800" b="1" dirty="0">
                <a:solidFill>
                  <a:srgbClr val="3C3C3C"/>
                </a:solidFill>
                <a:latin typeface="Consolas"/>
                <a:cs typeface="Consolas"/>
              </a:rPr>
              <a:t>CHAR(5)</a:t>
            </a:r>
            <a:r>
              <a:rPr sz="1800" b="1" spc="-35" dirty="0">
                <a:solidFill>
                  <a:srgbClr val="3C3C3C"/>
                </a:solidFill>
                <a:latin typeface="Consolas"/>
                <a:cs typeface="Consolas"/>
              </a:rPr>
              <a:t> </a:t>
            </a:r>
            <a:r>
              <a:rPr sz="1800" b="1" spc="-50" dirty="0">
                <a:solidFill>
                  <a:srgbClr val="4590B8"/>
                </a:solidFill>
                <a:latin typeface="Consolas"/>
                <a:cs typeface="Consolas"/>
              </a:rPr>
              <a:t>)</a:t>
            </a:r>
            <a:endParaRPr sz="1800">
              <a:latin typeface="Consolas"/>
              <a:cs typeface="Consolas"/>
            </a:endParaRPr>
          </a:p>
          <a:p>
            <a:pPr marL="693420">
              <a:lnSpc>
                <a:spcPct val="100000"/>
              </a:lnSpc>
            </a:pPr>
            <a:r>
              <a:rPr sz="1800" b="1" spc="-25" dirty="0">
                <a:solidFill>
                  <a:srgbClr val="3C3C3C"/>
                </a:solidFill>
                <a:latin typeface="Consolas"/>
                <a:cs typeface="Consolas"/>
              </a:rPr>
              <a:t>...</a:t>
            </a:r>
            <a:endParaRPr sz="1800">
              <a:latin typeface="Consolas"/>
              <a:cs typeface="Consolas"/>
            </a:endParaRPr>
          </a:p>
          <a:p>
            <a:pPr>
              <a:lnSpc>
                <a:spcPct val="100000"/>
              </a:lnSpc>
            </a:pPr>
            <a:endParaRPr sz="1800">
              <a:latin typeface="Consolas"/>
              <a:cs typeface="Consolas"/>
            </a:endParaRPr>
          </a:p>
          <a:p>
            <a:pPr>
              <a:lnSpc>
                <a:spcPct val="100000"/>
              </a:lnSpc>
              <a:spcBef>
                <a:spcPts val="10"/>
              </a:spcBef>
            </a:pPr>
            <a:endParaRPr sz="1800">
              <a:latin typeface="Consolas"/>
              <a:cs typeface="Consolas"/>
            </a:endParaRPr>
          </a:p>
          <a:p>
            <a:pPr marL="318770" indent="-306070">
              <a:lnSpc>
                <a:spcPct val="100000"/>
              </a:lnSpc>
              <a:buSzPct val="91666"/>
              <a:buFont typeface="Cambria"/>
              <a:buChar char="◾"/>
              <a:tabLst>
                <a:tab pos="318770" algn="l"/>
              </a:tabLst>
            </a:pPr>
            <a:r>
              <a:rPr sz="1800" b="1" dirty="0">
                <a:solidFill>
                  <a:srgbClr val="4590B8"/>
                </a:solidFill>
                <a:latin typeface="Consolas"/>
                <a:cs typeface="Consolas"/>
              </a:rPr>
              <a:t>CREATE</a:t>
            </a:r>
            <a:r>
              <a:rPr sz="1800" b="1" spc="-50" dirty="0">
                <a:solidFill>
                  <a:srgbClr val="4590B8"/>
                </a:solidFill>
                <a:latin typeface="Consolas"/>
                <a:cs typeface="Consolas"/>
              </a:rPr>
              <a:t> </a:t>
            </a:r>
            <a:r>
              <a:rPr sz="1800" b="1" dirty="0">
                <a:solidFill>
                  <a:srgbClr val="4590B8"/>
                </a:solidFill>
                <a:latin typeface="Consolas"/>
                <a:cs typeface="Consolas"/>
              </a:rPr>
              <a:t>PROCEDURE</a:t>
            </a:r>
            <a:r>
              <a:rPr sz="1800" b="1" spc="-35" dirty="0">
                <a:solidFill>
                  <a:srgbClr val="4590B8"/>
                </a:solidFill>
                <a:latin typeface="Consolas"/>
                <a:cs typeface="Consolas"/>
              </a:rPr>
              <a:t> </a:t>
            </a:r>
            <a:r>
              <a:rPr sz="1800" b="1" dirty="0">
                <a:solidFill>
                  <a:srgbClr val="3C3C3C"/>
                </a:solidFill>
                <a:latin typeface="Consolas"/>
                <a:cs typeface="Consolas"/>
              </a:rPr>
              <a:t>show_all_movies</a:t>
            </a:r>
            <a:r>
              <a:rPr sz="1800" b="1" spc="-35" dirty="0">
                <a:solidFill>
                  <a:srgbClr val="3C3C3C"/>
                </a:solidFill>
                <a:latin typeface="Consolas"/>
                <a:cs typeface="Consolas"/>
              </a:rPr>
              <a:t> </a:t>
            </a:r>
            <a:r>
              <a:rPr sz="1800" b="1" spc="-25" dirty="0">
                <a:solidFill>
                  <a:srgbClr val="4590B8"/>
                </a:solidFill>
                <a:latin typeface="Consolas"/>
                <a:cs typeface="Consolas"/>
              </a:rPr>
              <a:t>()</a:t>
            </a:r>
            <a:endParaRPr sz="1800">
              <a:latin typeface="Consolas"/>
              <a:cs typeface="Consolas"/>
            </a:endParaRPr>
          </a:p>
          <a:p>
            <a:pPr marL="693420">
              <a:lnSpc>
                <a:spcPct val="100000"/>
              </a:lnSpc>
            </a:pPr>
            <a:r>
              <a:rPr sz="1800" b="1" spc="-25" dirty="0">
                <a:solidFill>
                  <a:srgbClr val="3C3C3C"/>
                </a:solidFill>
                <a:latin typeface="Consolas"/>
                <a:cs typeface="Consolas"/>
              </a:rPr>
              <a:t>...</a:t>
            </a:r>
            <a:endParaRPr sz="1800">
              <a:latin typeface="Consolas"/>
              <a:cs typeface="Consolas"/>
            </a:endParaRPr>
          </a:p>
          <a:p>
            <a:pPr marL="641985" lvl="1" indent="-304800">
              <a:lnSpc>
                <a:spcPct val="100000"/>
              </a:lnSpc>
              <a:spcBef>
                <a:spcPts val="1025"/>
              </a:spcBef>
              <a:buClr>
                <a:srgbClr val="4590B8"/>
              </a:buClr>
              <a:buSzPct val="90625"/>
              <a:buFont typeface="Cambria"/>
              <a:buChar char="◾"/>
              <a:tabLst>
                <a:tab pos="641985" algn="l"/>
              </a:tabLst>
            </a:pPr>
            <a:r>
              <a:rPr sz="1600" spc="110" dirty="0">
                <a:solidFill>
                  <a:srgbClr val="3C3C3C"/>
                </a:solidFill>
                <a:latin typeface="Trebuchet MS"/>
                <a:cs typeface="Trebuchet MS"/>
              </a:rPr>
              <a:t>A</a:t>
            </a:r>
            <a:r>
              <a:rPr sz="1600" spc="-25" dirty="0">
                <a:solidFill>
                  <a:srgbClr val="3C3C3C"/>
                </a:solidFill>
                <a:latin typeface="Trebuchet MS"/>
                <a:cs typeface="Trebuchet MS"/>
              </a:rPr>
              <a:t> </a:t>
            </a:r>
            <a:r>
              <a:rPr sz="1600" spc="-60" dirty="0">
                <a:solidFill>
                  <a:srgbClr val="3C3C3C"/>
                </a:solidFill>
                <a:latin typeface="Trebuchet MS"/>
                <a:cs typeface="Trebuchet MS"/>
              </a:rPr>
              <a:t>stored</a:t>
            </a:r>
            <a:r>
              <a:rPr sz="1600" dirty="0">
                <a:solidFill>
                  <a:srgbClr val="3C3C3C"/>
                </a:solidFill>
                <a:latin typeface="Trebuchet MS"/>
                <a:cs typeface="Trebuchet MS"/>
              </a:rPr>
              <a:t> </a:t>
            </a:r>
            <a:r>
              <a:rPr sz="1600" spc="-70" dirty="0">
                <a:solidFill>
                  <a:srgbClr val="3C3C3C"/>
                </a:solidFill>
                <a:latin typeface="Trebuchet MS"/>
                <a:cs typeface="Trebuchet MS"/>
              </a:rPr>
              <a:t>procedure</a:t>
            </a:r>
            <a:r>
              <a:rPr sz="1600" spc="-25" dirty="0">
                <a:solidFill>
                  <a:srgbClr val="3C3C3C"/>
                </a:solidFill>
                <a:latin typeface="Trebuchet MS"/>
                <a:cs typeface="Trebuchet MS"/>
              </a:rPr>
              <a:t> </a:t>
            </a:r>
            <a:r>
              <a:rPr sz="1600" spc="-50" dirty="0">
                <a:solidFill>
                  <a:srgbClr val="3C3C3C"/>
                </a:solidFill>
                <a:latin typeface="Trebuchet MS"/>
                <a:cs typeface="Trebuchet MS"/>
              </a:rPr>
              <a:t>does</a:t>
            </a:r>
            <a:r>
              <a:rPr sz="1600" spc="-15" dirty="0">
                <a:solidFill>
                  <a:srgbClr val="3C3C3C"/>
                </a:solidFill>
                <a:latin typeface="Trebuchet MS"/>
                <a:cs typeface="Trebuchet MS"/>
              </a:rPr>
              <a:t> </a:t>
            </a:r>
            <a:r>
              <a:rPr sz="1600" spc="-40" dirty="0">
                <a:solidFill>
                  <a:srgbClr val="3C3C3C"/>
                </a:solidFill>
                <a:latin typeface="Trebuchet MS"/>
                <a:cs typeface="Trebuchet MS"/>
              </a:rPr>
              <a:t>not</a:t>
            </a:r>
            <a:r>
              <a:rPr sz="1600" dirty="0">
                <a:solidFill>
                  <a:srgbClr val="3C3C3C"/>
                </a:solidFill>
                <a:latin typeface="Trebuchet MS"/>
                <a:cs typeface="Trebuchet MS"/>
              </a:rPr>
              <a:t> </a:t>
            </a:r>
            <a:r>
              <a:rPr sz="1600" spc="-105" dirty="0">
                <a:solidFill>
                  <a:srgbClr val="3C3C3C"/>
                </a:solidFill>
                <a:latin typeface="Trebuchet MS"/>
                <a:cs typeface="Trebuchet MS"/>
              </a:rPr>
              <a:t>need</a:t>
            </a:r>
            <a:r>
              <a:rPr sz="1600" spc="-35" dirty="0">
                <a:solidFill>
                  <a:srgbClr val="3C3C3C"/>
                </a:solidFill>
                <a:latin typeface="Trebuchet MS"/>
                <a:cs typeface="Trebuchet MS"/>
              </a:rPr>
              <a:t> </a:t>
            </a:r>
            <a:r>
              <a:rPr sz="1600" spc="-110" dirty="0">
                <a:solidFill>
                  <a:srgbClr val="3C3C3C"/>
                </a:solidFill>
                <a:latin typeface="Trebuchet MS"/>
                <a:cs typeface="Trebuchet MS"/>
              </a:rPr>
              <a:t>parameters,</a:t>
            </a:r>
            <a:r>
              <a:rPr sz="1600" spc="-180" dirty="0">
                <a:solidFill>
                  <a:srgbClr val="3C3C3C"/>
                </a:solidFill>
                <a:latin typeface="Trebuchet MS"/>
                <a:cs typeface="Trebuchet MS"/>
              </a:rPr>
              <a:t> </a:t>
            </a:r>
            <a:r>
              <a:rPr sz="1600" spc="-95" dirty="0">
                <a:solidFill>
                  <a:srgbClr val="3C3C3C"/>
                </a:solidFill>
                <a:latin typeface="Trebuchet MS"/>
                <a:cs typeface="Trebuchet MS"/>
              </a:rPr>
              <a:t>but</a:t>
            </a:r>
            <a:r>
              <a:rPr sz="1600" spc="-25" dirty="0">
                <a:solidFill>
                  <a:srgbClr val="3C3C3C"/>
                </a:solidFill>
                <a:latin typeface="Trebuchet MS"/>
                <a:cs typeface="Trebuchet MS"/>
              </a:rPr>
              <a:t> </a:t>
            </a:r>
            <a:r>
              <a:rPr sz="1600" spc="-90" dirty="0">
                <a:solidFill>
                  <a:srgbClr val="3C3C3C"/>
                </a:solidFill>
                <a:latin typeface="Trebuchet MS"/>
                <a:cs typeface="Trebuchet MS"/>
              </a:rPr>
              <a:t>opening</a:t>
            </a:r>
            <a:r>
              <a:rPr sz="1600" spc="-10" dirty="0">
                <a:solidFill>
                  <a:srgbClr val="3C3C3C"/>
                </a:solidFill>
                <a:latin typeface="Trebuchet MS"/>
                <a:cs typeface="Trebuchet MS"/>
              </a:rPr>
              <a:t> </a:t>
            </a:r>
            <a:r>
              <a:rPr sz="1600" spc="-110" dirty="0">
                <a:solidFill>
                  <a:srgbClr val="3C3C3C"/>
                </a:solidFill>
                <a:latin typeface="Trebuchet MS"/>
                <a:cs typeface="Trebuchet MS"/>
              </a:rPr>
              <a:t>and</a:t>
            </a:r>
            <a:r>
              <a:rPr sz="1600" spc="-25" dirty="0">
                <a:solidFill>
                  <a:srgbClr val="3C3C3C"/>
                </a:solidFill>
                <a:latin typeface="Trebuchet MS"/>
                <a:cs typeface="Trebuchet MS"/>
              </a:rPr>
              <a:t> </a:t>
            </a:r>
            <a:r>
              <a:rPr sz="1600" spc="-85" dirty="0">
                <a:solidFill>
                  <a:srgbClr val="3C3C3C"/>
                </a:solidFill>
                <a:latin typeface="Trebuchet MS"/>
                <a:cs typeface="Trebuchet MS"/>
              </a:rPr>
              <a:t>closing</a:t>
            </a:r>
            <a:r>
              <a:rPr sz="1600" dirty="0">
                <a:solidFill>
                  <a:srgbClr val="3C3C3C"/>
                </a:solidFill>
                <a:latin typeface="Trebuchet MS"/>
                <a:cs typeface="Trebuchet MS"/>
              </a:rPr>
              <a:t> </a:t>
            </a:r>
            <a:r>
              <a:rPr sz="1600" spc="-95" dirty="0">
                <a:solidFill>
                  <a:srgbClr val="3C3C3C"/>
                </a:solidFill>
                <a:latin typeface="Trebuchet MS"/>
                <a:cs typeface="Trebuchet MS"/>
              </a:rPr>
              <a:t>brackets</a:t>
            </a:r>
            <a:r>
              <a:rPr sz="1600" spc="-10" dirty="0">
                <a:solidFill>
                  <a:srgbClr val="3C3C3C"/>
                </a:solidFill>
                <a:latin typeface="Trebuchet MS"/>
                <a:cs typeface="Trebuchet MS"/>
              </a:rPr>
              <a:t> </a:t>
            </a:r>
            <a:r>
              <a:rPr sz="1600" spc="-110" dirty="0">
                <a:solidFill>
                  <a:srgbClr val="3C3C3C"/>
                </a:solidFill>
                <a:latin typeface="Trebuchet MS"/>
                <a:cs typeface="Trebuchet MS"/>
              </a:rPr>
              <a:t>are</a:t>
            </a:r>
            <a:r>
              <a:rPr sz="1600" spc="-10" dirty="0">
                <a:solidFill>
                  <a:srgbClr val="3C3C3C"/>
                </a:solidFill>
                <a:latin typeface="Trebuchet MS"/>
                <a:cs typeface="Trebuchet MS"/>
              </a:rPr>
              <a:t> </a:t>
            </a:r>
            <a:r>
              <a:rPr sz="1600" spc="-114" dirty="0">
                <a:solidFill>
                  <a:srgbClr val="3C3C3C"/>
                </a:solidFill>
                <a:latin typeface="Trebuchet MS"/>
                <a:cs typeface="Trebuchet MS"/>
              </a:rPr>
              <a:t>still</a:t>
            </a:r>
            <a:r>
              <a:rPr sz="1600" spc="-10" dirty="0">
                <a:solidFill>
                  <a:srgbClr val="3C3C3C"/>
                </a:solidFill>
                <a:latin typeface="Trebuchet MS"/>
                <a:cs typeface="Trebuchet MS"/>
              </a:rPr>
              <a:t> </a:t>
            </a:r>
            <a:r>
              <a:rPr sz="1600" spc="-35" dirty="0">
                <a:solidFill>
                  <a:srgbClr val="3C3C3C"/>
                </a:solidFill>
                <a:latin typeface="Trebuchet MS"/>
                <a:cs typeface="Trebuchet MS"/>
              </a:rPr>
              <a:t>required</a:t>
            </a:r>
            <a:endParaRPr sz="1600">
              <a:latin typeface="Trebuchet MS"/>
              <a:cs typeface="Trebuchet MS"/>
            </a:endParaRPr>
          </a:p>
        </p:txBody>
      </p:sp>
      <p:sp>
        <p:nvSpPr>
          <p:cNvPr id="4" name="object 4"/>
          <p:cNvSpPr txBox="1"/>
          <p:nvPr/>
        </p:nvSpPr>
        <p:spPr>
          <a:xfrm>
            <a:off x="581405" y="2181605"/>
            <a:ext cx="7256145" cy="1554480"/>
          </a:xfrm>
          <a:prstGeom prst="rect">
            <a:avLst/>
          </a:prstGeom>
          <a:ln w="28575">
            <a:solidFill>
              <a:srgbClr val="1A315F"/>
            </a:solidFill>
          </a:ln>
        </p:spPr>
        <p:txBody>
          <a:bodyPr vert="horz" wrap="square" lIns="0" tIns="31115" rIns="0" bIns="0" rtlCol="0">
            <a:spAutoFit/>
          </a:bodyPr>
          <a:lstStyle/>
          <a:p>
            <a:pPr marL="90805">
              <a:lnSpc>
                <a:spcPct val="100000"/>
              </a:lnSpc>
              <a:spcBef>
                <a:spcPts val="245"/>
              </a:spcBef>
            </a:pPr>
            <a:r>
              <a:rPr sz="1900" b="1" dirty="0">
                <a:solidFill>
                  <a:srgbClr val="4590B8"/>
                </a:solidFill>
                <a:latin typeface="Consolas"/>
                <a:cs typeface="Consolas"/>
              </a:rPr>
              <a:t>CREATE</a:t>
            </a:r>
            <a:r>
              <a:rPr sz="1900" b="1" spc="-65" dirty="0">
                <a:solidFill>
                  <a:srgbClr val="4590B8"/>
                </a:solidFill>
                <a:latin typeface="Consolas"/>
                <a:cs typeface="Consolas"/>
              </a:rPr>
              <a:t> </a:t>
            </a:r>
            <a:r>
              <a:rPr sz="1900" b="1" dirty="0">
                <a:solidFill>
                  <a:srgbClr val="4590B8"/>
                </a:solidFill>
                <a:latin typeface="Consolas"/>
                <a:cs typeface="Consolas"/>
              </a:rPr>
              <a:t>PROCEDURE</a:t>
            </a:r>
            <a:r>
              <a:rPr sz="1900" b="1" spc="-40" dirty="0">
                <a:solidFill>
                  <a:srgbClr val="4590B8"/>
                </a:solidFill>
                <a:latin typeface="Consolas"/>
                <a:cs typeface="Consolas"/>
              </a:rPr>
              <a:t> </a:t>
            </a:r>
            <a:r>
              <a:rPr sz="1900" b="1" spc="-10" dirty="0">
                <a:latin typeface="Consolas"/>
                <a:cs typeface="Consolas"/>
              </a:rPr>
              <a:t>procedure_name</a:t>
            </a:r>
            <a:endParaRPr sz="1900">
              <a:latin typeface="Consolas"/>
              <a:cs typeface="Consolas"/>
            </a:endParaRPr>
          </a:p>
          <a:p>
            <a:pPr marL="1024255" marR="93345" indent="-534035">
              <a:lnSpc>
                <a:spcPct val="100000"/>
              </a:lnSpc>
              <a:spcBef>
                <a:spcPts val="5"/>
              </a:spcBef>
            </a:pPr>
            <a:r>
              <a:rPr sz="1900" b="1" dirty="0">
                <a:solidFill>
                  <a:srgbClr val="4590B8"/>
                </a:solidFill>
                <a:latin typeface="Consolas"/>
                <a:cs typeface="Consolas"/>
              </a:rPr>
              <a:t>(</a:t>
            </a:r>
            <a:r>
              <a:rPr sz="1900" b="1" spc="-25" dirty="0">
                <a:solidFill>
                  <a:srgbClr val="4590B8"/>
                </a:solidFill>
                <a:latin typeface="Consolas"/>
                <a:cs typeface="Consolas"/>
              </a:rPr>
              <a:t> </a:t>
            </a:r>
            <a:r>
              <a:rPr sz="1900" b="1" dirty="0">
                <a:solidFill>
                  <a:srgbClr val="959FA7"/>
                </a:solidFill>
                <a:latin typeface="Consolas"/>
                <a:cs typeface="Consolas"/>
              </a:rPr>
              <a:t>[</a:t>
            </a:r>
            <a:r>
              <a:rPr sz="1900" b="1" spc="-15" dirty="0">
                <a:solidFill>
                  <a:srgbClr val="959FA7"/>
                </a:solidFill>
                <a:latin typeface="Consolas"/>
                <a:cs typeface="Consolas"/>
              </a:rPr>
              <a:t> </a:t>
            </a:r>
            <a:r>
              <a:rPr sz="1900" b="1" dirty="0">
                <a:solidFill>
                  <a:srgbClr val="959FA7"/>
                </a:solidFill>
                <a:latin typeface="Consolas"/>
                <a:cs typeface="Consolas"/>
              </a:rPr>
              <a:t>[</a:t>
            </a:r>
            <a:r>
              <a:rPr sz="1900" b="1" spc="-15" dirty="0">
                <a:solidFill>
                  <a:srgbClr val="959FA7"/>
                </a:solidFill>
                <a:latin typeface="Consolas"/>
                <a:cs typeface="Consolas"/>
              </a:rPr>
              <a:t> </a:t>
            </a:r>
            <a:r>
              <a:rPr sz="1900" b="1" dirty="0">
                <a:latin typeface="Consolas"/>
                <a:cs typeface="Consolas"/>
              </a:rPr>
              <a:t>IN</a:t>
            </a:r>
            <a:r>
              <a:rPr sz="1900" b="1" spc="-10" dirty="0">
                <a:latin typeface="Consolas"/>
                <a:cs typeface="Consolas"/>
              </a:rPr>
              <a:t> </a:t>
            </a:r>
            <a:r>
              <a:rPr sz="1900" b="1" dirty="0">
                <a:solidFill>
                  <a:srgbClr val="959FA7"/>
                </a:solidFill>
                <a:latin typeface="Consolas"/>
                <a:cs typeface="Consolas"/>
              </a:rPr>
              <a:t>|</a:t>
            </a:r>
            <a:r>
              <a:rPr sz="1900" b="1" spc="-15" dirty="0">
                <a:solidFill>
                  <a:srgbClr val="959FA7"/>
                </a:solidFill>
                <a:latin typeface="Consolas"/>
                <a:cs typeface="Consolas"/>
              </a:rPr>
              <a:t> </a:t>
            </a:r>
            <a:r>
              <a:rPr sz="1900" b="1" dirty="0">
                <a:latin typeface="Consolas"/>
                <a:cs typeface="Consolas"/>
              </a:rPr>
              <a:t>OUT</a:t>
            </a:r>
            <a:r>
              <a:rPr sz="1900" b="1" spc="-15" dirty="0">
                <a:latin typeface="Consolas"/>
                <a:cs typeface="Consolas"/>
              </a:rPr>
              <a:t> </a:t>
            </a:r>
            <a:r>
              <a:rPr sz="1900" b="1" dirty="0">
                <a:solidFill>
                  <a:srgbClr val="959FA7"/>
                </a:solidFill>
                <a:latin typeface="Consolas"/>
                <a:cs typeface="Consolas"/>
              </a:rPr>
              <a:t>|</a:t>
            </a:r>
            <a:r>
              <a:rPr sz="1900" b="1" spc="-10" dirty="0">
                <a:solidFill>
                  <a:srgbClr val="959FA7"/>
                </a:solidFill>
                <a:latin typeface="Consolas"/>
                <a:cs typeface="Consolas"/>
              </a:rPr>
              <a:t> </a:t>
            </a:r>
            <a:r>
              <a:rPr sz="1900" b="1" dirty="0">
                <a:latin typeface="Consolas"/>
                <a:cs typeface="Consolas"/>
              </a:rPr>
              <a:t>INOUT</a:t>
            </a:r>
            <a:r>
              <a:rPr sz="1900" b="1" spc="-10" dirty="0">
                <a:latin typeface="Consolas"/>
                <a:cs typeface="Consolas"/>
              </a:rPr>
              <a:t> </a:t>
            </a:r>
            <a:r>
              <a:rPr sz="1900" b="1" dirty="0">
                <a:solidFill>
                  <a:srgbClr val="959FA7"/>
                </a:solidFill>
                <a:latin typeface="Consolas"/>
                <a:cs typeface="Consolas"/>
              </a:rPr>
              <a:t>]</a:t>
            </a:r>
            <a:r>
              <a:rPr sz="1900" b="1" spc="-15" dirty="0">
                <a:solidFill>
                  <a:srgbClr val="959FA7"/>
                </a:solidFill>
                <a:latin typeface="Consolas"/>
                <a:cs typeface="Consolas"/>
              </a:rPr>
              <a:t> </a:t>
            </a:r>
            <a:r>
              <a:rPr sz="1900" b="1" dirty="0">
                <a:latin typeface="Consolas"/>
                <a:cs typeface="Consolas"/>
              </a:rPr>
              <a:t>parameter_name </a:t>
            </a:r>
            <a:r>
              <a:rPr sz="1900" b="1" spc="-10" dirty="0">
                <a:latin typeface="Consolas"/>
                <a:cs typeface="Consolas"/>
              </a:rPr>
              <a:t>data_type, </a:t>
            </a:r>
            <a:r>
              <a:rPr sz="1900" b="1" dirty="0">
                <a:solidFill>
                  <a:srgbClr val="959FA7"/>
                </a:solidFill>
                <a:latin typeface="Consolas"/>
                <a:cs typeface="Consolas"/>
              </a:rPr>
              <a:t>[</a:t>
            </a:r>
            <a:r>
              <a:rPr sz="1900" b="1" spc="-20" dirty="0">
                <a:solidFill>
                  <a:srgbClr val="959FA7"/>
                </a:solidFill>
                <a:latin typeface="Consolas"/>
                <a:cs typeface="Consolas"/>
              </a:rPr>
              <a:t> </a:t>
            </a:r>
            <a:r>
              <a:rPr sz="1900" b="1" dirty="0">
                <a:latin typeface="Consolas"/>
                <a:cs typeface="Consolas"/>
              </a:rPr>
              <a:t>IN</a:t>
            </a:r>
            <a:r>
              <a:rPr sz="1900" b="1" spc="-15" dirty="0">
                <a:latin typeface="Consolas"/>
                <a:cs typeface="Consolas"/>
              </a:rPr>
              <a:t> </a:t>
            </a:r>
            <a:r>
              <a:rPr sz="1900" b="1" dirty="0">
                <a:solidFill>
                  <a:srgbClr val="959FA7"/>
                </a:solidFill>
                <a:latin typeface="Consolas"/>
                <a:cs typeface="Consolas"/>
              </a:rPr>
              <a:t>|</a:t>
            </a:r>
            <a:r>
              <a:rPr sz="1900" b="1" spc="-20" dirty="0">
                <a:solidFill>
                  <a:srgbClr val="959FA7"/>
                </a:solidFill>
                <a:latin typeface="Consolas"/>
                <a:cs typeface="Consolas"/>
              </a:rPr>
              <a:t> </a:t>
            </a:r>
            <a:r>
              <a:rPr sz="1900" b="1" dirty="0">
                <a:latin typeface="Consolas"/>
                <a:cs typeface="Consolas"/>
              </a:rPr>
              <a:t>OUT</a:t>
            </a:r>
            <a:r>
              <a:rPr sz="1900" b="1" spc="-15" dirty="0">
                <a:latin typeface="Consolas"/>
                <a:cs typeface="Consolas"/>
              </a:rPr>
              <a:t> </a:t>
            </a:r>
            <a:r>
              <a:rPr sz="1900" b="1" dirty="0">
                <a:solidFill>
                  <a:srgbClr val="959FA7"/>
                </a:solidFill>
                <a:latin typeface="Consolas"/>
                <a:cs typeface="Consolas"/>
              </a:rPr>
              <a:t>|</a:t>
            </a:r>
            <a:r>
              <a:rPr sz="1900" b="1" spc="-15" dirty="0">
                <a:solidFill>
                  <a:srgbClr val="959FA7"/>
                </a:solidFill>
                <a:latin typeface="Consolas"/>
                <a:cs typeface="Consolas"/>
              </a:rPr>
              <a:t> </a:t>
            </a:r>
            <a:r>
              <a:rPr sz="1900" b="1" dirty="0">
                <a:latin typeface="Consolas"/>
                <a:cs typeface="Consolas"/>
              </a:rPr>
              <a:t>INOUT</a:t>
            </a:r>
            <a:r>
              <a:rPr sz="1900" b="1" spc="-15" dirty="0">
                <a:latin typeface="Consolas"/>
                <a:cs typeface="Consolas"/>
              </a:rPr>
              <a:t> </a:t>
            </a:r>
            <a:r>
              <a:rPr sz="1900" b="1" dirty="0">
                <a:solidFill>
                  <a:srgbClr val="959FA7"/>
                </a:solidFill>
                <a:latin typeface="Consolas"/>
                <a:cs typeface="Consolas"/>
              </a:rPr>
              <a:t>]</a:t>
            </a:r>
            <a:r>
              <a:rPr sz="1900" b="1" spc="-15" dirty="0">
                <a:solidFill>
                  <a:srgbClr val="959FA7"/>
                </a:solidFill>
                <a:latin typeface="Consolas"/>
                <a:cs typeface="Consolas"/>
              </a:rPr>
              <a:t> </a:t>
            </a:r>
            <a:r>
              <a:rPr sz="1900" b="1" dirty="0">
                <a:latin typeface="Consolas"/>
                <a:cs typeface="Consolas"/>
              </a:rPr>
              <a:t>parameter_name</a:t>
            </a:r>
            <a:r>
              <a:rPr sz="1900" b="1" spc="-5" dirty="0">
                <a:latin typeface="Consolas"/>
                <a:cs typeface="Consolas"/>
              </a:rPr>
              <a:t> </a:t>
            </a:r>
            <a:r>
              <a:rPr sz="1900" b="1" spc="-10" dirty="0">
                <a:latin typeface="Consolas"/>
                <a:cs typeface="Consolas"/>
              </a:rPr>
              <a:t>data_type,</a:t>
            </a:r>
            <a:endParaRPr sz="1900">
              <a:latin typeface="Consolas"/>
              <a:cs typeface="Consolas"/>
            </a:endParaRPr>
          </a:p>
          <a:p>
            <a:pPr marL="1024255">
              <a:lnSpc>
                <a:spcPct val="100000"/>
              </a:lnSpc>
            </a:pPr>
            <a:r>
              <a:rPr sz="1900" b="1" dirty="0">
                <a:latin typeface="Consolas"/>
                <a:cs typeface="Consolas"/>
              </a:rPr>
              <a:t>...</a:t>
            </a:r>
            <a:r>
              <a:rPr sz="1900" b="1" dirty="0">
                <a:solidFill>
                  <a:srgbClr val="959FA7"/>
                </a:solidFill>
                <a:latin typeface="Consolas"/>
                <a:cs typeface="Consolas"/>
              </a:rPr>
              <a:t>]</a:t>
            </a:r>
            <a:r>
              <a:rPr sz="1900" b="1" spc="-25" dirty="0">
                <a:solidFill>
                  <a:srgbClr val="959FA7"/>
                </a:solidFill>
                <a:latin typeface="Consolas"/>
                <a:cs typeface="Consolas"/>
              </a:rPr>
              <a:t> </a:t>
            </a:r>
            <a:r>
              <a:rPr sz="1900" b="1" spc="-50" dirty="0">
                <a:solidFill>
                  <a:srgbClr val="4590B8"/>
                </a:solidFill>
                <a:latin typeface="Consolas"/>
                <a:cs typeface="Consolas"/>
              </a:rPr>
              <a:t>)</a:t>
            </a:r>
            <a:endParaRPr sz="1900">
              <a:latin typeface="Consolas"/>
              <a:cs typeface="Consolas"/>
            </a:endParaRPr>
          </a:p>
          <a:p>
            <a:pPr marL="90805">
              <a:lnSpc>
                <a:spcPct val="100000"/>
              </a:lnSpc>
            </a:pPr>
            <a:r>
              <a:rPr sz="1900" b="1" spc="-10" dirty="0">
                <a:latin typeface="Consolas"/>
                <a:cs typeface="Consolas"/>
              </a:rPr>
              <a:t>routine_body</a:t>
            </a:r>
            <a:endParaRPr sz="1900">
              <a:latin typeface="Consolas"/>
              <a:cs typeface="Consola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1A315F"/>
          </a:solidFill>
        </p:spPr>
        <p:txBody>
          <a:bodyPr vert="horz" wrap="square" lIns="0" tIns="206375" rIns="0" bIns="0" rtlCol="0">
            <a:spAutoFit/>
          </a:bodyPr>
          <a:lstStyle/>
          <a:p>
            <a:pPr>
              <a:lnSpc>
                <a:spcPct val="100000"/>
              </a:lnSpc>
              <a:spcBef>
                <a:spcPts val="1625"/>
              </a:spcBef>
            </a:pPr>
            <a:endParaRPr sz="2800">
              <a:latin typeface="Times New Roman"/>
              <a:cs typeface="Times New Roman"/>
            </a:endParaRPr>
          </a:p>
          <a:p>
            <a:pPr marL="231775">
              <a:lnSpc>
                <a:spcPct val="100000"/>
              </a:lnSpc>
            </a:pPr>
            <a:r>
              <a:rPr sz="2800" dirty="0">
                <a:solidFill>
                  <a:srgbClr val="FFFFFF"/>
                </a:solidFill>
              </a:rPr>
              <a:t>THE</a:t>
            </a:r>
            <a:r>
              <a:rPr sz="2800" spc="-35" dirty="0">
                <a:solidFill>
                  <a:srgbClr val="FFFFFF"/>
                </a:solidFill>
              </a:rPr>
              <a:t> </a:t>
            </a:r>
            <a:r>
              <a:rPr sz="2800" spc="140" dirty="0">
                <a:solidFill>
                  <a:srgbClr val="FFFFFF"/>
                </a:solidFill>
              </a:rPr>
              <a:t>BODY</a:t>
            </a:r>
            <a:r>
              <a:rPr sz="2800" spc="-50" dirty="0">
                <a:solidFill>
                  <a:srgbClr val="FFFFFF"/>
                </a:solidFill>
              </a:rPr>
              <a:t> </a:t>
            </a:r>
            <a:r>
              <a:rPr sz="2800" spc="114" dirty="0">
                <a:solidFill>
                  <a:srgbClr val="FFFFFF"/>
                </a:solidFill>
              </a:rPr>
              <a:t>OF</a:t>
            </a:r>
            <a:r>
              <a:rPr sz="2800" spc="-320" dirty="0">
                <a:solidFill>
                  <a:srgbClr val="FFFFFF"/>
                </a:solidFill>
              </a:rPr>
              <a:t> </a:t>
            </a:r>
            <a:r>
              <a:rPr sz="2800" spc="210" dirty="0">
                <a:solidFill>
                  <a:srgbClr val="FFFFFF"/>
                </a:solidFill>
              </a:rPr>
              <a:t>A</a:t>
            </a:r>
            <a:r>
              <a:rPr sz="2800" spc="-45" dirty="0">
                <a:solidFill>
                  <a:srgbClr val="FFFFFF"/>
                </a:solidFill>
              </a:rPr>
              <a:t> </a:t>
            </a:r>
            <a:r>
              <a:rPr sz="2800" spc="85" dirty="0">
                <a:solidFill>
                  <a:srgbClr val="FFFFFF"/>
                </a:solidFill>
              </a:rPr>
              <a:t>STORED</a:t>
            </a:r>
            <a:r>
              <a:rPr sz="2800" spc="-35" dirty="0">
                <a:solidFill>
                  <a:srgbClr val="FFFFFF"/>
                </a:solidFill>
              </a:rPr>
              <a:t> </a:t>
            </a:r>
            <a:r>
              <a:rPr sz="2800" spc="80" dirty="0">
                <a:solidFill>
                  <a:srgbClr val="FFFFFF"/>
                </a:solidFill>
              </a:rPr>
              <a:t>PROCEDURE</a:t>
            </a:r>
            <a:endParaRPr sz="2800"/>
          </a:p>
        </p:txBody>
      </p:sp>
      <p:sp>
        <p:nvSpPr>
          <p:cNvPr id="3" name="object 3"/>
          <p:cNvSpPr txBox="1"/>
          <p:nvPr/>
        </p:nvSpPr>
        <p:spPr>
          <a:xfrm>
            <a:off x="659993" y="2681732"/>
            <a:ext cx="10713720" cy="2660650"/>
          </a:xfrm>
          <a:prstGeom prst="rect">
            <a:avLst/>
          </a:prstGeom>
        </p:spPr>
        <p:txBody>
          <a:bodyPr vert="horz" wrap="square" lIns="0" tIns="12700" rIns="0" bIns="0" rtlCol="0">
            <a:spAutoFit/>
          </a:bodyPr>
          <a:lstStyle/>
          <a:p>
            <a:pPr marL="318770" indent="-306070">
              <a:lnSpc>
                <a:spcPct val="100000"/>
              </a:lnSpc>
              <a:spcBef>
                <a:spcPts val="100"/>
              </a:spcBef>
              <a:buClr>
                <a:srgbClr val="4590B8"/>
              </a:buClr>
              <a:buSzPct val="91666"/>
              <a:buFont typeface="Cambria"/>
              <a:buChar char="◾"/>
              <a:tabLst>
                <a:tab pos="318770" algn="l"/>
              </a:tabLst>
            </a:pPr>
            <a:r>
              <a:rPr sz="1800" spc="-50" dirty="0">
                <a:solidFill>
                  <a:srgbClr val="3C3C3C"/>
                </a:solidFill>
                <a:latin typeface="Trebuchet MS"/>
                <a:cs typeface="Trebuchet MS"/>
              </a:rPr>
              <a:t>The</a:t>
            </a:r>
            <a:r>
              <a:rPr sz="1800" spc="-25" dirty="0">
                <a:solidFill>
                  <a:srgbClr val="3C3C3C"/>
                </a:solidFill>
                <a:latin typeface="Trebuchet MS"/>
                <a:cs typeface="Trebuchet MS"/>
              </a:rPr>
              <a:t> </a:t>
            </a:r>
            <a:r>
              <a:rPr sz="1800" spc="-65" dirty="0">
                <a:solidFill>
                  <a:srgbClr val="3C3C3C"/>
                </a:solidFill>
                <a:latin typeface="Trebuchet MS"/>
                <a:cs typeface="Trebuchet MS"/>
              </a:rPr>
              <a:t>body</a:t>
            </a:r>
            <a:r>
              <a:rPr sz="1800" spc="-25" dirty="0">
                <a:solidFill>
                  <a:srgbClr val="3C3C3C"/>
                </a:solidFill>
                <a:latin typeface="Trebuchet MS"/>
                <a:cs typeface="Trebuchet MS"/>
              </a:rPr>
              <a:t> </a:t>
            </a:r>
            <a:r>
              <a:rPr sz="1800" spc="-100" dirty="0">
                <a:solidFill>
                  <a:srgbClr val="3C3C3C"/>
                </a:solidFill>
                <a:latin typeface="Trebuchet MS"/>
                <a:cs typeface="Trebuchet MS"/>
              </a:rPr>
              <a:t>of</a:t>
            </a:r>
            <a:r>
              <a:rPr sz="1800" spc="-40" dirty="0">
                <a:solidFill>
                  <a:srgbClr val="3C3C3C"/>
                </a:solidFill>
                <a:latin typeface="Trebuchet MS"/>
                <a:cs typeface="Trebuchet MS"/>
              </a:rPr>
              <a:t> </a:t>
            </a:r>
            <a:r>
              <a:rPr sz="1800" spc="-190" dirty="0">
                <a:solidFill>
                  <a:srgbClr val="3C3C3C"/>
                </a:solidFill>
                <a:latin typeface="Trebuchet MS"/>
                <a:cs typeface="Trebuchet MS"/>
              </a:rPr>
              <a:t>a</a:t>
            </a:r>
            <a:r>
              <a:rPr sz="1800" spc="-30" dirty="0">
                <a:solidFill>
                  <a:srgbClr val="3C3C3C"/>
                </a:solidFill>
                <a:latin typeface="Trebuchet MS"/>
                <a:cs typeface="Trebuchet MS"/>
              </a:rPr>
              <a:t> </a:t>
            </a:r>
            <a:r>
              <a:rPr sz="1800" spc="-65" dirty="0">
                <a:solidFill>
                  <a:srgbClr val="3C3C3C"/>
                </a:solidFill>
                <a:latin typeface="Trebuchet MS"/>
                <a:cs typeface="Trebuchet MS"/>
              </a:rPr>
              <a:t>stored</a:t>
            </a:r>
            <a:r>
              <a:rPr sz="1800" spc="-35" dirty="0">
                <a:solidFill>
                  <a:srgbClr val="3C3C3C"/>
                </a:solidFill>
                <a:latin typeface="Trebuchet MS"/>
                <a:cs typeface="Trebuchet MS"/>
              </a:rPr>
              <a:t> </a:t>
            </a:r>
            <a:r>
              <a:rPr sz="1800" spc="-85" dirty="0">
                <a:solidFill>
                  <a:srgbClr val="3C3C3C"/>
                </a:solidFill>
                <a:latin typeface="Trebuchet MS"/>
                <a:cs typeface="Trebuchet MS"/>
              </a:rPr>
              <a:t>procedure</a:t>
            </a:r>
            <a:r>
              <a:rPr sz="1800" spc="-20" dirty="0">
                <a:solidFill>
                  <a:srgbClr val="3C3C3C"/>
                </a:solidFill>
                <a:latin typeface="Trebuchet MS"/>
                <a:cs typeface="Trebuchet MS"/>
              </a:rPr>
              <a:t> </a:t>
            </a:r>
            <a:r>
              <a:rPr sz="1800" spc="-95" dirty="0">
                <a:solidFill>
                  <a:srgbClr val="3C3C3C"/>
                </a:solidFill>
                <a:latin typeface="Trebuchet MS"/>
                <a:cs typeface="Trebuchet MS"/>
              </a:rPr>
              <a:t>contains</a:t>
            </a:r>
            <a:r>
              <a:rPr sz="1800" spc="-35" dirty="0">
                <a:solidFill>
                  <a:srgbClr val="3C3C3C"/>
                </a:solidFill>
                <a:latin typeface="Trebuchet MS"/>
                <a:cs typeface="Trebuchet MS"/>
              </a:rPr>
              <a:t> </a:t>
            </a:r>
            <a:r>
              <a:rPr sz="1800" spc="-165" dirty="0">
                <a:solidFill>
                  <a:srgbClr val="3C3C3C"/>
                </a:solidFill>
                <a:latin typeface="Trebuchet MS"/>
                <a:cs typeface="Trebuchet MS"/>
              </a:rPr>
              <a:t>all</a:t>
            </a:r>
            <a:r>
              <a:rPr sz="1800" spc="-15" dirty="0">
                <a:solidFill>
                  <a:srgbClr val="3C3C3C"/>
                </a:solidFill>
                <a:latin typeface="Trebuchet MS"/>
                <a:cs typeface="Trebuchet MS"/>
              </a:rPr>
              <a:t> </a:t>
            </a:r>
            <a:r>
              <a:rPr sz="1800" spc="-120" dirty="0">
                <a:solidFill>
                  <a:srgbClr val="3C3C3C"/>
                </a:solidFill>
                <a:latin typeface="Trebuchet MS"/>
                <a:cs typeface="Trebuchet MS"/>
              </a:rPr>
              <a:t>the</a:t>
            </a:r>
            <a:r>
              <a:rPr sz="1800" spc="-15" dirty="0">
                <a:solidFill>
                  <a:srgbClr val="3C3C3C"/>
                </a:solidFill>
                <a:latin typeface="Trebuchet MS"/>
                <a:cs typeface="Trebuchet MS"/>
              </a:rPr>
              <a:t> </a:t>
            </a:r>
            <a:r>
              <a:rPr sz="1800" spc="-114" dirty="0">
                <a:solidFill>
                  <a:srgbClr val="3C3C3C"/>
                </a:solidFill>
                <a:latin typeface="Trebuchet MS"/>
                <a:cs typeface="Trebuchet MS"/>
              </a:rPr>
              <a:t>statements</a:t>
            </a:r>
            <a:r>
              <a:rPr sz="1800" spc="-40" dirty="0">
                <a:solidFill>
                  <a:srgbClr val="3C3C3C"/>
                </a:solidFill>
                <a:latin typeface="Trebuchet MS"/>
                <a:cs typeface="Trebuchet MS"/>
              </a:rPr>
              <a:t> </a:t>
            </a:r>
            <a:r>
              <a:rPr sz="1800" spc="-135" dirty="0">
                <a:solidFill>
                  <a:srgbClr val="3C3C3C"/>
                </a:solidFill>
                <a:latin typeface="Trebuchet MS"/>
                <a:cs typeface="Trebuchet MS"/>
              </a:rPr>
              <a:t>that</a:t>
            </a:r>
            <a:r>
              <a:rPr sz="1800" spc="-30" dirty="0">
                <a:solidFill>
                  <a:srgbClr val="3C3C3C"/>
                </a:solidFill>
                <a:latin typeface="Trebuchet MS"/>
                <a:cs typeface="Trebuchet MS"/>
              </a:rPr>
              <a:t> </a:t>
            </a:r>
            <a:r>
              <a:rPr sz="1800" spc="-100" dirty="0">
                <a:solidFill>
                  <a:srgbClr val="3C3C3C"/>
                </a:solidFill>
                <a:latin typeface="Trebuchet MS"/>
                <a:cs typeface="Trebuchet MS"/>
              </a:rPr>
              <a:t>must</a:t>
            </a:r>
            <a:r>
              <a:rPr sz="1800" spc="-35" dirty="0">
                <a:solidFill>
                  <a:srgbClr val="3C3C3C"/>
                </a:solidFill>
                <a:latin typeface="Trebuchet MS"/>
                <a:cs typeface="Trebuchet MS"/>
              </a:rPr>
              <a:t> </a:t>
            </a:r>
            <a:r>
              <a:rPr sz="1800" spc="-125" dirty="0">
                <a:solidFill>
                  <a:srgbClr val="3C3C3C"/>
                </a:solidFill>
                <a:latin typeface="Trebuchet MS"/>
                <a:cs typeface="Trebuchet MS"/>
              </a:rPr>
              <a:t>be</a:t>
            </a:r>
            <a:r>
              <a:rPr sz="1800" spc="-15" dirty="0">
                <a:solidFill>
                  <a:srgbClr val="3C3C3C"/>
                </a:solidFill>
                <a:latin typeface="Trebuchet MS"/>
                <a:cs typeface="Trebuchet MS"/>
              </a:rPr>
              <a:t> </a:t>
            </a:r>
            <a:r>
              <a:rPr sz="1800" spc="-105" dirty="0">
                <a:solidFill>
                  <a:srgbClr val="3C3C3C"/>
                </a:solidFill>
                <a:latin typeface="Trebuchet MS"/>
                <a:cs typeface="Trebuchet MS"/>
              </a:rPr>
              <a:t>executed</a:t>
            </a:r>
            <a:r>
              <a:rPr sz="1800" spc="-45" dirty="0">
                <a:solidFill>
                  <a:srgbClr val="3C3C3C"/>
                </a:solidFill>
                <a:latin typeface="Trebuchet MS"/>
                <a:cs typeface="Trebuchet MS"/>
              </a:rPr>
              <a:t> </a:t>
            </a:r>
            <a:r>
              <a:rPr sz="1800" spc="-95" dirty="0">
                <a:solidFill>
                  <a:srgbClr val="3C3C3C"/>
                </a:solidFill>
                <a:latin typeface="Trebuchet MS"/>
                <a:cs typeface="Trebuchet MS"/>
              </a:rPr>
              <a:t>when</a:t>
            </a:r>
            <a:r>
              <a:rPr sz="1800" spc="-15" dirty="0">
                <a:solidFill>
                  <a:srgbClr val="3C3C3C"/>
                </a:solidFill>
                <a:latin typeface="Trebuchet MS"/>
                <a:cs typeface="Trebuchet MS"/>
              </a:rPr>
              <a:t> </a:t>
            </a:r>
            <a:r>
              <a:rPr sz="1800" spc="-120" dirty="0">
                <a:solidFill>
                  <a:srgbClr val="3C3C3C"/>
                </a:solidFill>
                <a:latin typeface="Trebuchet MS"/>
                <a:cs typeface="Trebuchet MS"/>
              </a:rPr>
              <a:t>the</a:t>
            </a:r>
            <a:r>
              <a:rPr sz="1800" spc="-20" dirty="0">
                <a:solidFill>
                  <a:srgbClr val="3C3C3C"/>
                </a:solidFill>
                <a:latin typeface="Trebuchet MS"/>
                <a:cs typeface="Trebuchet MS"/>
              </a:rPr>
              <a:t> </a:t>
            </a:r>
            <a:r>
              <a:rPr sz="1800" spc="-85" dirty="0">
                <a:solidFill>
                  <a:srgbClr val="3C3C3C"/>
                </a:solidFill>
                <a:latin typeface="Trebuchet MS"/>
                <a:cs typeface="Trebuchet MS"/>
              </a:rPr>
              <a:t>procedure</a:t>
            </a:r>
            <a:r>
              <a:rPr sz="1800" spc="-25" dirty="0">
                <a:solidFill>
                  <a:srgbClr val="3C3C3C"/>
                </a:solidFill>
                <a:latin typeface="Trebuchet MS"/>
                <a:cs typeface="Trebuchet MS"/>
              </a:rPr>
              <a:t> </a:t>
            </a:r>
            <a:r>
              <a:rPr sz="1800" spc="-85" dirty="0">
                <a:solidFill>
                  <a:srgbClr val="3C3C3C"/>
                </a:solidFill>
                <a:latin typeface="Trebuchet MS"/>
                <a:cs typeface="Trebuchet MS"/>
              </a:rPr>
              <a:t>is</a:t>
            </a:r>
            <a:r>
              <a:rPr sz="1800" spc="-25" dirty="0">
                <a:solidFill>
                  <a:srgbClr val="3C3C3C"/>
                </a:solidFill>
                <a:latin typeface="Trebuchet MS"/>
                <a:cs typeface="Trebuchet MS"/>
              </a:rPr>
              <a:t> </a:t>
            </a:r>
            <a:r>
              <a:rPr sz="1800" spc="-35" dirty="0">
                <a:solidFill>
                  <a:srgbClr val="3C3C3C"/>
                </a:solidFill>
                <a:latin typeface="Trebuchet MS"/>
                <a:cs typeface="Trebuchet MS"/>
              </a:rPr>
              <a:t>called</a:t>
            </a:r>
            <a:endParaRPr sz="1800">
              <a:latin typeface="Trebuchet MS"/>
              <a:cs typeface="Trebuchet MS"/>
            </a:endParaRPr>
          </a:p>
          <a:p>
            <a:pPr>
              <a:lnSpc>
                <a:spcPct val="100000"/>
              </a:lnSpc>
              <a:buClr>
                <a:srgbClr val="4590B8"/>
              </a:buClr>
              <a:buFont typeface="Cambria"/>
              <a:buChar char="◾"/>
            </a:pPr>
            <a:endParaRPr sz="1800">
              <a:latin typeface="Trebuchet MS"/>
              <a:cs typeface="Trebuchet MS"/>
            </a:endParaRPr>
          </a:p>
          <a:p>
            <a:pPr>
              <a:lnSpc>
                <a:spcPct val="100000"/>
              </a:lnSpc>
              <a:spcBef>
                <a:spcPts val="40"/>
              </a:spcBef>
              <a:buClr>
                <a:srgbClr val="4590B8"/>
              </a:buClr>
              <a:buFont typeface="Cambria"/>
              <a:buChar char="◾"/>
            </a:pPr>
            <a:endParaRPr sz="1800">
              <a:latin typeface="Trebuchet MS"/>
              <a:cs typeface="Trebuchet MS"/>
            </a:endParaRPr>
          </a:p>
          <a:p>
            <a:pPr marL="318770" indent="-306070">
              <a:lnSpc>
                <a:spcPct val="100000"/>
              </a:lnSpc>
              <a:buClr>
                <a:srgbClr val="4590B8"/>
              </a:buClr>
              <a:buSzPct val="91666"/>
              <a:buFont typeface="Cambria"/>
              <a:buChar char="◾"/>
              <a:tabLst>
                <a:tab pos="318770" algn="l"/>
              </a:tabLst>
            </a:pPr>
            <a:r>
              <a:rPr sz="1800" spc="-50" dirty="0">
                <a:solidFill>
                  <a:srgbClr val="3C3C3C"/>
                </a:solidFill>
                <a:latin typeface="Trebuchet MS"/>
                <a:cs typeface="Trebuchet MS"/>
              </a:rPr>
              <a:t>The</a:t>
            </a:r>
            <a:r>
              <a:rPr sz="1800" spc="-35" dirty="0">
                <a:solidFill>
                  <a:srgbClr val="3C3C3C"/>
                </a:solidFill>
                <a:latin typeface="Trebuchet MS"/>
                <a:cs typeface="Trebuchet MS"/>
              </a:rPr>
              <a:t> </a:t>
            </a:r>
            <a:r>
              <a:rPr sz="1800" spc="-65" dirty="0">
                <a:solidFill>
                  <a:srgbClr val="3C3C3C"/>
                </a:solidFill>
                <a:latin typeface="Trebuchet MS"/>
                <a:cs typeface="Trebuchet MS"/>
              </a:rPr>
              <a:t>body</a:t>
            </a:r>
            <a:r>
              <a:rPr sz="1800" spc="-40" dirty="0">
                <a:solidFill>
                  <a:srgbClr val="3C3C3C"/>
                </a:solidFill>
                <a:latin typeface="Trebuchet MS"/>
                <a:cs typeface="Trebuchet MS"/>
              </a:rPr>
              <a:t> </a:t>
            </a:r>
            <a:r>
              <a:rPr sz="1800" spc="-140" dirty="0">
                <a:solidFill>
                  <a:srgbClr val="3C3C3C"/>
                </a:solidFill>
                <a:latin typeface="Trebuchet MS"/>
                <a:cs typeface="Trebuchet MS"/>
              </a:rPr>
              <a:t>always</a:t>
            </a:r>
            <a:r>
              <a:rPr sz="1800" spc="-50" dirty="0">
                <a:solidFill>
                  <a:srgbClr val="3C3C3C"/>
                </a:solidFill>
                <a:latin typeface="Trebuchet MS"/>
                <a:cs typeface="Trebuchet MS"/>
              </a:rPr>
              <a:t> </a:t>
            </a:r>
            <a:r>
              <a:rPr sz="1800" spc="-110" dirty="0">
                <a:solidFill>
                  <a:srgbClr val="3C3C3C"/>
                </a:solidFill>
                <a:latin typeface="Trebuchet MS"/>
                <a:cs typeface="Trebuchet MS"/>
              </a:rPr>
              <a:t>begins</a:t>
            </a:r>
            <a:r>
              <a:rPr sz="1800" spc="-50" dirty="0">
                <a:solidFill>
                  <a:srgbClr val="3C3C3C"/>
                </a:solidFill>
                <a:latin typeface="Trebuchet MS"/>
                <a:cs typeface="Trebuchet MS"/>
              </a:rPr>
              <a:t> </a:t>
            </a:r>
            <a:r>
              <a:rPr sz="1800" spc="-95" dirty="0">
                <a:solidFill>
                  <a:srgbClr val="3C3C3C"/>
                </a:solidFill>
                <a:latin typeface="Trebuchet MS"/>
                <a:cs typeface="Trebuchet MS"/>
              </a:rPr>
              <a:t>with</a:t>
            </a:r>
            <a:r>
              <a:rPr sz="1800" spc="-15" dirty="0">
                <a:solidFill>
                  <a:srgbClr val="3C3C3C"/>
                </a:solidFill>
                <a:latin typeface="Trebuchet MS"/>
                <a:cs typeface="Trebuchet MS"/>
              </a:rPr>
              <a:t> </a:t>
            </a:r>
            <a:r>
              <a:rPr sz="1800" b="1" spc="185" dirty="0">
                <a:solidFill>
                  <a:srgbClr val="4590B8"/>
                </a:solidFill>
                <a:latin typeface="Trebuchet MS"/>
                <a:cs typeface="Trebuchet MS"/>
              </a:rPr>
              <a:t>BEGIN</a:t>
            </a:r>
            <a:r>
              <a:rPr sz="1800" b="1" spc="-25" dirty="0">
                <a:solidFill>
                  <a:srgbClr val="4590B8"/>
                </a:solidFill>
                <a:latin typeface="Trebuchet MS"/>
                <a:cs typeface="Trebuchet MS"/>
              </a:rPr>
              <a:t> </a:t>
            </a:r>
            <a:r>
              <a:rPr sz="1800" spc="-130" dirty="0">
                <a:solidFill>
                  <a:srgbClr val="3C3C3C"/>
                </a:solidFill>
                <a:latin typeface="Trebuchet MS"/>
                <a:cs typeface="Trebuchet MS"/>
              </a:rPr>
              <a:t>and</a:t>
            </a:r>
            <a:r>
              <a:rPr sz="1800" spc="-35" dirty="0">
                <a:solidFill>
                  <a:srgbClr val="3C3C3C"/>
                </a:solidFill>
                <a:latin typeface="Trebuchet MS"/>
                <a:cs typeface="Trebuchet MS"/>
              </a:rPr>
              <a:t> </a:t>
            </a:r>
            <a:r>
              <a:rPr sz="1800" spc="-90" dirty="0">
                <a:solidFill>
                  <a:srgbClr val="3C3C3C"/>
                </a:solidFill>
                <a:latin typeface="Trebuchet MS"/>
                <a:cs typeface="Trebuchet MS"/>
              </a:rPr>
              <a:t>ends</a:t>
            </a:r>
            <a:r>
              <a:rPr sz="1800" spc="-55" dirty="0">
                <a:solidFill>
                  <a:srgbClr val="3C3C3C"/>
                </a:solidFill>
                <a:latin typeface="Trebuchet MS"/>
                <a:cs typeface="Trebuchet MS"/>
              </a:rPr>
              <a:t> </a:t>
            </a:r>
            <a:r>
              <a:rPr sz="1800" spc="-95" dirty="0">
                <a:solidFill>
                  <a:srgbClr val="3C3C3C"/>
                </a:solidFill>
                <a:latin typeface="Trebuchet MS"/>
                <a:cs typeface="Trebuchet MS"/>
              </a:rPr>
              <a:t>with</a:t>
            </a:r>
            <a:r>
              <a:rPr sz="1800" spc="-15" dirty="0">
                <a:solidFill>
                  <a:srgbClr val="3C3C3C"/>
                </a:solidFill>
                <a:latin typeface="Trebuchet MS"/>
                <a:cs typeface="Trebuchet MS"/>
              </a:rPr>
              <a:t> </a:t>
            </a:r>
            <a:r>
              <a:rPr sz="1800" b="1" spc="210" dirty="0">
                <a:solidFill>
                  <a:srgbClr val="4590B8"/>
                </a:solidFill>
                <a:latin typeface="Trebuchet MS"/>
                <a:cs typeface="Trebuchet MS"/>
              </a:rPr>
              <a:t>END</a:t>
            </a:r>
            <a:endParaRPr sz="1800">
              <a:latin typeface="Trebuchet MS"/>
              <a:cs typeface="Trebuchet MS"/>
            </a:endParaRPr>
          </a:p>
          <a:p>
            <a:pPr>
              <a:lnSpc>
                <a:spcPct val="100000"/>
              </a:lnSpc>
              <a:buClr>
                <a:srgbClr val="4590B8"/>
              </a:buClr>
              <a:buFont typeface="Cambria"/>
              <a:buChar char="◾"/>
            </a:pPr>
            <a:endParaRPr sz="1800">
              <a:latin typeface="Trebuchet MS"/>
              <a:cs typeface="Trebuchet MS"/>
            </a:endParaRPr>
          </a:p>
          <a:p>
            <a:pPr>
              <a:lnSpc>
                <a:spcPct val="100000"/>
              </a:lnSpc>
              <a:spcBef>
                <a:spcPts val="45"/>
              </a:spcBef>
              <a:buClr>
                <a:srgbClr val="4590B8"/>
              </a:buClr>
              <a:buFont typeface="Cambria"/>
              <a:buChar char="◾"/>
            </a:pPr>
            <a:endParaRPr sz="1800">
              <a:latin typeface="Trebuchet MS"/>
              <a:cs typeface="Trebuchet MS"/>
            </a:endParaRPr>
          </a:p>
          <a:p>
            <a:pPr marL="318770" indent="-306070">
              <a:lnSpc>
                <a:spcPct val="100000"/>
              </a:lnSpc>
              <a:spcBef>
                <a:spcPts val="5"/>
              </a:spcBef>
              <a:buClr>
                <a:srgbClr val="4590B8"/>
              </a:buClr>
              <a:buSzPct val="91666"/>
              <a:buFont typeface="Cambria"/>
              <a:buChar char="◾"/>
              <a:tabLst>
                <a:tab pos="318770" algn="l"/>
              </a:tabLst>
            </a:pPr>
            <a:r>
              <a:rPr sz="1800" spc="-65" dirty="0">
                <a:solidFill>
                  <a:srgbClr val="3C3C3C"/>
                </a:solidFill>
                <a:latin typeface="Trebuchet MS"/>
                <a:cs typeface="Trebuchet MS"/>
              </a:rPr>
              <a:t>In</a:t>
            </a:r>
            <a:r>
              <a:rPr sz="1800" spc="-30" dirty="0">
                <a:solidFill>
                  <a:srgbClr val="3C3C3C"/>
                </a:solidFill>
                <a:latin typeface="Trebuchet MS"/>
                <a:cs typeface="Trebuchet MS"/>
              </a:rPr>
              <a:t> </a:t>
            </a:r>
            <a:r>
              <a:rPr sz="1800" spc="-145" dirty="0">
                <a:solidFill>
                  <a:srgbClr val="3C3C3C"/>
                </a:solidFill>
                <a:latin typeface="Trebuchet MS"/>
                <a:cs typeface="Trebuchet MS"/>
              </a:rPr>
              <a:t>between,</a:t>
            </a:r>
            <a:r>
              <a:rPr sz="1800" spc="-195" dirty="0">
                <a:solidFill>
                  <a:srgbClr val="3C3C3C"/>
                </a:solidFill>
                <a:latin typeface="Trebuchet MS"/>
                <a:cs typeface="Trebuchet MS"/>
              </a:rPr>
              <a:t> </a:t>
            </a:r>
            <a:r>
              <a:rPr sz="1800" spc="-165" dirty="0">
                <a:solidFill>
                  <a:srgbClr val="3C3C3C"/>
                </a:solidFill>
                <a:latin typeface="Trebuchet MS"/>
                <a:cs typeface="Trebuchet MS"/>
              </a:rPr>
              <a:t>all</a:t>
            </a:r>
            <a:r>
              <a:rPr sz="1800" spc="-5" dirty="0">
                <a:solidFill>
                  <a:srgbClr val="3C3C3C"/>
                </a:solidFill>
                <a:latin typeface="Trebuchet MS"/>
                <a:cs typeface="Trebuchet MS"/>
              </a:rPr>
              <a:t> </a:t>
            </a:r>
            <a:r>
              <a:rPr sz="1800" spc="-114" dirty="0">
                <a:solidFill>
                  <a:srgbClr val="3C3C3C"/>
                </a:solidFill>
                <a:latin typeface="Trebuchet MS"/>
                <a:cs typeface="Trebuchet MS"/>
              </a:rPr>
              <a:t>statement</a:t>
            </a:r>
            <a:r>
              <a:rPr sz="1800" spc="-35" dirty="0">
                <a:solidFill>
                  <a:srgbClr val="3C3C3C"/>
                </a:solidFill>
                <a:latin typeface="Trebuchet MS"/>
                <a:cs typeface="Trebuchet MS"/>
              </a:rPr>
              <a:t> </a:t>
            </a:r>
            <a:r>
              <a:rPr sz="1800" spc="-110" dirty="0">
                <a:solidFill>
                  <a:srgbClr val="3C3C3C"/>
                </a:solidFill>
                <a:latin typeface="Trebuchet MS"/>
                <a:cs typeface="Trebuchet MS"/>
              </a:rPr>
              <a:t>types</a:t>
            </a:r>
            <a:r>
              <a:rPr sz="1800" spc="-30" dirty="0">
                <a:solidFill>
                  <a:srgbClr val="3C3C3C"/>
                </a:solidFill>
                <a:latin typeface="Trebuchet MS"/>
                <a:cs typeface="Trebuchet MS"/>
              </a:rPr>
              <a:t> </a:t>
            </a:r>
            <a:r>
              <a:rPr sz="1800" spc="-140" dirty="0">
                <a:solidFill>
                  <a:srgbClr val="3C3C3C"/>
                </a:solidFill>
                <a:latin typeface="Trebuchet MS"/>
                <a:cs typeface="Trebuchet MS"/>
              </a:rPr>
              <a:t>can</a:t>
            </a:r>
            <a:r>
              <a:rPr sz="1800" spc="-20" dirty="0">
                <a:solidFill>
                  <a:srgbClr val="3C3C3C"/>
                </a:solidFill>
                <a:latin typeface="Trebuchet MS"/>
                <a:cs typeface="Trebuchet MS"/>
              </a:rPr>
              <a:t> </a:t>
            </a:r>
            <a:r>
              <a:rPr sz="1800" spc="-125" dirty="0">
                <a:solidFill>
                  <a:srgbClr val="3C3C3C"/>
                </a:solidFill>
                <a:latin typeface="Trebuchet MS"/>
                <a:cs typeface="Trebuchet MS"/>
              </a:rPr>
              <a:t>be</a:t>
            </a:r>
            <a:r>
              <a:rPr sz="1800" spc="-15" dirty="0">
                <a:solidFill>
                  <a:srgbClr val="3C3C3C"/>
                </a:solidFill>
                <a:latin typeface="Trebuchet MS"/>
                <a:cs typeface="Trebuchet MS"/>
              </a:rPr>
              <a:t> </a:t>
            </a:r>
            <a:r>
              <a:rPr sz="1800" spc="-10" dirty="0">
                <a:solidFill>
                  <a:srgbClr val="3C3C3C"/>
                </a:solidFill>
                <a:latin typeface="Trebuchet MS"/>
                <a:cs typeface="Trebuchet MS"/>
              </a:rPr>
              <a:t>specified</a:t>
            </a:r>
            <a:endParaRPr sz="1800">
              <a:latin typeface="Trebuchet MS"/>
              <a:cs typeface="Trebuchet MS"/>
            </a:endParaRPr>
          </a:p>
          <a:p>
            <a:pPr marL="641985" lvl="1" indent="-304800">
              <a:lnSpc>
                <a:spcPct val="100000"/>
              </a:lnSpc>
              <a:spcBef>
                <a:spcPts val="990"/>
              </a:spcBef>
              <a:buClr>
                <a:srgbClr val="4590B8"/>
              </a:buClr>
              <a:buSzPct val="90625"/>
              <a:buFont typeface="Cambria"/>
              <a:buChar char="◾"/>
              <a:tabLst>
                <a:tab pos="641985" algn="l"/>
              </a:tabLst>
            </a:pPr>
            <a:r>
              <a:rPr sz="1600" dirty="0">
                <a:solidFill>
                  <a:srgbClr val="3C3C3C"/>
                </a:solidFill>
                <a:latin typeface="Trebuchet MS"/>
                <a:cs typeface="Trebuchet MS"/>
              </a:rPr>
              <a:t>SQL</a:t>
            </a:r>
            <a:r>
              <a:rPr sz="1600" spc="45" dirty="0">
                <a:solidFill>
                  <a:srgbClr val="3C3C3C"/>
                </a:solidFill>
                <a:latin typeface="Trebuchet MS"/>
                <a:cs typeface="Trebuchet MS"/>
              </a:rPr>
              <a:t> </a:t>
            </a:r>
            <a:r>
              <a:rPr sz="1600" spc="-105" dirty="0">
                <a:solidFill>
                  <a:srgbClr val="3C3C3C"/>
                </a:solidFill>
                <a:latin typeface="Trebuchet MS"/>
                <a:cs typeface="Trebuchet MS"/>
              </a:rPr>
              <a:t>statements</a:t>
            </a:r>
            <a:r>
              <a:rPr sz="1600" spc="50" dirty="0">
                <a:solidFill>
                  <a:srgbClr val="3C3C3C"/>
                </a:solidFill>
                <a:latin typeface="Trebuchet MS"/>
                <a:cs typeface="Trebuchet MS"/>
              </a:rPr>
              <a:t> </a:t>
            </a:r>
            <a:r>
              <a:rPr sz="1600" dirty="0">
                <a:solidFill>
                  <a:srgbClr val="3C3C3C"/>
                </a:solidFill>
                <a:latin typeface="Trebuchet MS"/>
                <a:cs typeface="Trebuchet MS"/>
              </a:rPr>
              <a:t>(DDL,</a:t>
            </a:r>
            <a:r>
              <a:rPr sz="1600" spc="-145" dirty="0">
                <a:solidFill>
                  <a:srgbClr val="3C3C3C"/>
                </a:solidFill>
                <a:latin typeface="Trebuchet MS"/>
                <a:cs typeface="Trebuchet MS"/>
              </a:rPr>
              <a:t> </a:t>
            </a:r>
            <a:r>
              <a:rPr sz="1600" dirty="0">
                <a:solidFill>
                  <a:srgbClr val="3C3C3C"/>
                </a:solidFill>
                <a:latin typeface="Trebuchet MS"/>
                <a:cs typeface="Trebuchet MS"/>
              </a:rPr>
              <a:t>DCL,</a:t>
            </a:r>
            <a:r>
              <a:rPr sz="1600" spc="-125" dirty="0">
                <a:solidFill>
                  <a:srgbClr val="3C3C3C"/>
                </a:solidFill>
                <a:latin typeface="Trebuchet MS"/>
                <a:cs typeface="Trebuchet MS"/>
              </a:rPr>
              <a:t> </a:t>
            </a:r>
            <a:r>
              <a:rPr sz="1600" spc="-110" dirty="0">
                <a:solidFill>
                  <a:srgbClr val="3C3C3C"/>
                </a:solidFill>
                <a:latin typeface="Trebuchet MS"/>
                <a:cs typeface="Trebuchet MS"/>
              </a:rPr>
              <a:t>and</a:t>
            </a:r>
            <a:r>
              <a:rPr sz="1600" spc="30" dirty="0">
                <a:solidFill>
                  <a:srgbClr val="3C3C3C"/>
                </a:solidFill>
                <a:latin typeface="Trebuchet MS"/>
                <a:cs typeface="Trebuchet MS"/>
              </a:rPr>
              <a:t> </a:t>
            </a:r>
            <a:r>
              <a:rPr sz="1600" spc="80" dirty="0">
                <a:solidFill>
                  <a:srgbClr val="3C3C3C"/>
                </a:solidFill>
                <a:latin typeface="Trebuchet MS"/>
                <a:cs typeface="Trebuchet MS"/>
              </a:rPr>
              <a:t>DML</a:t>
            </a:r>
            <a:r>
              <a:rPr sz="1600" spc="40" dirty="0">
                <a:solidFill>
                  <a:srgbClr val="3C3C3C"/>
                </a:solidFill>
                <a:latin typeface="Trebuchet MS"/>
                <a:cs typeface="Trebuchet MS"/>
              </a:rPr>
              <a:t> </a:t>
            </a:r>
            <a:r>
              <a:rPr sz="1600" spc="-10" dirty="0">
                <a:solidFill>
                  <a:srgbClr val="3C3C3C"/>
                </a:solidFill>
                <a:latin typeface="Trebuchet MS"/>
                <a:cs typeface="Trebuchet MS"/>
              </a:rPr>
              <a:t>statements)</a:t>
            </a:r>
            <a:endParaRPr sz="1600">
              <a:latin typeface="Trebuchet MS"/>
              <a:cs typeface="Trebuchet MS"/>
            </a:endParaRPr>
          </a:p>
          <a:p>
            <a:pPr marL="641985" lvl="1" indent="-304800">
              <a:lnSpc>
                <a:spcPct val="100000"/>
              </a:lnSpc>
              <a:spcBef>
                <a:spcPts val="985"/>
              </a:spcBef>
              <a:buClr>
                <a:srgbClr val="4590B8"/>
              </a:buClr>
              <a:buSzPct val="90625"/>
              <a:buFont typeface="Cambria"/>
              <a:buChar char="◾"/>
              <a:tabLst>
                <a:tab pos="641985" algn="l"/>
              </a:tabLst>
            </a:pPr>
            <a:r>
              <a:rPr sz="1600" spc="-75" dirty="0">
                <a:solidFill>
                  <a:srgbClr val="3C3C3C"/>
                </a:solidFill>
                <a:latin typeface="Trebuchet MS"/>
                <a:cs typeface="Trebuchet MS"/>
              </a:rPr>
              <a:t>Procedural</a:t>
            </a:r>
            <a:r>
              <a:rPr sz="1600" spc="70" dirty="0">
                <a:solidFill>
                  <a:srgbClr val="3C3C3C"/>
                </a:solidFill>
                <a:latin typeface="Trebuchet MS"/>
                <a:cs typeface="Trebuchet MS"/>
              </a:rPr>
              <a:t> </a:t>
            </a:r>
            <a:r>
              <a:rPr sz="1600" spc="-120" dirty="0">
                <a:solidFill>
                  <a:srgbClr val="3C3C3C"/>
                </a:solidFill>
                <a:latin typeface="Trebuchet MS"/>
                <a:cs typeface="Trebuchet MS"/>
              </a:rPr>
              <a:t>statements,</a:t>
            </a:r>
            <a:r>
              <a:rPr sz="1600" spc="-105" dirty="0">
                <a:solidFill>
                  <a:srgbClr val="3C3C3C"/>
                </a:solidFill>
                <a:latin typeface="Trebuchet MS"/>
                <a:cs typeface="Trebuchet MS"/>
              </a:rPr>
              <a:t> </a:t>
            </a:r>
            <a:r>
              <a:rPr sz="1600" spc="-70" dirty="0">
                <a:solidFill>
                  <a:srgbClr val="3C3C3C"/>
                </a:solidFill>
                <a:latin typeface="Trebuchet MS"/>
                <a:cs typeface="Trebuchet MS"/>
              </a:rPr>
              <a:t>such</a:t>
            </a:r>
            <a:r>
              <a:rPr sz="1600" spc="55" dirty="0">
                <a:solidFill>
                  <a:srgbClr val="3C3C3C"/>
                </a:solidFill>
                <a:latin typeface="Trebuchet MS"/>
                <a:cs typeface="Trebuchet MS"/>
              </a:rPr>
              <a:t> </a:t>
            </a:r>
            <a:r>
              <a:rPr sz="1600" spc="-105" dirty="0">
                <a:solidFill>
                  <a:srgbClr val="3C3C3C"/>
                </a:solidFill>
                <a:latin typeface="Trebuchet MS"/>
                <a:cs typeface="Trebuchet MS"/>
              </a:rPr>
              <a:t>as</a:t>
            </a:r>
            <a:r>
              <a:rPr sz="1600" spc="65" dirty="0">
                <a:solidFill>
                  <a:srgbClr val="3C3C3C"/>
                </a:solidFill>
                <a:latin typeface="Trebuchet MS"/>
                <a:cs typeface="Trebuchet MS"/>
              </a:rPr>
              <a:t> </a:t>
            </a:r>
            <a:r>
              <a:rPr sz="1600" spc="-85" dirty="0">
                <a:solidFill>
                  <a:srgbClr val="3C3C3C"/>
                </a:solidFill>
                <a:latin typeface="Trebuchet MS"/>
                <a:cs typeface="Trebuchet MS"/>
              </a:rPr>
              <a:t>IF-</a:t>
            </a:r>
            <a:r>
              <a:rPr sz="1600" dirty="0">
                <a:solidFill>
                  <a:srgbClr val="3C3C3C"/>
                </a:solidFill>
                <a:latin typeface="Trebuchet MS"/>
                <a:cs typeface="Trebuchet MS"/>
              </a:rPr>
              <a:t>THEN-</a:t>
            </a:r>
            <a:r>
              <a:rPr sz="1600" spc="-45" dirty="0">
                <a:solidFill>
                  <a:srgbClr val="3C3C3C"/>
                </a:solidFill>
                <a:latin typeface="Trebuchet MS"/>
                <a:cs typeface="Trebuchet MS"/>
              </a:rPr>
              <a:t>ELSE</a:t>
            </a:r>
            <a:r>
              <a:rPr sz="1600" spc="70" dirty="0">
                <a:solidFill>
                  <a:srgbClr val="3C3C3C"/>
                </a:solidFill>
                <a:latin typeface="Trebuchet MS"/>
                <a:cs typeface="Trebuchet MS"/>
              </a:rPr>
              <a:t> </a:t>
            </a:r>
            <a:r>
              <a:rPr sz="1600" spc="-110" dirty="0">
                <a:solidFill>
                  <a:srgbClr val="3C3C3C"/>
                </a:solidFill>
                <a:latin typeface="Trebuchet MS"/>
                <a:cs typeface="Trebuchet MS"/>
              </a:rPr>
              <a:t>and</a:t>
            </a:r>
            <a:r>
              <a:rPr sz="1600" spc="-190" dirty="0">
                <a:solidFill>
                  <a:srgbClr val="3C3C3C"/>
                </a:solidFill>
                <a:latin typeface="Trebuchet MS"/>
                <a:cs typeface="Trebuchet MS"/>
              </a:rPr>
              <a:t> </a:t>
            </a:r>
            <a:r>
              <a:rPr sz="1600" dirty="0">
                <a:solidFill>
                  <a:srgbClr val="3C3C3C"/>
                </a:solidFill>
                <a:latin typeface="Trebuchet MS"/>
                <a:cs typeface="Trebuchet MS"/>
              </a:rPr>
              <a:t>WHILE-</a:t>
            </a:r>
            <a:r>
              <a:rPr sz="1600" spc="190" dirty="0">
                <a:solidFill>
                  <a:srgbClr val="3C3C3C"/>
                </a:solidFill>
                <a:latin typeface="Trebuchet MS"/>
                <a:cs typeface="Trebuchet MS"/>
              </a:rPr>
              <a:t>DO</a:t>
            </a:r>
            <a:endParaRPr sz="1600">
              <a:latin typeface="Trebuchet MS"/>
              <a:cs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1A315F"/>
          </a:solidFill>
        </p:spPr>
        <p:txBody>
          <a:bodyPr vert="horz" wrap="square" lIns="0" tIns="206375" rIns="0" bIns="0" rtlCol="0">
            <a:spAutoFit/>
          </a:bodyPr>
          <a:lstStyle/>
          <a:p>
            <a:pPr>
              <a:lnSpc>
                <a:spcPct val="100000"/>
              </a:lnSpc>
              <a:spcBef>
                <a:spcPts val="1625"/>
              </a:spcBef>
            </a:pPr>
            <a:endParaRPr sz="2800">
              <a:latin typeface="Times New Roman"/>
              <a:cs typeface="Times New Roman"/>
            </a:endParaRPr>
          </a:p>
          <a:p>
            <a:pPr marL="231775">
              <a:lnSpc>
                <a:spcPct val="100000"/>
              </a:lnSpc>
            </a:pPr>
            <a:r>
              <a:rPr sz="2800" dirty="0">
                <a:solidFill>
                  <a:srgbClr val="FFFFFF"/>
                </a:solidFill>
              </a:rPr>
              <a:t>THE</a:t>
            </a:r>
            <a:r>
              <a:rPr sz="2800" spc="-35" dirty="0">
                <a:solidFill>
                  <a:srgbClr val="FFFFFF"/>
                </a:solidFill>
              </a:rPr>
              <a:t> </a:t>
            </a:r>
            <a:r>
              <a:rPr sz="2800" spc="140" dirty="0">
                <a:solidFill>
                  <a:srgbClr val="FFFFFF"/>
                </a:solidFill>
              </a:rPr>
              <a:t>BODY</a:t>
            </a:r>
            <a:r>
              <a:rPr sz="2800" spc="-50" dirty="0">
                <a:solidFill>
                  <a:srgbClr val="FFFFFF"/>
                </a:solidFill>
              </a:rPr>
              <a:t> </a:t>
            </a:r>
            <a:r>
              <a:rPr sz="2800" spc="114" dirty="0">
                <a:solidFill>
                  <a:srgbClr val="FFFFFF"/>
                </a:solidFill>
              </a:rPr>
              <a:t>OF</a:t>
            </a:r>
            <a:r>
              <a:rPr sz="2800" spc="-320" dirty="0">
                <a:solidFill>
                  <a:srgbClr val="FFFFFF"/>
                </a:solidFill>
              </a:rPr>
              <a:t> </a:t>
            </a:r>
            <a:r>
              <a:rPr sz="2800" spc="210" dirty="0">
                <a:solidFill>
                  <a:srgbClr val="FFFFFF"/>
                </a:solidFill>
              </a:rPr>
              <a:t>A</a:t>
            </a:r>
            <a:r>
              <a:rPr sz="2800" spc="-45" dirty="0">
                <a:solidFill>
                  <a:srgbClr val="FFFFFF"/>
                </a:solidFill>
              </a:rPr>
              <a:t> </a:t>
            </a:r>
            <a:r>
              <a:rPr sz="2800" spc="85" dirty="0">
                <a:solidFill>
                  <a:srgbClr val="FFFFFF"/>
                </a:solidFill>
              </a:rPr>
              <a:t>STORED</a:t>
            </a:r>
            <a:r>
              <a:rPr sz="2800" spc="-35" dirty="0">
                <a:solidFill>
                  <a:srgbClr val="FFFFFF"/>
                </a:solidFill>
              </a:rPr>
              <a:t> </a:t>
            </a:r>
            <a:r>
              <a:rPr sz="2800" spc="80" dirty="0">
                <a:solidFill>
                  <a:srgbClr val="FFFFFF"/>
                </a:solidFill>
              </a:rPr>
              <a:t>PROCEDURE</a:t>
            </a:r>
            <a:endParaRPr sz="2800"/>
          </a:p>
        </p:txBody>
      </p:sp>
      <p:sp>
        <p:nvSpPr>
          <p:cNvPr id="3" name="object 3"/>
          <p:cNvSpPr txBox="1"/>
          <p:nvPr/>
        </p:nvSpPr>
        <p:spPr>
          <a:xfrm>
            <a:off x="659993" y="2216353"/>
            <a:ext cx="6975475" cy="848994"/>
          </a:xfrm>
          <a:prstGeom prst="rect">
            <a:avLst/>
          </a:prstGeom>
        </p:spPr>
        <p:txBody>
          <a:bodyPr vert="horz" wrap="square" lIns="0" tIns="12700" rIns="0" bIns="0" rtlCol="0">
            <a:spAutoFit/>
          </a:bodyPr>
          <a:lstStyle/>
          <a:p>
            <a:pPr marL="318770" indent="-306070">
              <a:lnSpc>
                <a:spcPct val="100000"/>
              </a:lnSpc>
              <a:spcBef>
                <a:spcPts val="100"/>
              </a:spcBef>
              <a:buSzPct val="91666"/>
              <a:buFont typeface="Cambria"/>
              <a:buChar char="◾"/>
              <a:tabLst>
                <a:tab pos="318770" algn="l"/>
              </a:tabLst>
            </a:pPr>
            <a:r>
              <a:rPr sz="1800" b="1" dirty="0">
                <a:solidFill>
                  <a:srgbClr val="4590B8"/>
                </a:solidFill>
                <a:latin typeface="Consolas"/>
                <a:cs typeface="Consolas"/>
              </a:rPr>
              <a:t>CREATE</a:t>
            </a:r>
            <a:r>
              <a:rPr sz="1800" b="1" spc="-50" dirty="0">
                <a:solidFill>
                  <a:srgbClr val="4590B8"/>
                </a:solidFill>
                <a:latin typeface="Consolas"/>
                <a:cs typeface="Consolas"/>
              </a:rPr>
              <a:t> </a:t>
            </a:r>
            <a:r>
              <a:rPr sz="1800" b="1" dirty="0">
                <a:solidFill>
                  <a:srgbClr val="4590B8"/>
                </a:solidFill>
                <a:latin typeface="Consolas"/>
                <a:cs typeface="Consolas"/>
              </a:rPr>
              <a:t>PROCEDURE</a:t>
            </a:r>
            <a:r>
              <a:rPr sz="1800" b="1" spc="-35" dirty="0">
                <a:solidFill>
                  <a:srgbClr val="4590B8"/>
                </a:solidFill>
                <a:latin typeface="Consolas"/>
                <a:cs typeface="Consolas"/>
              </a:rPr>
              <a:t> </a:t>
            </a:r>
            <a:r>
              <a:rPr sz="1800" b="1" dirty="0">
                <a:solidFill>
                  <a:srgbClr val="3C3C3C"/>
                </a:solidFill>
                <a:latin typeface="Consolas"/>
                <a:cs typeface="Consolas"/>
              </a:rPr>
              <a:t>delete_actor</a:t>
            </a:r>
            <a:r>
              <a:rPr sz="1800" b="1" spc="-40" dirty="0">
                <a:solidFill>
                  <a:srgbClr val="3C3C3C"/>
                </a:solidFill>
                <a:latin typeface="Consolas"/>
                <a:cs typeface="Consolas"/>
              </a:rPr>
              <a:t> </a:t>
            </a:r>
            <a:r>
              <a:rPr sz="1800" b="1" dirty="0">
                <a:solidFill>
                  <a:srgbClr val="4590B8"/>
                </a:solidFill>
                <a:latin typeface="Consolas"/>
                <a:cs typeface="Consolas"/>
              </a:rPr>
              <a:t>(</a:t>
            </a:r>
            <a:r>
              <a:rPr sz="1800" b="1" spc="-40" dirty="0">
                <a:solidFill>
                  <a:srgbClr val="4590B8"/>
                </a:solidFill>
                <a:latin typeface="Consolas"/>
                <a:cs typeface="Consolas"/>
              </a:rPr>
              <a:t> </a:t>
            </a:r>
            <a:r>
              <a:rPr sz="1800" b="1" dirty="0">
                <a:solidFill>
                  <a:srgbClr val="3C3C3C"/>
                </a:solidFill>
                <a:latin typeface="Consolas"/>
                <a:cs typeface="Consolas"/>
              </a:rPr>
              <a:t>IN</a:t>
            </a:r>
            <a:r>
              <a:rPr sz="1800" b="1" spc="-55" dirty="0">
                <a:solidFill>
                  <a:srgbClr val="3C3C3C"/>
                </a:solidFill>
                <a:latin typeface="Consolas"/>
                <a:cs typeface="Consolas"/>
              </a:rPr>
              <a:t> </a:t>
            </a:r>
            <a:r>
              <a:rPr sz="1800" b="1" dirty="0">
                <a:solidFill>
                  <a:srgbClr val="3C3C3C"/>
                </a:solidFill>
                <a:latin typeface="Consolas"/>
                <a:cs typeface="Consolas"/>
              </a:rPr>
              <a:t>actor_id</a:t>
            </a:r>
            <a:r>
              <a:rPr sz="1800" b="1" spc="-40" dirty="0">
                <a:solidFill>
                  <a:srgbClr val="3C3C3C"/>
                </a:solidFill>
                <a:latin typeface="Consolas"/>
                <a:cs typeface="Consolas"/>
              </a:rPr>
              <a:t> </a:t>
            </a:r>
            <a:r>
              <a:rPr sz="1800" b="1" dirty="0">
                <a:solidFill>
                  <a:srgbClr val="3C3C3C"/>
                </a:solidFill>
                <a:latin typeface="Consolas"/>
                <a:cs typeface="Consolas"/>
              </a:rPr>
              <a:t>CHAR(5)</a:t>
            </a:r>
            <a:r>
              <a:rPr sz="1800" b="1" spc="-50" dirty="0">
                <a:solidFill>
                  <a:srgbClr val="3C3C3C"/>
                </a:solidFill>
                <a:latin typeface="Consolas"/>
                <a:cs typeface="Consolas"/>
              </a:rPr>
              <a:t> </a:t>
            </a:r>
            <a:r>
              <a:rPr sz="1800" b="1" spc="-50" dirty="0">
                <a:solidFill>
                  <a:srgbClr val="4590B8"/>
                </a:solidFill>
                <a:latin typeface="Consolas"/>
                <a:cs typeface="Consolas"/>
              </a:rPr>
              <a:t>)</a:t>
            </a:r>
            <a:endParaRPr sz="1800">
              <a:latin typeface="Consolas"/>
              <a:cs typeface="Consolas"/>
            </a:endParaRPr>
          </a:p>
          <a:p>
            <a:pPr marL="318770">
              <a:lnSpc>
                <a:spcPct val="100000"/>
              </a:lnSpc>
              <a:spcBef>
                <a:spcPts val="5"/>
              </a:spcBef>
            </a:pPr>
            <a:r>
              <a:rPr sz="1800" b="1" spc="-10" dirty="0">
                <a:solidFill>
                  <a:srgbClr val="4590B8"/>
                </a:solidFill>
                <a:latin typeface="Consolas"/>
                <a:cs typeface="Consolas"/>
              </a:rPr>
              <a:t>BEGIN</a:t>
            </a:r>
            <a:endParaRPr sz="1800">
              <a:latin typeface="Consolas"/>
              <a:cs typeface="Consolas"/>
            </a:endParaRPr>
          </a:p>
          <a:p>
            <a:pPr marL="693420">
              <a:lnSpc>
                <a:spcPct val="100000"/>
              </a:lnSpc>
            </a:pPr>
            <a:r>
              <a:rPr sz="1800" b="1" spc="-10" dirty="0">
                <a:solidFill>
                  <a:srgbClr val="3C3C3C"/>
                </a:solidFill>
                <a:latin typeface="Consolas"/>
                <a:cs typeface="Consolas"/>
              </a:rPr>
              <a:t>DELETE</a:t>
            </a:r>
            <a:endParaRPr sz="1800">
              <a:latin typeface="Consolas"/>
              <a:cs typeface="Consolas"/>
            </a:endParaRPr>
          </a:p>
        </p:txBody>
      </p:sp>
      <p:sp>
        <p:nvSpPr>
          <p:cNvPr id="4" name="object 4"/>
          <p:cNvSpPr txBox="1"/>
          <p:nvPr/>
        </p:nvSpPr>
        <p:spPr>
          <a:xfrm>
            <a:off x="1341247" y="3039871"/>
            <a:ext cx="2533650" cy="57404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3C3C3C"/>
                </a:solidFill>
                <a:latin typeface="Consolas"/>
                <a:cs typeface="Consolas"/>
              </a:rPr>
              <a:t>FROM</a:t>
            </a:r>
            <a:r>
              <a:rPr sz="1800" b="1" spc="-15" dirty="0">
                <a:solidFill>
                  <a:srgbClr val="3C3C3C"/>
                </a:solidFill>
                <a:latin typeface="Consolas"/>
                <a:cs typeface="Consolas"/>
              </a:rPr>
              <a:t> </a:t>
            </a:r>
            <a:r>
              <a:rPr sz="1800" b="1" spc="-10" dirty="0">
                <a:solidFill>
                  <a:srgbClr val="3C3C3C"/>
                </a:solidFill>
                <a:latin typeface="Consolas"/>
                <a:cs typeface="Consolas"/>
              </a:rPr>
              <a:t>actors</a:t>
            </a:r>
            <a:endParaRPr sz="1800">
              <a:latin typeface="Consolas"/>
              <a:cs typeface="Consolas"/>
            </a:endParaRPr>
          </a:p>
          <a:p>
            <a:pPr marL="12700">
              <a:lnSpc>
                <a:spcPct val="100000"/>
              </a:lnSpc>
            </a:pPr>
            <a:r>
              <a:rPr sz="1800" b="1" dirty="0">
                <a:solidFill>
                  <a:srgbClr val="3C3C3C"/>
                </a:solidFill>
                <a:latin typeface="Consolas"/>
                <a:cs typeface="Consolas"/>
              </a:rPr>
              <a:t>WHERE</a:t>
            </a:r>
            <a:r>
              <a:rPr sz="1800" b="1" spc="-15" dirty="0">
                <a:solidFill>
                  <a:srgbClr val="3C3C3C"/>
                </a:solidFill>
                <a:latin typeface="Consolas"/>
                <a:cs typeface="Consolas"/>
              </a:rPr>
              <a:t> </a:t>
            </a:r>
            <a:r>
              <a:rPr sz="1800" b="1" dirty="0">
                <a:solidFill>
                  <a:srgbClr val="3C3C3C"/>
                </a:solidFill>
                <a:latin typeface="Consolas"/>
                <a:cs typeface="Consolas"/>
              </a:rPr>
              <a:t>id</a:t>
            </a:r>
            <a:r>
              <a:rPr sz="1800" b="1" spc="-10" dirty="0">
                <a:solidFill>
                  <a:srgbClr val="3C3C3C"/>
                </a:solidFill>
                <a:latin typeface="Consolas"/>
                <a:cs typeface="Consolas"/>
              </a:rPr>
              <a:t> </a:t>
            </a:r>
            <a:r>
              <a:rPr sz="1800" b="1" dirty="0">
                <a:solidFill>
                  <a:srgbClr val="3C3C3C"/>
                </a:solidFill>
                <a:latin typeface="Consolas"/>
                <a:cs typeface="Consolas"/>
              </a:rPr>
              <a:t>=</a:t>
            </a:r>
            <a:r>
              <a:rPr sz="1800" b="1" spc="-15" dirty="0">
                <a:solidFill>
                  <a:srgbClr val="3C3C3C"/>
                </a:solidFill>
                <a:latin typeface="Consolas"/>
                <a:cs typeface="Consolas"/>
              </a:rPr>
              <a:t> </a:t>
            </a:r>
            <a:r>
              <a:rPr sz="1800" b="1" spc="-10" dirty="0">
                <a:solidFill>
                  <a:srgbClr val="3C3C3C"/>
                </a:solidFill>
                <a:latin typeface="Consolas"/>
                <a:cs typeface="Consolas"/>
              </a:rPr>
              <a:t>actor_id;</a:t>
            </a:r>
            <a:endParaRPr sz="1800">
              <a:latin typeface="Consolas"/>
              <a:cs typeface="Consolas"/>
            </a:endParaRPr>
          </a:p>
        </p:txBody>
      </p:sp>
      <p:sp>
        <p:nvSpPr>
          <p:cNvPr id="5" name="object 5"/>
          <p:cNvSpPr txBox="1"/>
          <p:nvPr/>
        </p:nvSpPr>
        <p:spPr>
          <a:xfrm>
            <a:off x="966317" y="3588511"/>
            <a:ext cx="400685" cy="299720"/>
          </a:xfrm>
          <a:prstGeom prst="rect">
            <a:avLst/>
          </a:prstGeom>
        </p:spPr>
        <p:txBody>
          <a:bodyPr vert="horz" wrap="square" lIns="0" tIns="12700" rIns="0" bIns="0" rtlCol="0">
            <a:spAutoFit/>
          </a:bodyPr>
          <a:lstStyle/>
          <a:p>
            <a:pPr marL="12700">
              <a:lnSpc>
                <a:spcPct val="100000"/>
              </a:lnSpc>
              <a:spcBef>
                <a:spcPts val="100"/>
              </a:spcBef>
            </a:pPr>
            <a:r>
              <a:rPr sz="1800" b="1" spc="-25" dirty="0">
                <a:solidFill>
                  <a:srgbClr val="4590B8"/>
                </a:solidFill>
                <a:latin typeface="Consolas"/>
                <a:cs typeface="Consolas"/>
              </a:rPr>
              <a:t>END</a:t>
            </a:r>
            <a:endParaRPr sz="1800">
              <a:latin typeface="Consolas"/>
              <a:cs typeface="Consolas"/>
            </a:endParaRPr>
          </a:p>
        </p:txBody>
      </p:sp>
      <p:sp>
        <p:nvSpPr>
          <p:cNvPr id="6" name="object 6"/>
          <p:cNvSpPr txBox="1"/>
          <p:nvPr/>
        </p:nvSpPr>
        <p:spPr>
          <a:xfrm>
            <a:off x="659993" y="4399533"/>
            <a:ext cx="4718685" cy="1397635"/>
          </a:xfrm>
          <a:prstGeom prst="rect">
            <a:avLst/>
          </a:prstGeom>
        </p:spPr>
        <p:txBody>
          <a:bodyPr vert="horz" wrap="square" lIns="0" tIns="12700" rIns="0" bIns="0" rtlCol="0">
            <a:spAutoFit/>
          </a:bodyPr>
          <a:lstStyle/>
          <a:p>
            <a:pPr marL="318770" marR="5080" indent="-306705">
              <a:lnSpc>
                <a:spcPct val="100000"/>
              </a:lnSpc>
              <a:spcBef>
                <a:spcPts val="100"/>
              </a:spcBef>
              <a:buSzPct val="91666"/>
              <a:buFont typeface="Cambria"/>
              <a:buChar char="◾"/>
              <a:tabLst>
                <a:tab pos="318770" algn="l"/>
              </a:tabLst>
            </a:pPr>
            <a:r>
              <a:rPr sz="1800" b="1" dirty="0">
                <a:solidFill>
                  <a:srgbClr val="4590B8"/>
                </a:solidFill>
                <a:latin typeface="Consolas"/>
                <a:cs typeface="Consolas"/>
              </a:rPr>
              <a:t>CREATE</a:t>
            </a:r>
            <a:r>
              <a:rPr sz="1800" b="1" spc="-50" dirty="0">
                <a:solidFill>
                  <a:srgbClr val="4590B8"/>
                </a:solidFill>
                <a:latin typeface="Consolas"/>
                <a:cs typeface="Consolas"/>
              </a:rPr>
              <a:t> </a:t>
            </a:r>
            <a:r>
              <a:rPr sz="1800" b="1" dirty="0">
                <a:solidFill>
                  <a:srgbClr val="4590B8"/>
                </a:solidFill>
                <a:latin typeface="Consolas"/>
                <a:cs typeface="Consolas"/>
              </a:rPr>
              <a:t>PROCEDURE</a:t>
            </a:r>
            <a:r>
              <a:rPr sz="1800" b="1" spc="-35" dirty="0">
                <a:solidFill>
                  <a:srgbClr val="4590B8"/>
                </a:solidFill>
                <a:latin typeface="Consolas"/>
                <a:cs typeface="Consolas"/>
              </a:rPr>
              <a:t> </a:t>
            </a:r>
            <a:r>
              <a:rPr sz="1800" b="1" dirty="0">
                <a:solidFill>
                  <a:srgbClr val="3C3C3C"/>
                </a:solidFill>
                <a:latin typeface="Consolas"/>
                <a:cs typeface="Consolas"/>
              </a:rPr>
              <a:t>show_all_movies</a:t>
            </a:r>
            <a:r>
              <a:rPr sz="1800" b="1" spc="-35" dirty="0">
                <a:solidFill>
                  <a:srgbClr val="3C3C3C"/>
                </a:solidFill>
                <a:latin typeface="Consolas"/>
                <a:cs typeface="Consolas"/>
              </a:rPr>
              <a:t> </a:t>
            </a:r>
            <a:r>
              <a:rPr sz="1800" b="1" spc="-25" dirty="0">
                <a:solidFill>
                  <a:srgbClr val="4590B8"/>
                </a:solidFill>
                <a:latin typeface="Consolas"/>
                <a:cs typeface="Consolas"/>
              </a:rPr>
              <a:t>() </a:t>
            </a:r>
            <a:r>
              <a:rPr sz="1800" b="1" spc="-10" dirty="0">
                <a:solidFill>
                  <a:srgbClr val="4590B8"/>
                </a:solidFill>
                <a:latin typeface="Consolas"/>
                <a:cs typeface="Consolas"/>
              </a:rPr>
              <a:t>BEGIN</a:t>
            </a:r>
            <a:endParaRPr sz="1800">
              <a:latin typeface="Consolas"/>
              <a:cs typeface="Consolas"/>
            </a:endParaRPr>
          </a:p>
          <a:p>
            <a:pPr marL="693420" marR="631825">
              <a:lnSpc>
                <a:spcPct val="100000"/>
              </a:lnSpc>
            </a:pPr>
            <a:r>
              <a:rPr sz="1800" b="1" dirty="0">
                <a:solidFill>
                  <a:srgbClr val="3C3C3C"/>
                </a:solidFill>
                <a:latin typeface="Consolas"/>
                <a:cs typeface="Consolas"/>
              </a:rPr>
              <a:t>SELECT</a:t>
            </a:r>
            <a:r>
              <a:rPr sz="1800" b="1" spc="-40" dirty="0">
                <a:solidFill>
                  <a:srgbClr val="3C3C3C"/>
                </a:solidFill>
                <a:latin typeface="Consolas"/>
                <a:cs typeface="Consolas"/>
              </a:rPr>
              <a:t> </a:t>
            </a:r>
            <a:r>
              <a:rPr sz="1800" b="1" dirty="0">
                <a:solidFill>
                  <a:srgbClr val="3C3C3C"/>
                </a:solidFill>
                <a:latin typeface="Consolas"/>
                <a:cs typeface="Consolas"/>
              </a:rPr>
              <a:t>id,</a:t>
            </a:r>
            <a:r>
              <a:rPr sz="1800" b="1" spc="-25" dirty="0">
                <a:solidFill>
                  <a:srgbClr val="3C3C3C"/>
                </a:solidFill>
                <a:latin typeface="Consolas"/>
                <a:cs typeface="Consolas"/>
              </a:rPr>
              <a:t> </a:t>
            </a:r>
            <a:r>
              <a:rPr sz="1800" b="1" dirty="0">
                <a:solidFill>
                  <a:srgbClr val="3C3C3C"/>
                </a:solidFill>
                <a:latin typeface="Consolas"/>
                <a:cs typeface="Consolas"/>
              </a:rPr>
              <a:t>name,</a:t>
            </a:r>
            <a:r>
              <a:rPr sz="1800" b="1" spc="-20" dirty="0">
                <a:solidFill>
                  <a:srgbClr val="3C3C3C"/>
                </a:solidFill>
                <a:latin typeface="Consolas"/>
                <a:cs typeface="Consolas"/>
              </a:rPr>
              <a:t> </a:t>
            </a:r>
            <a:r>
              <a:rPr sz="1800" b="1" dirty="0">
                <a:solidFill>
                  <a:srgbClr val="3C3C3C"/>
                </a:solidFill>
                <a:latin typeface="Consolas"/>
                <a:cs typeface="Consolas"/>
              </a:rPr>
              <a:t>year,</a:t>
            </a:r>
            <a:r>
              <a:rPr sz="1800" b="1" spc="-25" dirty="0">
                <a:solidFill>
                  <a:srgbClr val="3C3C3C"/>
                </a:solidFill>
                <a:latin typeface="Consolas"/>
                <a:cs typeface="Consolas"/>
              </a:rPr>
              <a:t> </a:t>
            </a:r>
            <a:r>
              <a:rPr sz="1800" b="1" spc="-20" dirty="0">
                <a:solidFill>
                  <a:srgbClr val="3C3C3C"/>
                </a:solidFill>
                <a:latin typeface="Consolas"/>
                <a:cs typeface="Consolas"/>
              </a:rPr>
              <a:t>rank </a:t>
            </a:r>
            <a:r>
              <a:rPr sz="1800" b="1" dirty="0">
                <a:solidFill>
                  <a:srgbClr val="3C3C3C"/>
                </a:solidFill>
                <a:latin typeface="Consolas"/>
                <a:cs typeface="Consolas"/>
              </a:rPr>
              <a:t>FROM</a:t>
            </a:r>
            <a:r>
              <a:rPr sz="1800" b="1" spc="-15" dirty="0">
                <a:solidFill>
                  <a:srgbClr val="3C3C3C"/>
                </a:solidFill>
                <a:latin typeface="Consolas"/>
                <a:cs typeface="Consolas"/>
              </a:rPr>
              <a:t> </a:t>
            </a:r>
            <a:r>
              <a:rPr sz="1800" b="1" spc="-10" dirty="0">
                <a:solidFill>
                  <a:srgbClr val="3C3C3C"/>
                </a:solidFill>
                <a:latin typeface="Consolas"/>
                <a:cs typeface="Consolas"/>
              </a:rPr>
              <a:t>movies;</a:t>
            </a:r>
            <a:endParaRPr sz="1800">
              <a:latin typeface="Consolas"/>
              <a:cs typeface="Consolas"/>
            </a:endParaRPr>
          </a:p>
          <a:p>
            <a:pPr marL="318770">
              <a:lnSpc>
                <a:spcPct val="100000"/>
              </a:lnSpc>
            </a:pPr>
            <a:r>
              <a:rPr sz="1800" b="1" spc="-25" dirty="0">
                <a:solidFill>
                  <a:srgbClr val="4590B8"/>
                </a:solidFill>
                <a:latin typeface="Consolas"/>
                <a:cs typeface="Consolas"/>
              </a:rPr>
              <a:t>END</a:t>
            </a:r>
            <a:endParaRPr sz="1800">
              <a:latin typeface="Consolas"/>
              <a:cs typeface="Consolas"/>
            </a:endParaRPr>
          </a:p>
        </p:txBody>
      </p:sp>
      <p:sp>
        <p:nvSpPr>
          <p:cNvPr id="7" name="object 7"/>
          <p:cNvSpPr/>
          <p:nvPr/>
        </p:nvSpPr>
        <p:spPr>
          <a:xfrm>
            <a:off x="5534405" y="3097529"/>
            <a:ext cx="6078220" cy="1845945"/>
          </a:xfrm>
          <a:custGeom>
            <a:avLst/>
            <a:gdLst/>
            <a:ahLst/>
            <a:cxnLst/>
            <a:rect l="l" t="t" r="r" b="b"/>
            <a:pathLst>
              <a:path w="6078220" h="1845945">
                <a:moveTo>
                  <a:pt x="0" y="1845564"/>
                </a:moveTo>
                <a:lnTo>
                  <a:pt x="6077711" y="1845564"/>
                </a:lnTo>
                <a:lnTo>
                  <a:pt x="6077711" y="0"/>
                </a:lnTo>
                <a:lnTo>
                  <a:pt x="0" y="0"/>
                </a:lnTo>
                <a:lnTo>
                  <a:pt x="0" y="1845564"/>
                </a:lnTo>
                <a:close/>
              </a:path>
            </a:pathLst>
          </a:custGeom>
          <a:ln w="28575">
            <a:solidFill>
              <a:srgbClr val="1A315F"/>
            </a:solidFill>
          </a:ln>
        </p:spPr>
        <p:txBody>
          <a:bodyPr wrap="square" lIns="0" tIns="0" rIns="0" bIns="0" rtlCol="0"/>
          <a:lstStyle/>
          <a:p>
            <a:endParaRPr/>
          </a:p>
        </p:txBody>
      </p:sp>
      <p:sp>
        <p:nvSpPr>
          <p:cNvPr id="8" name="object 8"/>
          <p:cNvSpPr txBox="1"/>
          <p:nvPr/>
        </p:nvSpPr>
        <p:spPr>
          <a:xfrm>
            <a:off x="5613272" y="3119373"/>
            <a:ext cx="3471545" cy="269240"/>
          </a:xfrm>
          <a:prstGeom prst="rect">
            <a:avLst/>
          </a:prstGeom>
        </p:spPr>
        <p:txBody>
          <a:bodyPr vert="horz" wrap="square" lIns="0" tIns="12065" rIns="0" bIns="0" rtlCol="0">
            <a:spAutoFit/>
          </a:bodyPr>
          <a:lstStyle/>
          <a:p>
            <a:pPr marL="12700">
              <a:lnSpc>
                <a:spcPct val="100000"/>
              </a:lnSpc>
              <a:spcBef>
                <a:spcPts val="95"/>
              </a:spcBef>
            </a:pPr>
            <a:r>
              <a:rPr sz="1600" b="1" dirty="0">
                <a:solidFill>
                  <a:srgbClr val="4590B8"/>
                </a:solidFill>
                <a:latin typeface="Consolas"/>
                <a:cs typeface="Consolas"/>
              </a:rPr>
              <a:t>CREATE</a:t>
            </a:r>
            <a:r>
              <a:rPr sz="1600" b="1" spc="-50" dirty="0">
                <a:solidFill>
                  <a:srgbClr val="4590B8"/>
                </a:solidFill>
                <a:latin typeface="Consolas"/>
                <a:cs typeface="Consolas"/>
              </a:rPr>
              <a:t> </a:t>
            </a:r>
            <a:r>
              <a:rPr sz="1600" b="1" dirty="0">
                <a:solidFill>
                  <a:srgbClr val="4590B8"/>
                </a:solidFill>
                <a:latin typeface="Consolas"/>
                <a:cs typeface="Consolas"/>
              </a:rPr>
              <a:t>PROCEDURE</a:t>
            </a:r>
            <a:r>
              <a:rPr sz="1600" b="1" spc="-40" dirty="0">
                <a:solidFill>
                  <a:srgbClr val="4590B8"/>
                </a:solidFill>
                <a:latin typeface="Consolas"/>
                <a:cs typeface="Consolas"/>
              </a:rPr>
              <a:t> </a:t>
            </a:r>
            <a:r>
              <a:rPr sz="1600" b="1" spc="-10" dirty="0">
                <a:latin typeface="Consolas"/>
                <a:cs typeface="Consolas"/>
              </a:rPr>
              <a:t>procedure_name</a:t>
            </a:r>
            <a:endParaRPr sz="1600">
              <a:latin typeface="Consolas"/>
              <a:cs typeface="Consolas"/>
            </a:endParaRPr>
          </a:p>
        </p:txBody>
      </p:sp>
      <p:graphicFrame>
        <p:nvGraphicFramePr>
          <p:cNvPr id="9" name="object 9"/>
          <p:cNvGraphicFramePr>
            <a:graphicFrameLocks noGrp="1"/>
          </p:cNvGraphicFramePr>
          <p:nvPr/>
        </p:nvGraphicFramePr>
        <p:xfrm>
          <a:off x="5927978" y="3428071"/>
          <a:ext cx="5620381" cy="688974"/>
        </p:xfrm>
        <a:graphic>
          <a:graphicData uri="http://schemas.openxmlformats.org/drawingml/2006/table">
            <a:tbl>
              <a:tblPr firstRow="1" bandRow="1">
                <a:tableStyleId>{2D5ABB26-0587-4C30-8999-92F81FD0307C}</a:tableStyleId>
              </a:tblPr>
              <a:tblGrid>
                <a:gridCol w="421005">
                  <a:extLst>
                    <a:ext uri="{9D8B030D-6E8A-4147-A177-3AD203B41FA5}">
                      <a16:colId xmlns:a16="http://schemas.microsoft.com/office/drawing/2014/main" val="20000"/>
                    </a:ext>
                  </a:extLst>
                </a:gridCol>
                <a:gridCol w="556259">
                  <a:extLst>
                    <a:ext uri="{9D8B030D-6E8A-4147-A177-3AD203B41FA5}">
                      <a16:colId xmlns:a16="http://schemas.microsoft.com/office/drawing/2014/main" val="20001"/>
                    </a:ext>
                  </a:extLst>
                </a:gridCol>
                <a:gridCol w="665480">
                  <a:extLst>
                    <a:ext uri="{9D8B030D-6E8A-4147-A177-3AD203B41FA5}">
                      <a16:colId xmlns:a16="http://schemas.microsoft.com/office/drawing/2014/main" val="20002"/>
                    </a:ext>
                  </a:extLst>
                </a:gridCol>
                <a:gridCol w="222250">
                  <a:extLst>
                    <a:ext uri="{9D8B030D-6E8A-4147-A177-3AD203B41FA5}">
                      <a16:colId xmlns:a16="http://schemas.microsoft.com/office/drawing/2014/main" val="20003"/>
                    </a:ext>
                  </a:extLst>
                </a:gridCol>
                <a:gridCol w="667384">
                  <a:extLst>
                    <a:ext uri="{9D8B030D-6E8A-4147-A177-3AD203B41FA5}">
                      <a16:colId xmlns:a16="http://schemas.microsoft.com/office/drawing/2014/main" val="20004"/>
                    </a:ext>
                  </a:extLst>
                </a:gridCol>
                <a:gridCol w="221614">
                  <a:extLst>
                    <a:ext uri="{9D8B030D-6E8A-4147-A177-3AD203B41FA5}">
                      <a16:colId xmlns:a16="http://schemas.microsoft.com/office/drawing/2014/main" val="20005"/>
                    </a:ext>
                  </a:extLst>
                </a:gridCol>
                <a:gridCol w="1666875">
                  <a:extLst>
                    <a:ext uri="{9D8B030D-6E8A-4147-A177-3AD203B41FA5}">
                      <a16:colId xmlns:a16="http://schemas.microsoft.com/office/drawing/2014/main" val="20006"/>
                    </a:ext>
                  </a:extLst>
                </a:gridCol>
                <a:gridCol w="1199514">
                  <a:extLst>
                    <a:ext uri="{9D8B030D-6E8A-4147-A177-3AD203B41FA5}">
                      <a16:colId xmlns:a16="http://schemas.microsoft.com/office/drawing/2014/main" val="20007"/>
                    </a:ext>
                  </a:extLst>
                </a:gridCol>
              </a:tblGrid>
              <a:tr h="222885">
                <a:tc>
                  <a:txBody>
                    <a:bodyPr/>
                    <a:lstStyle/>
                    <a:p>
                      <a:pPr marL="31750">
                        <a:lnSpc>
                          <a:spcPts val="1505"/>
                        </a:lnSpc>
                      </a:pPr>
                      <a:r>
                        <a:rPr sz="1600" b="1" dirty="0">
                          <a:solidFill>
                            <a:srgbClr val="4590B8"/>
                          </a:solidFill>
                          <a:latin typeface="Consolas"/>
                          <a:cs typeface="Consolas"/>
                        </a:rPr>
                        <a:t>(</a:t>
                      </a:r>
                      <a:r>
                        <a:rPr sz="1600" b="1" spc="-10" dirty="0">
                          <a:solidFill>
                            <a:srgbClr val="4590B8"/>
                          </a:solidFill>
                          <a:latin typeface="Consolas"/>
                          <a:cs typeface="Consolas"/>
                        </a:rPr>
                        <a:t> </a:t>
                      </a:r>
                      <a:r>
                        <a:rPr sz="1600" b="1" spc="-60" dirty="0">
                          <a:solidFill>
                            <a:srgbClr val="959FA7"/>
                          </a:solidFill>
                          <a:latin typeface="Consolas"/>
                          <a:cs typeface="Consolas"/>
                        </a:rPr>
                        <a:t>[</a:t>
                      </a:r>
                      <a:endParaRPr sz="1600">
                        <a:latin typeface="Consolas"/>
                        <a:cs typeface="Consolas"/>
                      </a:endParaRPr>
                    </a:p>
                  </a:txBody>
                  <a:tcPr marL="0" marR="0" marT="0" marB="0"/>
                </a:tc>
                <a:tc>
                  <a:txBody>
                    <a:bodyPr/>
                    <a:lstStyle/>
                    <a:p>
                      <a:pPr algn="ctr">
                        <a:lnSpc>
                          <a:spcPts val="1505"/>
                        </a:lnSpc>
                      </a:pPr>
                      <a:r>
                        <a:rPr sz="1600" b="1" dirty="0">
                          <a:solidFill>
                            <a:srgbClr val="959FA7"/>
                          </a:solidFill>
                          <a:latin typeface="Consolas"/>
                          <a:cs typeface="Consolas"/>
                        </a:rPr>
                        <a:t>[</a:t>
                      </a:r>
                      <a:r>
                        <a:rPr sz="1600" b="1" spc="-5" dirty="0">
                          <a:solidFill>
                            <a:srgbClr val="959FA7"/>
                          </a:solidFill>
                          <a:latin typeface="Consolas"/>
                          <a:cs typeface="Consolas"/>
                        </a:rPr>
                        <a:t> </a:t>
                      </a:r>
                      <a:r>
                        <a:rPr sz="1600" b="1" spc="-25" dirty="0">
                          <a:latin typeface="Consolas"/>
                          <a:cs typeface="Consolas"/>
                        </a:rPr>
                        <a:t>IN</a:t>
                      </a:r>
                      <a:endParaRPr sz="1600">
                        <a:latin typeface="Consolas"/>
                        <a:cs typeface="Consolas"/>
                      </a:endParaRPr>
                    </a:p>
                  </a:txBody>
                  <a:tcPr marL="0" marR="0" marT="0" marB="0"/>
                </a:tc>
                <a:tc>
                  <a:txBody>
                    <a:bodyPr/>
                    <a:lstStyle/>
                    <a:p>
                      <a:pPr marL="55244">
                        <a:lnSpc>
                          <a:spcPts val="1505"/>
                        </a:lnSpc>
                      </a:pPr>
                      <a:r>
                        <a:rPr sz="1600" b="1" dirty="0">
                          <a:solidFill>
                            <a:srgbClr val="959FA7"/>
                          </a:solidFill>
                          <a:latin typeface="Consolas"/>
                          <a:cs typeface="Consolas"/>
                        </a:rPr>
                        <a:t>|</a:t>
                      </a:r>
                      <a:r>
                        <a:rPr sz="1600" b="1" spc="-20" dirty="0">
                          <a:solidFill>
                            <a:srgbClr val="959FA7"/>
                          </a:solidFill>
                          <a:latin typeface="Consolas"/>
                          <a:cs typeface="Consolas"/>
                        </a:rPr>
                        <a:t> </a:t>
                      </a:r>
                      <a:r>
                        <a:rPr sz="1600" b="1" spc="-25" dirty="0">
                          <a:latin typeface="Consolas"/>
                          <a:cs typeface="Consolas"/>
                        </a:rPr>
                        <a:t>OUT</a:t>
                      </a:r>
                      <a:endParaRPr sz="1600">
                        <a:latin typeface="Consolas"/>
                        <a:cs typeface="Consolas"/>
                      </a:endParaRPr>
                    </a:p>
                  </a:txBody>
                  <a:tcPr marL="0" marR="0" marT="0" marB="0"/>
                </a:tc>
                <a:tc>
                  <a:txBody>
                    <a:bodyPr/>
                    <a:lstStyle/>
                    <a:p>
                      <a:pPr algn="ctr">
                        <a:lnSpc>
                          <a:spcPts val="1505"/>
                        </a:lnSpc>
                      </a:pPr>
                      <a:r>
                        <a:rPr sz="1600" b="1" spc="-50" dirty="0">
                          <a:solidFill>
                            <a:srgbClr val="959FA7"/>
                          </a:solidFill>
                          <a:latin typeface="Consolas"/>
                          <a:cs typeface="Consolas"/>
                        </a:rPr>
                        <a:t>|</a:t>
                      </a:r>
                      <a:endParaRPr sz="1600">
                        <a:latin typeface="Consolas"/>
                        <a:cs typeface="Consolas"/>
                      </a:endParaRPr>
                    </a:p>
                  </a:txBody>
                  <a:tcPr marL="0" marR="0" marT="0" marB="0"/>
                </a:tc>
                <a:tc>
                  <a:txBody>
                    <a:bodyPr/>
                    <a:lstStyle/>
                    <a:p>
                      <a:pPr algn="ctr">
                        <a:lnSpc>
                          <a:spcPts val="1505"/>
                        </a:lnSpc>
                      </a:pPr>
                      <a:r>
                        <a:rPr sz="1600" b="1" spc="-10" dirty="0">
                          <a:latin typeface="Consolas"/>
                          <a:cs typeface="Consolas"/>
                        </a:rPr>
                        <a:t>INOUT</a:t>
                      </a:r>
                      <a:endParaRPr sz="1600">
                        <a:latin typeface="Consolas"/>
                        <a:cs typeface="Consolas"/>
                      </a:endParaRPr>
                    </a:p>
                  </a:txBody>
                  <a:tcPr marL="0" marR="0" marT="0" marB="0"/>
                </a:tc>
                <a:tc>
                  <a:txBody>
                    <a:bodyPr/>
                    <a:lstStyle/>
                    <a:p>
                      <a:pPr marL="635" algn="ctr">
                        <a:lnSpc>
                          <a:spcPts val="1505"/>
                        </a:lnSpc>
                      </a:pPr>
                      <a:r>
                        <a:rPr sz="1600" b="1" spc="-50" dirty="0">
                          <a:solidFill>
                            <a:srgbClr val="959FA7"/>
                          </a:solidFill>
                          <a:latin typeface="Consolas"/>
                          <a:cs typeface="Consolas"/>
                        </a:rPr>
                        <a:t>]</a:t>
                      </a:r>
                      <a:endParaRPr sz="1600">
                        <a:latin typeface="Consolas"/>
                        <a:cs typeface="Consolas"/>
                      </a:endParaRPr>
                    </a:p>
                  </a:txBody>
                  <a:tcPr marL="0" marR="0" marT="0" marB="0"/>
                </a:tc>
                <a:tc>
                  <a:txBody>
                    <a:bodyPr/>
                    <a:lstStyle/>
                    <a:p>
                      <a:pPr algn="ctr">
                        <a:lnSpc>
                          <a:spcPts val="1505"/>
                        </a:lnSpc>
                      </a:pPr>
                      <a:r>
                        <a:rPr sz="1600" b="1" spc="-10" dirty="0">
                          <a:latin typeface="Consolas"/>
                          <a:cs typeface="Consolas"/>
                        </a:rPr>
                        <a:t>parameter_name</a:t>
                      </a:r>
                      <a:endParaRPr sz="1600">
                        <a:latin typeface="Consolas"/>
                        <a:cs typeface="Consolas"/>
                      </a:endParaRPr>
                    </a:p>
                  </a:txBody>
                  <a:tcPr marL="0" marR="0" marT="0" marB="0"/>
                </a:tc>
                <a:tc>
                  <a:txBody>
                    <a:bodyPr/>
                    <a:lstStyle/>
                    <a:p>
                      <a:pPr marL="22860" algn="ctr">
                        <a:lnSpc>
                          <a:spcPts val="1505"/>
                        </a:lnSpc>
                      </a:pPr>
                      <a:r>
                        <a:rPr sz="1600" b="1" spc="-10" dirty="0">
                          <a:latin typeface="Consolas"/>
                          <a:cs typeface="Consolas"/>
                        </a:rPr>
                        <a:t>data_type,</a:t>
                      </a:r>
                      <a:endParaRPr sz="1600">
                        <a:latin typeface="Consolas"/>
                        <a:cs typeface="Consolas"/>
                      </a:endParaRPr>
                    </a:p>
                  </a:txBody>
                  <a:tcPr marL="0" marR="0" marT="0" marB="0"/>
                </a:tc>
                <a:extLst>
                  <a:ext uri="{0D108BD9-81ED-4DB2-BD59-A6C34878D82A}">
                    <a16:rowId xmlns:a16="http://schemas.microsoft.com/office/drawing/2014/main" val="10000"/>
                  </a:ext>
                </a:extLst>
              </a:tr>
              <a:tr h="243204">
                <a:tc>
                  <a:txBody>
                    <a:bodyPr/>
                    <a:lstStyle/>
                    <a:p>
                      <a:pPr>
                        <a:lnSpc>
                          <a:spcPct val="100000"/>
                        </a:lnSpc>
                      </a:pPr>
                      <a:endParaRPr sz="1400">
                        <a:latin typeface="Times New Roman"/>
                        <a:cs typeface="Times New Roman"/>
                      </a:endParaRPr>
                    </a:p>
                  </a:txBody>
                  <a:tcPr marL="0" marR="0" marT="0" marB="0"/>
                </a:tc>
                <a:tc>
                  <a:txBody>
                    <a:bodyPr/>
                    <a:lstStyle/>
                    <a:p>
                      <a:pPr algn="ctr">
                        <a:lnSpc>
                          <a:spcPts val="1664"/>
                        </a:lnSpc>
                      </a:pPr>
                      <a:r>
                        <a:rPr sz="1600" b="1" dirty="0">
                          <a:solidFill>
                            <a:srgbClr val="959FA7"/>
                          </a:solidFill>
                          <a:latin typeface="Consolas"/>
                          <a:cs typeface="Consolas"/>
                        </a:rPr>
                        <a:t>[</a:t>
                      </a:r>
                      <a:r>
                        <a:rPr sz="1600" b="1" spc="-5" dirty="0">
                          <a:solidFill>
                            <a:srgbClr val="959FA7"/>
                          </a:solidFill>
                          <a:latin typeface="Consolas"/>
                          <a:cs typeface="Consolas"/>
                        </a:rPr>
                        <a:t> </a:t>
                      </a:r>
                      <a:r>
                        <a:rPr sz="1600" b="1" spc="-25" dirty="0">
                          <a:latin typeface="Consolas"/>
                          <a:cs typeface="Consolas"/>
                        </a:rPr>
                        <a:t>IN</a:t>
                      </a:r>
                      <a:endParaRPr sz="1600">
                        <a:latin typeface="Consolas"/>
                        <a:cs typeface="Consolas"/>
                      </a:endParaRPr>
                    </a:p>
                  </a:txBody>
                  <a:tcPr marL="0" marR="0" marT="0" marB="0"/>
                </a:tc>
                <a:tc>
                  <a:txBody>
                    <a:bodyPr/>
                    <a:lstStyle/>
                    <a:p>
                      <a:pPr marL="55244">
                        <a:lnSpc>
                          <a:spcPts val="1664"/>
                        </a:lnSpc>
                      </a:pPr>
                      <a:r>
                        <a:rPr sz="1600" b="1" dirty="0">
                          <a:solidFill>
                            <a:srgbClr val="959FA7"/>
                          </a:solidFill>
                          <a:latin typeface="Consolas"/>
                          <a:cs typeface="Consolas"/>
                        </a:rPr>
                        <a:t>|</a:t>
                      </a:r>
                      <a:r>
                        <a:rPr sz="1600" b="1" spc="-20" dirty="0">
                          <a:solidFill>
                            <a:srgbClr val="959FA7"/>
                          </a:solidFill>
                          <a:latin typeface="Consolas"/>
                          <a:cs typeface="Consolas"/>
                        </a:rPr>
                        <a:t> </a:t>
                      </a:r>
                      <a:r>
                        <a:rPr sz="1600" b="1" spc="-25" dirty="0">
                          <a:latin typeface="Consolas"/>
                          <a:cs typeface="Consolas"/>
                        </a:rPr>
                        <a:t>OUT</a:t>
                      </a:r>
                      <a:endParaRPr sz="1600">
                        <a:latin typeface="Consolas"/>
                        <a:cs typeface="Consolas"/>
                      </a:endParaRPr>
                    </a:p>
                  </a:txBody>
                  <a:tcPr marL="0" marR="0" marT="0" marB="0"/>
                </a:tc>
                <a:tc>
                  <a:txBody>
                    <a:bodyPr/>
                    <a:lstStyle/>
                    <a:p>
                      <a:pPr algn="ctr">
                        <a:lnSpc>
                          <a:spcPts val="1664"/>
                        </a:lnSpc>
                      </a:pPr>
                      <a:r>
                        <a:rPr sz="1600" b="1" spc="-50" dirty="0">
                          <a:solidFill>
                            <a:srgbClr val="959FA7"/>
                          </a:solidFill>
                          <a:latin typeface="Consolas"/>
                          <a:cs typeface="Consolas"/>
                        </a:rPr>
                        <a:t>|</a:t>
                      </a:r>
                      <a:endParaRPr sz="1600">
                        <a:latin typeface="Consolas"/>
                        <a:cs typeface="Consolas"/>
                      </a:endParaRPr>
                    </a:p>
                  </a:txBody>
                  <a:tcPr marL="0" marR="0" marT="0" marB="0"/>
                </a:tc>
                <a:tc>
                  <a:txBody>
                    <a:bodyPr/>
                    <a:lstStyle/>
                    <a:p>
                      <a:pPr algn="ctr">
                        <a:lnSpc>
                          <a:spcPts val="1664"/>
                        </a:lnSpc>
                      </a:pPr>
                      <a:r>
                        <a:rPr sz="1600" b="1" spc="-10" dirty="0">
                          <a:latin typeface="Consolas"/>
                          <a:cs typeface="Consolas"/>
                        </a:rPr>
                        <a:t>INOUT</a:t>
                      </a:r>
                      <a:endParaRPr sz="1600">
                        <a:latin typeface="Consolas"/>
                        <a:cs typeface="Consolas"/>
                      </a:endParaRPr>
                    </a:p>
                  </a:txBody>
                  <a:tcPr marL="0" marR="0" marT="0" marB="0"/>
                </a:tc>
                <a:tc>
                  <a:txBody>
                    <a:bodyPr/>
                    <a:lstStyle/>
                    <a:p>
                      <a:pPr marL="635" algn="ctr">
                        <a:lnSpc>
                          <a:spcPts val="1664"/>
                        </a:lnSpc>
                      </a:pPr>
                      <a:r>
                        <a:rPr sz="1600" b="1" spc="-50" dirty="0">
                          <a:solidFill>
                            <a:srgbClr val="959FA7"/>
                          </a:solidFill>
                          <a:latin typeface="Consolas"/>
                          <a:cs typeface="Consolas"/>
                        </a:rPr>
                        <a:t>]</a:t>
                      </a:r>
                      <a:endParaRPr sz="1600">
                        <a:latin typeface="Consolas"/>
                        <a:cs typeface="Consolas"/>
                      </a:endParaRPr>
                    </a:p>
                  </a:txBody>
                  <a:tcPr marL="0" marR="0" marT="0" marB="0"/>
                </a:tc>
                <a:tc>
                  <a:txBody>
                    <a:bodyPr/>
                    <a:lstStyle/>
                    <a:p>
                      <a:pPr algn="ctr">
                        <a:lnSpc>
                          <a:spcPts val="1664"/>
                        </a:lnSpc>
                      </a:pPr>
                      <a:r>
                        <a:rPr sz="1600" b="1" spc="-10" dirty="0">
                          <a:latin typeface="Consolas"/>
                          <a:cs typeface="Consolas"/>
                        </a:rPr>
                        <a:t>parameter_name</a:t>
                      </a:r>
                      <a:endParaRPr sz="1600">
                        <a:latin typeface="Consolas"/>
                        <a:cs typeface="Consolas"/>
                      </a:endParaRPr>
                    </a:p>
                  </a:txBody>
                  <a:tcPr marL="0" marR="0" marT="0" marB="0"/>
                </a:tc>
                <a:tc>
                  <a:txBody>
                    <a:bodyPr/>
                    <a:lstStyle/>
                    <a:p>
                      <a:pPr marL="22860" algn="ctr">
                        <a:lnSpc>
                          <a:spcPts val="1664"/>
                        </a:lnSpc>
                      </a:pPr>
                      <a:r>
                        <a:rPr sz="1600" b="1" spc="-10" dirty="0">
                          <a:latin typeface="Consolas"/>
                          <a:cs typeface="Consolas"/>
                        </a:rPr>
                        <a:t>data_type,</a:t>
                      </a:r>
                      <a:endParaRPr sz="1600">
                        <a:latin typeface="Consolas"/>
                        <a:cs typeface="Consolas"/>
                      </a:endParaRPr>
                    </a:p>
                  </a:txBody>
                  <a:tcPr marL="0" marR="0" marT="0" marB="0"/>
                </a:tc>
                <a:extLst>
                  <a:ext uri="{0D108BD9-81ED-4DB2-BD59-A6C34878D82A}">
                    <a16:rowId xmlns:a16="http://schemas.microsoft.com/office/drawing/2014/main" val="10001"/>
                  </a:ext>
                </a:extLst>
              </a:tr>
              <a:tr h="222885">
                <a:tc>
                  <a:txBody>
                    <a:bodyPr/>
                    <a:lstStyle/>
                    <a:p>
                      <a:pPr>
                        <a:lnSpc>
                          <a:spcPct val="100000"/>
                        </a:lnSpc>
                      </a:pPr>
                      <a:endParaRPr sz="1300">
                        <a:latin typeface="Times New Roman"/>
                        <a:cs typeface="Times New Roman"/>
                      </a:endParaRPr>
                    </a:p>
                  </a:txBody>
                  <a:tcPr marL="0" marR="0" marT="0" marB="0"/>
                </a:tc>
                <a:tc>
                  <a:txBody>
                    <a:bodyPr/>
                    <a:lstStyle/>
                    <a:p>
                      <a:pPr algn="ctr">
                        <a:lnSpc>
                          <a:spcPts val="1660"/>
                        </a:lnSpc>
                      </a:pPr>
                      <a:r>
                        <a:rPr sz="1600" b="1" spc="-20" dirty="0">
                          <a:latin typeface="Consolas"/>
                          <a:cs typeface="Consolas"/>
                        </a:rPr>
                        <a:t>...</a:t>
                      </a:r>
                      <a:r>
                        <a:rPr sz="1600" b="1" spc="-20" dirty="0">
                          <a:solidFill>
                            <a:srgbClr val="959FA7"/>
                          </a:solidFill>
                          <a:latin typeface="Consolas"/>
                          <a:cs typeface="Consolas"/>
                        </a:rPr>
                        <a:t>]</a:t>
                      </a:r>
                      <a:endParaRPr sz="1600">
                        <a:latin typeface="Consolas"/>
                        <a:cs typeface="Consolas"/>
                      </a:endParaRPr>
                    </a:p>
                  </a:txBody>
                  <a:tcPr marL="0" marR="0" marT="0" marB="0"/>
                </a:tc>
                <a:tc>
                  <a:txBody>
                    <a:bodyPr/>
                    <a:lstStyle/>
                    <a:p>
                      <a:pPr marL="55244">
                        <a:lnSpc>
                          <a:spcPts val="1660"/>
                        </a:lnSpc>
                      </a:pPr>
                      <a:r>
                        <a:rPr sz="1600" b="1" spc="-50" dirty="0">
                          <a:solidFill>
                            <a:srgbClr val="4590B8"/>
                          </a:solidFill>
                          <a:latin typeface="Consolas"/>
                          <a:cs typeface="Consolas"/>
                        </a:rPr>
                        <a:t>)</a:t>
                      </a:r>
                      <a:endParaRPr sz="1600">
                        <a:latin typeface="Consolas"/>
                        <a:cs typeface="Consolas"/>
                      </a:endParaRPr>
                    </a:p>
                  </a:txBody>
                  <a:tcPr marL="0" marR="0" marT="0" marB="0"/>
                </a:tc>
                <a:tc>
                  <a:txBody>
                    <a:bodyPr/>
                    <a:lstStyle/>
                    <a:p>
                      <a:pPr>
                        <a:lnSpc>
                          <a:spcPct val="100000"/>
                        </a:lnSpc>
                      </a:pPr>
                      <a:endParaRPr sz="1300">
                        <a:latin typeface="Times New Roman"/>
                        <a:cs typeface="Times New Roman"/>
                      </a:endParaRPr>
                    </a:p>
                  </a:txBody>
                  <a:tcPr marL="0" marR="0" marT="0" marB="0"/>
                </a:tc>
                <a:tc>
                  <a:txBody>
                    <a:bodyPr/>
                    <a:lstStyle/>
                    <a:p>
                      <a:pPr>
                        <a:lnSpc>
                          <a:spcPct val="100000"/>
                        </a:lnSpc>
                      </a:pPr>
                      <a:endParaRPr sz="1300">
                        <a:latin typeface="Times New Roman"/>
                        <a:cs typeface="Times New Roman"/>
                      </a:endParaRPr>
                    </a:p>
                  </a:txBody>
                  <a:tcPr marL="0" marR="0" marT="0" marB="0"/>
                </a:tc>
                <a:tc>
                  <a:txBody>
                    <a:bodyPr/>
                    <a:lstStyle/>
                    <a:p>
                      <a:pPr>
                        <a:lnSpc>
                          <a:spcPct val="100000"/>
                        </a:lnSpc>
                      </a:pPr>
                      <a:endParaRPr sz="1300">
                        <a:latin typeface="Times New Roman"/>
                        <a:cs typeface="Times New Roman"/>
                      </a:endParaRPr>
                    </a:p>
                  </a:txBody>
                  <a:tcPr marL="0" marR="0" marT="0" marB="0"/>
                </a:tc>
                <a:tc>
                  <a:txBody>
                    <a:bodyPr/>
                    <a:lstStyle/>
                    <a:p>
                      <a:pPr>
                        <a:lnSpc>
                          <a:spcPct val="100000"/>
                        </a:lnSpc>
                      </a:pPr>
                      <a:endParaRPr sz="1300">
                        <a:latin typeface="Times New Roman"/>
                        <a:cs typeface="Times New Roman"/>
                      </a:endParaRPr>
                    </a:p>
                  </a:txBody>
                  <a:tcPr marL="0" marR="0" marT="0" marB="0"/>
                </a:tc>
                <a:tc>
                  <a:txBody>
                    <a:bodyPr/>
                    <a:lstStyle/>
                    <a:p>
                      <a:pPr>
                        <a:lnSpc>
                          <a:spcPct val="100000"/>
                        </a:lnSpc>
                      </a:pPr>
                      <a:endParaRPr sz="1300">
                        <a:latin typeface="Times New Roman"/>
                        <a:cs typeface="Times New Roman"/>
                      </a:endParaRPr>
                    </a:p>
                  </a:txBody>
                  <a:tcPr marL="0" marR="0" marT="0" marB="0"/>
                </a:tc>
                <a:extLst>
                  <a:ext uri="{0D108BD9-81ED-4DB2-BD59-A6C34878D82A}">
                    <a16:rowId xmlns:a16="http://schemas.microsoft.com/office/drawing/2014/main" val="10002"/>
                  </a:ext>
                </a:extLst>
              </a:tr>
            </a:tbl>
          </a:graphicData>
        </a:graphic>
      </p:graphicFrame>
      <p:sp>
        <p:nvSpPr>
          <p:cNvPr id="10" name="object 10"/>
          <p:cNvSpPr txBox="1"/>
          <p:nvPr/>
        </p:nvSpPr>
        <p:spPr>
          <a:xfrm>
            <a:off x="5613272" y="4094734"/>
            <a:ext cx="1915160" cy="756920"/>
          </a:xfrm>
          <a:prstGeom prst="rect">
            <a:avLst/>
          </a:prstGeom>
        </p:spPr>
        <p:txBody>
          <a:bodyPr vert="horz" wrap="square" lIns="0" tIns="12065" rIns="0" bIns="0" rtlCol="0">
            <a:spAutoFit/>
          </a:bodyPr>
          <a:lstStyle/>
          <a:p>
            <a:pPr marL="12700">
              <a:lnSpc>
                <a:spcPct val="100000"/>
              </a:lnSpc>
              <a:spcBef>
                <a:spcPts val="95"/>
              </a:spcBef>
            </a:pPr>
            <a:r>
              <a:rPr sz="1600" b="1" spc="-10" dirty="0">
                <a:solidFill>
                  <a:srgbClr val="4590B8"/>
                </a:solidFill>
                <a:latin typeface="Consolas"/>
                <a:cs typeface="Consolas"/>
              </a:rPr>
              <a:t>BEGIN</a:t>
            </a:r>
            <a:endParaRPr sz="1600">
              <a:latin typeface="Consolas"/>
              <a:cs typeface="Consolas"/>
            </a:endParaRPr>
          </a:p>
          <a:p>
            <a:pPr marL="346075">
              <a:lnSpc>
                <a:spcPct val="100000"/>
              </a:lnSpc>
            </a:pPr>
            <a:r>
              <a:rPr sz="1600" b="1" spc="-10" dirty="0">
                <a:latin typeface="Consolas"/>
                <a:cs typeface="Consolas"/>
              </a:rPr>
              <a:t>body_statement</a:t>
            </a:r>
            <a:endParaRPr sz="1600">
              <a:latin typeface="Consolas"/>
              <a:cs typeface="Consolas"/>
            </a:endParaRPr>
          </a:p>
          <a:p>
            <a:pPr marL="12700">
              <a:lnSpc>
                <a:spcPct val="100000"/>
              </a:lnSpc>
            </a:pPr>
            <a:r>
              <a:rPr sz="1600" b="1" spc="-25" dirty="0">
                <a:solidFill>
                  <a:srgbClr val="4590B8"/>
                </a:solidFill>
                <a:latin typeface="Consolas"/>
                <a:cs typeface="Consolas"/>
              </a:rPr>
              <a:t>END</a:t>
            </a:r>
            <a:endParaRPr sz="1600">
              <a:latin typeface="Consolas"/>
              <a:cs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1A315F"/>
          </a:solidFill>
        </p:spPr>
        <p:txBody>
          <a:bodyPr vert="horz" wrap="square" lIns="0" tIns="206375" rIns="0" bIns="0" rtlCol="0">
            <a:spAutoFit/>
          </a:bodyPr>
          <a:lstStyle/>
          <a:p>
            <a:pPr>
              <a:lnSpc>
                <a:spcPct val="100000"/>
              </a:lnSpc>
              <a:spcBef>
                <a:spcPts val="1625"/>
              </a:spcBef>
            </a:pPr>
            <a:endParaRPr sz="2800">
              <a:latin typeface="Times New Roman"/>
              <a:cs typeface="Times New Roman"/>
            </a:endParaRPr>
          </a:p>
          <a:p>
            <a:pPr marL="231775">
              <a:lnSpc>
                <a:spcPct val="100000"/>
              </a:lnSpc>
            </a:pPr>
            <a:r>
              <a:rPr sz="2800" spc="170" dirty="0">
                <a:solidFill>
                  <a:srgbClr val="FFFFFF"/>
                </a:solidFill>
              </a:rPr>
              <a:t>LOCAL</a:t>
            </a:r>
            <a:r>
              <a:rPr sz="2800" spc="-475" dirty="0">
                <a:solidFill>
                  <a:srgbClr val="FFFFFF"/>
                </a:solidFill>
              </a:rPr>
              <a:t> </a:t>
            </a:r>
            <a:r>
              <a:rPr sz="2800" spc="-10" dirty="0">
                <a:solidFill>
                  <a:srgbClr val="FFFFFF"/>
                </a:solidFill>
              </a:rPr>
              <a:t>VARIABLES</a:t>
            </a:r>
            <a:endParaRPr sz="2800"/>
          </a:p>
        </p:txBody>
      </p:sp>
      <p:sp>
        <p:nvSpPr>
          <p:cNvPr id="3" name="object 3"/>
          <p:cNvSpPr txBox="1"/>
          <p:nvPr/>
        </p:nvSpPr>
        <p:spPr>
          <a:xfrm>
            <a:off x="659993" y="2645155"/>
            <a:ext cx="10296525" cy="2732405"/>
          </a:xfrm>
          <a:prstGeom prst="rect">
            <a:avLst/>
          </a:prstGeom>
        </p:spPr>
        <p:txBody>
          <a:bodyPr vert="horz" wrap="square" lIns="0" tIns="12700" rIns="0" bIns="0" rtlCol="0">
            <a:spAutoFit/>
          </a:bodyPr>
          <a:lstStyle/>
          <a:p>
            <a:pPr marL="318770" indent="-306070">
              <a:lnSpc>
                <a:spcPct val="100000"/>
              </a:lnSpc>
              <a:spcBef>
                <a:spcPts val="100"/>
              </a:spcBef>
              <a:buClr>
                <a:srgbClr val="4590B8"/>
              </a:buClr>
              <a:buSzPct val="91666"/>
              <a:buFont typeface="Cambria"/>
              <a:buChar char="◾"/>
              <a:tabLst>
                <a:tab pos="318770" algn="l"/>
              </a:tabLst>
            </a:pPr>
            <a:r>
              <a:rPr sz="1800" spc="-25" dirty="0">
                <a:solidFill>
                  <a:srgbClr val="3C3C3C"/>
                </a:solidFill>
                <a:latin typeface="Trebuchet MS"/>
                <a:cs typeface="Trebuchet MS"/>
              </a:rPr>
              <a:t>Within</a:t>
            </a:r>
            <a:r>
              <a:rPr sz="1800" dirty="0">
                <a:solidFill>
                  <a:srgbClr val="3C3C3C"/>
                </a:solidFill>
                <a:latin typeface="Trebuchet MS"/>
                <a:cs typeface="Trebuchet MS"/>
              </a:rPr>
              <a:t> </a:t>
            </a:r>
            <a:r>
              <a:rPr sz="1800" spc="-190" dirty="0">
                <a:solidFill>
                  <a:srgbClr val="3C3C3C"/>
                </a:solidFill>
                <a:latin typeface="Trebuchet MS"/>
                <a:cs typeface="Trebuchet MS"/>
              </a:rPr>
              <a:t>a</a:t>
            </a:r>
            <a:r>
              <a:rPr sz="1800" spc="-35" dirty="0">
                <a:solidFill>
                  <a:srgbClr val="3C3C3C"/>
                </a:solidFill>
                <a:latin typeface="Trebuchet MS"/>
                <a:cs typeface="Trebuchet MS"/>
              </a:rPr>
              <a:t> </a:t>
            </a:r>
            <a:r>
              <a:rPr sz="1800" spc="-70" dirty="0">
                <a:solidFill>
                  <a:srgbClr val="3C3C3C"/>
                </a:solidFill>
                <a:latin typeface="Trebuchet MS"/>
                <a:cs typeface="Trebuchet MS"/>
              </a:rPr>
              <a:t>stored</a:t>
            </a:r>
            <a:r>
              <a:rPr sz="1800" spc="-40" dirty="0">
                <a:solidFill>
                  <a:srgbClr val="3C3C3C"/>
                </a:solidFill>
                <a:latin typeface="Trebuchet MS"/>
                <a:cs typeface="Trebuchet MS"/>
              </a:rPr>
              <a:t> </a:t>
            </a:r>
            <a:r>
              <a:rPr sz="1800" spc="-100" dirty="0">
                <a:solidFill>
                  <a:srgbClr val="3C3C3C"/>
                </a:solidFill>
                <a:latin typeface="Trebuchet MS"/>
                <a:cs typeface="Trebuchet MS"/>
              </a:rPr>
              <a:t>procedure,</a:t>
            </a:r>
            <a:r>
              <a:rPr sz="1800" spc="-200" dirty="0">
                <a:solidFill>
                  <a:srgbClr val="3C3C3C"/>
                </a:solidFill>
                <a:latin typeface="Trebuchet MS"/>
                <a:cs typeface="Trebuchet MS"/>
              </a:rPr>
              <a:t> </a:t>
            </a:r>
            <a:r>
              <a:rPr sz="1800" spc="-114" dirty="0">
                <a:solidFill>
                  <a:srgbClr val="3C3C3C"/>
                </a:solidFill>
                <a:latin typeface="Trebuchet MS"/>
                <a:cs typeface="Trebuchet MS"/>
              </a:rPr>
              <a:t>local</a:t>
            </a:r>
            <a:r>
              <a:rPr sz="1800" spc="-20" dirty="0">
                <a:solidFill>
                  <a:srgbClr val="3C3C3C"/>
                </a:solidFill>
                <a:latin typeface="Trebuchet MS"/>
                <a:cs typeface="Trebuchet MS"/>
              </a:rPr>
              <a:t> </a:t>
            </a:r>
            <a:r>
              <a:rPr sz="1800" spc="-120" dirty="0">
                <a:solidFill>
                  <a:srgbClr val="3C3C3C"/>
                </a:solidFill>
                <a:latin typeface="Trebuchet MS"/>
                <a:cs typeface="Trebuchet MS"/>
              </a:rPr>
              <a:t>variables</a:t>
            </a:r>
            <a:r>
              <a:rPr sz="1800" spc="-35" dirty="0">
                <a:solidFill>
                  <a:srgbClr val="3C3C3C"/>
                </a:solidFill>
                <a:latin typeface="Trebuchet MS"/>
                <a:cs typeface="Trebuchet MS"/>
              </a:rPr>
              <a:t> </a:t>
            </a:r>
            <a:r>
              <a:rPr sz="1800" spc="-140" dirty="0">
                <a:solidFill>
                  <a:srgbClr val="3C3C3C"/>
                </a:solidFill>
                <a:latin typeface="Trebuchet MS"/>
                <a:cs typeface="Trebuchet MS"/>
              </a:rPr>
              <a:t>can</a:t>
            </a:r>
            <a:r>
              <a:rPr sz="1800" spc="-25" dirty="0">
                <a:solidFill>
                  <a:srgbClr val="3C3C3C"/>
                </a:solidFill>
                <a:latin typeface="Trebuchet MS"/>
                <a:cs typeface="Trebuchet MS"/>
              </a:rPr>
              <a:t> </a:t>
            </a:r>
            <a:r>
              <a:rPr sz="1800" spc="-125" dirty="0">
                <a:solidFill>
                  <a:srgbClr val="3C3C3C"/>
                </a:solidFill>
                <a:latin typeface="Trebuchet MS"/>
                <a:cs typeface="Trebuchet MS"/>
              </a:rPr>
              <a:t>be</a:t>
            </a:r>
            <a:r>
              <a:rPr sz="1800" spc="-15" dirty="0">
                <a:solidFill>
                  <a:srgbClr val="3C3C3C"/>
                </a:solidFill>
                <a:latin typeface="Trebuchet MS"/>
                <a:cs typeface="Trebuchet MS"/>
              </a:rPr>
              <a:t> </a:t>
            </a:r>
            <a:r>
              <a:rPr sz="1800" spc="-10" dirty="0">
                <a:solidFill>
                  <a:srgbClr val="3C3C3C"/>
                </a:solidFill>
                <a:latin typeface="Trebuchet MS"/>
                <a:cs typeface="Trebuchet MS"/>
              </a:rPr>
              <a:t>declared</a:t>
            </a:r>
            <a:endParaRPr sz="1800">
              <a:latin typeface="Trebuchet MS"/>
              <a:cs typeface="Trebuchet MS"/>
            </a:endParaRPr>
          </a:p>
          <a:p>
            <a:pPr>
              <a:lnSpc>
                <a:spcPct val="100000"/>
              </a:lnSpc>
              <a:buClr>
                <a:srgbClr val="4590B8"/>
              </a:buClr>
              <a:buFont typeface="Cambria"/>
              <a:buChar char="◾"/>
            </a:pPr>
            <a:endParaRPr sz="1800">
              <a:latin typeface="Trebuchet MS"/>
              <a:cs typeface="Trebuchet MS"/>
            </a:endParaRPr>
          </a:p>
          <a:p>
            <a:pPr>
              <a:lnSpc>
                <a:spcPct val="100000"/>
              </a:lnSpc>
              <a:spcBef>
                <a:spcPts val="40"/>
              </a:spcBef>
              <a:buClr>
                <a:srgbClr val="4590B8"/>
              </a:buClr>
              <a:buFont typeface="Cambria"/>
              <a:buChar char="◾"/>
            </a:pPr>
            <a:endParaRPr sz="1800">
              <a:latin typeface="Trebuchet MS"/>
              <a:cs typeface="Trebuchet MS"/>
            </a:endParaRPr>
          </a:p>
          <a:p>
            <a:pPr marL="318770" indent="-306070">
              <a:lnSpc>
                <a:spcPct val="100000"/>
              </a:lnSpc>
              <a:buClr>
                <a:srgbClr val="4590B8"/>
              </a:buClr>
              <a:buSzPct val="91666"/>
              <a:buFont typeface="Cambria"/>
              <a:buChar char="◾"/>
              <a:tabLst>
                <a:tab pos="318770" algn="l"/>
              </a:tabLst>
            </a:pPr>
            <a:r>
              <a:rPr sz="1800" spc="-75" dirty="0">
                <a:solidFill>
                  <a:srgbClr val="3C3C3C"/>
                </a:solidFill>
                <a:latin typeface="Trebuchet MS"/>
                <a:cs typeface="Trebuchet MS"/>
              </a:rPr>
              <a:t>They</a:t>
            </a:r>
            <a:r>
              <a:rPr sz="1800" spc="-50" dirty="0">
                <a:solidFill>
                  <a:srgbClr val="3C3C3C"/>
                </a:solidFill>
                <a:latin typeface="Trebuchet MS"/>
                <a:cs typeface="Trebuchet MS"/>
              </a:rPr>
              <a:t> </a:t>
            </a:r>
            <a:r>
              <a:rPr sz="1800" spc="-140" dirty="0">
                <a:solidFill>
                  <a:srgbClr val="3C3C3C"/>
                </a:solidFill>
                <a:latin typeface="Trebuchet MS"/>
                <a:cs typeface="Trebuchet MS"/>
              </a:rPr>
              <a:t>can</a:t>
            </a:r>
            <a:r>
              <a:rPr sz="1800" spc="-60" dirty="0">
                <a:solidFill>
                  <a:srgbClr val="3C3C3C"/>
                </a:solidFill>
                <a:latin typeface="Trebuchet MS"/>
                <a:cs typeface="Trebuchet MS"/>
              </a:rPr>
              <a:t> </a:t>
            </a:r>
            <a:r>
              <a:rPr sz="1800" spc="-125" dirty="0">
                <a:solidFill>
                  <a:srgbClr val="3C3C3C"/>
                </a:solidFill>
                <a:latin typeface="Trebuchet MS"/>
                <a:cs typeface="Trebuchet MS"/>
              </a:rPr>
              <a:t>be</a:t>
            </a:r>
            <a:r>
              <a:rPr sz="1800" spc="-35" dirty="0">
                <a:solidFill>
                  <a:srgbClr val="3C3C3C"/>
                </a:solidFill>
                <a:latin typeface="Trebuchet MS"/>
                <a:cs typeface="Trebuchet MS"/>
              </a:rPr>
              <a:t> </a:t>
            </a:r>
            <a:r>
              <a:rPr sz="1800" spc="-85" dirty="0">
                <a:solidFill>
                  <a:srgbClr val="3C3C3C"/>
                </a:solidFill>
                <a:latin typeface="Trebuchet MS"/>
                <a:cs typeface="Trebuchet MS"/>
              </a:rPr>
              <a:t>used</a:t>
            </a:r>
            <a:r>
              <a:rPr sz="1800" spc="-55" dirty="0">
                <a:solidFill>
                  <a:srgbClr val="3C3C3C"/>
                </a:solidFill>
                <a:latin typeface="Trebuchet MS"/>
                <a:cs typeface="Trebuchet MS"/>
              </a:rPr>
              <a:t> </a:t>
            </a:r>
            <a:r>
              <a:rPr sz="1800" dirty="0">
                <a:solidFill>
                  <a:srgbClr val="3C3C3C"/>
                </a:solidFill>
                <a:latin typeface="Trebuchet MS"/>
                <a:cs typeface="Trebuchet MS"/>
              </a:rPr>
              <a:t>to</a:t>
            </a:r>
            <a:r>
              <a:rPr sz="1800" spc="-45" dirty="0">
                <a:solidFill>
                  <a:srgbClr val="3C3C3C"/>
                </a:solidFill>
                <a:latin typeface="Trebuchet MS"/>
                <a:cs typeface="Trebuchet MS"/>
              </a:rPr>
              <a:t> </a:t>
            </a:r>
            <a:r>
              <a:rPr sz="1800" spc="-60" dirty="0">
                <a:solidFill>
                  <a:srgbClr val="3C3C3C"/>
                </a:solidFill>
                <a:latin typeface="Trebuchet MS"/>
                <a:cs typeface="Trebuchet MS"/>
              </a:rPr>
              <a:t>store </a:t>
            </a:r>
            <a:r>
              <a:rPr sz="1800" spc="-80" dirty="0">
                <a:solidFill>
                  <a:srgbClr val="3C3C3C"/>
                </a:solidFill>
                <a:latin typeface="Trebuchet MS"/>
                <a:cs typeface="Trebuchet MS"/>
              </a:rPr>
              <a:t>temporary</a:t>
            </a:r>
            <a:r>
              <a:rPr sz="1800" spc="-40" dirty="0">
                <a:solidFill>
                  <a:srgbClr val="3C3C3C"/>
                </a:solidFill>
                <a:latin typeface="Trebuchet MS"/>
                <a:cs typeface="Trebuchet MS"/>
              </a:rPr>
              <a:t> </a:t>
            </a:r>
            <a:r>
              <a:rPr sz="1800" spc="-114" dirty="0">
                <a:solidFill>
                  <a:srgbClr val="3C3C3C"/>
                </a:solidFill>
                <a:latin typeface="Trebuchet MS"/>
                <a:cs typeface="Trebuchet MS"/>
              </a:rPr>
              <a:t>intermediate</a:t>
            </a:r>
            <a:r>
              <a:rPr sz="1800" spc="-35" dirty="0">
                <a:solidFill>
                  <a:srgbClr val="3C3C3C"/>
                </a:solidFill>
                <a:latin typeface="Trebuchet MS"/>
                <a:cs typeface="Trebuchet MS"/>
              </a:rPr>
              <a:t> </a:t>
            </a:r>
            <a:r>
              <a:rPr sz="1800" spc="-10" dirty="0">
                <a:solidFill>
                  <a:srgbClr val="3C3C3C"/>
                </a:solidFill>
                <a:latin typeface="Trebuchet MS"/>
                <a:cs typeface="Trebuchet MS"/>
              </a:rPr>
              <a:t>results</a:t>
            </a:r>
            <a:endParaRPr sz="1800">
              <a:latin typeface="Trebuchet MS"/>
              <a:cs typeface="Trebuchet MS"/>
            </a:endParaRPr>
          </a:p>
          <a:p>
            <a:pPr>
              <a:lnSpc>
                <a:spcPct val="100000"/>
              </a:lnSpc>
              <a:buClr>
                <a:srgbClr val="4590B8"/>
              </a:buClr>
              <a:buFont typeface="Cambria"/>
              <a:buChar char="◾"/>
            </a:pPr>
            <a:endParaRPr sz="1800">
              <a:latin typeface="Trebuchet MS"/>
              <a:cs typeface="Trebuchet MS"/>
            </a:endParaRPr>
          </a:p>
          <a:p>
            <a:pPr>
              <a:lnSpc>
                <a:spcPct val="100000"/>
              </a:lnSpc>
              <a:spcBef>
                <a:spcPts val="45"/>
              </a:spcBef>
              <a:buClr>
                <a:srgbClr val="4590B8"/>
              </a:buClr>
              <a:buFont typeface="Cambria"/>
              <a:buChar char="◾"/>
            </a:pPr>
            <a:endParaRPr sz="1800">
              <a:latin typeface="Trebuchet MS"/>
              <a:cs typeface="Trebuchet MS"/>
            </a:endParaRPr>
          </a:p>
          <a:p>
            <a:pPr marL="318770" indent="-306070">
              <a:lnSpc>
                <a:spcPct val="100000"/>
              </a:lnSpc>
              <a:spcBef>
                <a:spcPts val="5"/>
              </a:spcBef>
              <a:buClr>
                <a:srgbClr val="4590B8"/>
              </a:buClr>
              <a:buSzPct val="91666"/>
              <a:buFont typeface="Cambria"/>
              <a:buChar char="◾"/>
              <a:tabLst>
                <a:tab pos="318770" algn="l"/>
              </a:tabLst>
            </a:pPr>
            <a:r>
              <a:rPr sz="1800" spc="-135" dirty="0">
                <a:solidFill>
                  <a:srgbClr val="3C3C3C"/>
                </a:solidFill>
                <a:latin typeface="Trebuchet MS"/>
                <a:cs typeface="Trebuchet MS"/>
              </a:rPr>
              <a:t>If</a:t>
            </a:r>
            <a:r>
              <a:rPr sz="1800" spc="-25" dirty="0">
                <a:solidFill>
                  <a:srgbClr val="3C3C3C"/>
                </a:solidFill>
                <a:latin typeface="Trebuchet MS"/>
                <a:cs typeface="Trebuchet MS"/>
              </a:rPr>
              <a:t> </a:t>
            </a:r>
            <a:r>
              <a:rPr sz="1800" spc="-114" dirty="0">
                <a:solidFill>
                  <a:srgbClr val="3C3C3C"/>
                </a:solidFill>
                <a:latin typeface="Trebuchet MS"/>
                <a:cs typeface="Trebuchet MS"/>
              </a:rPr>
              <a:t>we</a:t>
            </a:r>
            <a:r>
              <a:rPr sz="1800" spc="-20" dirty="0">
                <a:solidFill>
                  <a:srgbClr val="3C3C3C"/>
                </a:solidFill>
                <a:latin typeface="Trebuchet MS"/>
                <a:cs typeface="Trebuchet MS"/>
              </a:rPr>
              <a:t> </a:t>
            </a:r>
            <a:r>
              <a:rPr sz="1800" spc="-114" dirty="0">
                <a:solidFill>
                  <a:srgbClr val="3C3C3C"/>
                </a:solidFill>
                <a:latin typeface="Trebuchet MS"/>
                <a:cs typeface="Trebuchet MS"/>
              </a:rPr>
              <a:t>need</a:t>
            </a:r>
            <a:r>
              <a:rPr sz="1800" spc="-35" dirty="0">
                <a:solidFill>
                  <a:srgbClr val="3C3C3C"/>
                </a:solidFill>
                <a:latin typeface="Trebuchet MS"/>
                <a:cs typeface="Trebuchet MS"/>
              </a:rPr>
              <a:t> </a:t>
            </a:r>
            <a:r>
              <a:rPr sz="1800" spc="-190" dirty="0">
                <a:solidFill>
                  <a:srgbClr val="3C3C3C"/>
                </a:solidFill>
                <a:latin typeface="Trebuchet MS"/>
                <a:cs typeface="Trebuchet MS"/>
              </a:rPr>
              <a:t>a</a:t>
            </a:r>
            <a:r>
              <a:rPr sz="1800" spc="-35" dirty="0">
                <a:solidFill>
                  <a:srgbClr val="3C3C3C"/>
                </a:solidFill>
                <a:latin typeface="Trebuchet MS"/>
                <a:cs typeface="Trebuchet MS"/>
              </a:rPr>
              <a:t> </a:t>
            </a:r>
            <a:r>
              <a:rPr sz="1800" spc="-114" dirty="0">
                <a:solidFill>
                  <a:srgbClr val="3C3C3C"/>
                </a:solidFill>
                <a:latin typeface="Trebuchet MS"/>
                <a:cs typeface="Trebuchet MS"/>
              </a:rPr>
              <a:t>local</a:t>
            </a:r>
            <a:r>
              <a:rPr sz="1800" spc="-30" dirty="0">
                <a:solidFill>
                  <a:srgbClr val="3C3C3C"/>
                </a:solidFill>
                <a:latin typeface="Trebuchet MS"/>
                <a:cs typeface="Trebuchet MS"/>
              </a:rPr>
              <a:t> </a:t>
            </a:r>
            <a:r>
              <a:rPr sz="1800" spc="-130" dirty="0">
                <a:solidFill>
                  <a:srgbClr val="3C3C3C"/>
                </a:solidFill>
                <a:latin typeface="Trebuchet MS"/>
                <a:cs typeface="Trebuchet MS"/>
              </a:rPr>
              <a:t>variable</a:t>
            </a:r>
            <a:r>
              <a:rPr sz="1800" spc="-30" dirty="0">
                <a:solidFill>
                  <a:srgbClr val="3C3C3C"/>
                </a:solidFill>
                <a:latin typeface="Trebuchet MS"/>
                <a:cs typeface="Trebuchet MS"/>
              </a:rPr>
              <a:t> </a:t>
            </a:r>
            <a:r>
              <a:rPr sz="1800" spc="-100" dirty="0">
                <a:solidFill>
                  <a:srgbClr val="3C3C3C"/>
                </a:solidFill>
                <a:latin typeface="Trebuchet MS"/>
                <a:cs typeface="Trebuchet MS"/>
              </a:rPr>
              <a:t>within</a:t>
            </a:r>
            <a:r>
              <a:rPr sz="1800" dirty="0">
                <a:solidFill>
                  <a:srgbClr val="3C3C3C"/>
                </a:solidFill>
                <a:latin typeface="Trebuchet MS"/>
                <a:cs typeface="Trebuchet MS"/>
              </a:rPr>
              <a:t> </a:t>
            </a:r>
            <a:r>
              <a:rPr sz="1800" spc="-190" dirty="0">
                <a:solidFill>
                  <a:srgbClr val="3C3C3C"/>
                </a:solidFill>
                <a:latin typeface="Trebuchet MS"/>
                <a:cs typeface="Trebuchet MS"/>
              </a:rPr>
              <a:t>a</a:t>
            </a:r>
            <a:r>
              <a:rPr sz="1800" spc="-35" dirty="0">
                <a:solidFill>
                  <a:srgbClr val="3C3C3C"/>
                </a:solidFill>
                <a:latin typeface="Trebuchet MS"/>
                <a:cs typeface="Trebuchet MS"/>
              </a:rPr>
              <a:t> </a:t>
            </a:r>
            <a:r>
              <a:rPr sz="1800" spc="-65" dirty="0">
                <a:solidFill>
                  <a:srgbClr val="3C3C3C"/>
                </a:solidFill>
                <a:latin typeface="Trebuchet MS"/>
                <a:cs typeface="Trebuchet MS"/>
              </a:rPr>
              <a:t>stored</a:t>
            </a:r>
            <a:r>
              <a:rPr sz="1800" spc="-30" dirty="0">
                <a:solidFill>
                  <a:srgbClr val="3C3C3C"/>
                </a:solidFill>
                <a:latin typeface="Trebuchet MS"/>
                <a:cs typeface="Trebuchet MS"/>
              </a:rPr>
              <a:t> </a:t>
            </a:r>
            <a:r>
              <a:rPr sz="1800" spc="-100" dirty="0">
                <a:solidFill>
                  <a:srgbClr val="3C3C3C"/>
                </a:solidFill>
                <a:latin typeface="Trebuchet MS"/>
                <a:cs typeface="Trebuchet MS"/>
              </a:rPr>
              <a:t>procedure,</a:t>
            </a:r>
            <a:r>
              <a:rPr sz="1800" spc="-215" dirty="0">
                <a:solidFill>
                  <a:srgbClr val="3C3C3C"/>
                </a:solidFill>
                <a:latin typeface="Trebuchet MS"/>
                <a:cs typeface="Trebuchet MS"/>
              </a:rPr>
              <a:t> </a:t>
            </a:r>
            <a:r>
              <a:rPr sz="1800" spc="-114" dirty="0">
                <a:solidFill>
                  <a:srgbClr val="3C3C3C"/>
                </a:solidFill>
                <a:latin typeface="Trebuchet MS"/>
                <a:cs typeface="Trebuchet MS"/>
              </a:rPr>
              <a:t>we</a:t>
            </a:r>
            <a:r>
              <a:rPr sz="1800" spc="-20" dirty="0">
                <a:solidFill>
                  <a:srgbClr val="3C3C3C"/>
                </a:solidFill>
                <a:latin typeface="Trebuchet MS"/>
                <a:cs typeface="Trebuchet MS"/>
              </a:rPr>
              <a:t> </a:t>
            </a:r>
            <a:r>
              <a:rPr sz="1800" spc="-100" dirty="0">
                <a:solidFill>
                  <a:srgbClr val="3C3C3C"/>
                </a:solidFill>
                <a:latin typeface="Trebuchet MS"/>
                <a:cs typeface="Trebuchet MS"/>
              </a:rPr>
              <a:t>must</a:t>
            </a:r>
            <a:r>
              <a:rPr sz="1800" spc="-40" dirty="0">
                <a:solidFill>
                  <a:srgbClr val="3C3C3C"/>
                </a:solidFill>
                <a:latin typeface="Trebuchet MS"/>
                <a:cs typeface="Trebuchet MS"/>
              </a:rPr>
              <a:t> </a:t>
            </a:r>
            <a:r>
              <a:rPr sz="1800" spc="-90" dirty="0">
                <a:solidFill>
                  <a:srgbClr val="3C3C3C"/>
                </a:solidFill>
                <a:latin typeface="Trebuchet MS"/>
                <a:cs typeface="Trebuchet MS"/>
              </a:rPr>
              <a:t>introduce</a:t>
            </a:r>
            <a:r>
              <a:rPr sz="1800" spc="-20" dirty="0">
                <a:solidFill>
                  <a:srgbClr val="3C3C3C"/>
                </a:solidFill>
                <a:latin typeface="Trebuchet MS"/>
                <a:cs typeface="Trebuchet MS"/>
              </a:rPr>
              <a:t> </a:t>
            </a:r>
            <a:r>
              <a:rPr sz="1800" spc="-125" dirty="0">
                <a:solidFill>
                  <a:srgbClr val="3C3C3C"/>
                </a:solidFill>
                <a:latin typeface="Trebuchet MS"/>
                <a:cs typeface="Trebuchet MS"/>
              </a:rPr>
              <a:t>it</a:t>
            </a:r>
            <a:r>
              <a:rPr sz="1800" spc="-15" dirty="0">
                <a:solidFill>
                  <a:srgbClr val="3C3C3C"/>
                </a:solidFill>
                <a:latin typeface="Trebuchet MS"/>
                <a:cs typeface="Trebuchet MS"/>
              </a:rPr>
              <a:t> </a:t>
            </a:r>
            <a:r>
              <a:rPr sz="1800" spc="-100" dirty="0">
                <a:solidFill>
                  <a:srgbClr val="3C3C3C"/>
                </a:solidFill>
                <a:latin typeface="Trebuchet MS"/>
                <a:cs typeface="Trebuchet MS"/>
              </a:rPr>
              <a:t>first</a:t>
            </a:r>
            <a:r>
              <a:rPr sz="1800" spc="-30" dirty="0">
                <a:solidFill>
                  <a:srgbClr val="3C3C3C"/>
                </a:solidFill>
                <a:latin typeface="Trebuchet MS"/>
                <a:cs typeface="Trebuchet MS"/>
              </a:rPr>
              <a:t> </a:t>
            </a:r>
            <a:r>
              <a:rPr sz="1800" spc="-100" dirty="0">
                <a:solidFill>
                  <a:srgbClr val="3C3C3C"/>
                </a:solidFill>
                <a:latin typeface="Trebuchet MS"/>
                <a:cs typeface="Trebuchet MS"/>
              </a:rPr>
              <a:t>with</a:t>
            </a:r>
            <a:r>
              <a:rPr sz="1800" spc="-15" dirty="0">
                <a:solidFill>
                  <a:srgbClr val="3C3C3C"/>
                </a:solidFill>
                <a:latin typeface="Trebuchet MS"/>
                <a:cs typeface="Trebuchet MS"/>
              </a:rPr>
              <a:t> </a:t>
            </a:r>
            <a:r>
              <a:rPr sz="1800" spc="-190" dirty="0">
                <a:solidFill>
                  <a:srgbClr val="3C3C3C"/>
                </a:solidFill>
                <a:latin typeface="Trebuchet MS"/>
                <a:cs typeface="Trebuchet MS"/>
              </a:rPr>
              <a:t>a</a:t>
            </a:r>
            <a:r>
              <a:rPr sz="1800" spc="-20" dirty="0">
                <a:solidFill>
                  <a:srgbClr val="3C3C3C"/>
                </a:solidFill>
                <a:latin typeface="Trebuchet MS"/>
                <a:cs typeface="Trebuchet MS"/>
              </a:rPr>
              <a:t> </a:t>
            </a:r>
            <a:r>
              <a:rPr sz="1800" spc="60" dirty="0">
                <a:solidFill>
                  <a:srgbClr val="3C3C3C"/>
                </a:solidFill>
                <a:latin typeface="Trebuchet MS"/>
                <a:cs typeface="Trebuchet MS"/>
              </a:rPr>
              <a:t>DECLARE</a:t>
            </a:r>
            <a:r>
              <a:rPr sz="1800" spc="-30" dirty="0">
                <a:solidFill>
                  <a:srgbClr val="3C3C3C"/>
                </a:solidFill>
                <a:latin typeface="Trebuchet MS"/>
                <a:cs typeface="Trebuchet MS"/>
              </a:rPr>
              <a:t> </a:t>
            </a:r>
            <a:r>
              <a:rPr sz="1800" spc="-50" dirty="0">
                <a:solidFill>
                  <a:srgbClr val="3C3C3C"/>
                </a:solidFill>
                <a:latin typeface="Trebuchet MS"/>
                <a:cs typeface="Trebuchet MS"/>
              </a:rPr>
              <a:t>statement</a:t>
            </a:r>
            <a:endParaRPr sz="1800">
              <a:latin typeface="Trebuchet MS"/>
              <a:cs typeface="Trebuchet MS"/>
            </a:endParaRPr>
          </a:p>
          <a:p>
            <a:pPr>
              <a:lnSpc>
                <a:spcPct val="100000"/>
              </a:lnSpc>
              <a:buClr>
                <a:srgbClr val="4590B8"/>
              </a:buClr>
              <a:buFont typeface="Cambria"/>
              <a:buChar char="◾"/>
            </a:pPr>
            <a:endParaRPr sz="1800">
              <a:latin typeface="Trebuchet MS"/>
              <a:cs typeface="Trebuchet MS"/>
            </a:endParaRPr>
          </a:p>
          <a:p>
            <a:pPr>
              <a:lnSpc>
                <a:spcPct val="100000"/>
              </a:lnSpc>
              <a:spcBef>
                <a:spcPts val="40"/>
              </a:spcBef>
              <a:buClr>
                <a:srgbClr val="4590B8"/>
              </a:buClr>
              <a:buFont typeface="Cambria"/>
              <a:buChar char="◾"/>
            </a:pPr>
            <a:endParaRPr sz="1800">
              <a:latin typeface="Trebuchet MS"/>
              <a:cs typeface="Trebuchet MS"/>
            </a:endParaRPr>
          </a:p>
          <a:p>
            <a:pPr marL="318770" indent="-306070">
              <a:lnSpc>
                <a:spcPct val="100000"/>
              </a:lnSpc>
              <a:buClr>
                <a:srgbClr val="4590B8"/>
              </a:buClr>
              <a:buSzPct val="91666"/>
              <a:buFont typeface="Cambria"/>
              <a:buChar char="◾"/>
              <a:tabLst>
                <a:tab pos="318770" algn="l"/>
              </a:tabLst>
            </a:pPr>
            <a:r>
              <a:rPr sz="1800" dirty="0">
                <a:solidFill>
                  <a:srgbClr val="3C3C3C"/>
                </a:solidFill>
                <a:latin typeface="Trebuchet MS"/>
                <a:cs typeface="Trebuchet MS"/>
              </a:rPr>
              <a:t>With</a:t>
            </a:r>
            <a:r>
              <a:rPr sz="1800" spc="-10" dirty="0">
                <a:solidFill>
                  <a:srgbClr val="3C3C3C"/>
                </a:solidFill>
                <a:latin typeface="Trebuchet MS"/>
                <a:cs typeface="Trebuchet MS"/>
              </a:rPr>
              <a:t> </a:t>
            </a:r>
            <a:r>
              <a:rPr sz="1800" spc="-190" dirty="0">
                <a:solidFill>
                  <a:srgbClr val="3C3C3C"/>
                </a:solidFill>
                <a:latin typeface="Trebuchet MS"/>
                <a:cs typeface="Trebuchet MS"/>
              </a:rPr>
              <a:t>a</a:t>
            </a:r>
            <a:r>
              <a:rPr sz="1800" spc="-20" dirty="0">
                <a:solidFill>
                  <a:srgbClr val="3C3C3C"/>
                </a:solidFill>
                <a:latin typeface="Trebuchet MS"/>
                <a:cs typeface="Trebuchet MS"/>
              </a:rPr>
              <a:t> </a:t>
            </a:r>
            <a:r>
              <a:rPr sz="1800" spc="-125" dirty="0">
                <a:solidFill>
                  <a:srgbClr val="3C3C3C"/>
                </a:solidFill>
                <a:latin typeface="Trebuchet MS"/>
                <a:cs typeface="Trebuchet MS"/>
              </a:rPr>
              <a:t>declaration,</a:t>
            </a:r>
            <a:r>
              <a:rPr sz="1800" spc="-204" dirty="0">
                <a:solidFill>
                  <a:srgbClr val="3C3C3C"/>
                </a:solidFill>
                <a:latin typeface="Trebuchet MS"/>
                <a:cs typeface="Trebuchet MS"/>
              </a:rPr>
              <a:t> </a:t>
            </a:r>
            <a:r>
              <a:rPr sz="1800" spc="-120" dirty="0">
                <a:solidFill>
                  <a:srgbClr val="3C3C3C"/>
                </a:solidFill>
                <a:latin typeface="Trebuchet MS"/>
                <a:cs typeface="Trebuchet MS"/>
              </a:rPr>
              <a:t>the</a:t>
            </a:r>
            <a:r>
              <a:rPr sz="1800" spc="-10" dirty="0">
                <a:solidFill>
                  <a:srgbClr val="3C3C3C"/>
                </a:solidFill>
                <a:latin typeface="Trebuchet MS"/>
                <a:cs typeface="Trebuchet MS"/>
              </a:rPr>
              <a:t> </a:t>
            </a:r>
            <a:r>
              <a:rPr sz="1800" spc="-155" dirty="0">
                <a:solidFill>
                  <a:srgbClr val="3C3C3C"/>
                </a:solidFill>
                <a:latin typeface="Trebuchet MS"/>
                <a:cs typeface="Trebuchet MS"/>
              </a:rPr>
              <a:t>data</a:t>
            </a:r>
            <a:r>
              <a:rPr sz="1800" spc="-25" dirty="0">
                <a:solidFill>
                  <a:srgbClr val="3C3C3C"/>
                </a:solidFill>
                <a:latin typeface="Trebuchet MS"/>
                <a:cs typeface="Trebuchet MS"/>
              </a:rPr>
              <a:t> </a:t>
            </a:r>
            <a:r>
              <a:rPr sz="1800" spc="-125" dirty="0">
                <a:solidFill>
                  <a:srgbClr val="3C3C3C"/>
                </a:solidFill>
                <a:latin typeface="Trebuchet MS"/>
                <a:cs typeface="Trebuchet MS"/>
              </a:rPr>
              <a:t>type</a:t>
            </a:r>
            <a:r>
              <a:rPr sz="1800" spc="-15" dirty="0">
                <a:solidFill>
                  <a:srgbClr val="3C3C3C"/>
                </a:solidFill>
                <a:latin typeface="Trebuchet MS"/>
                <a:cs typeface="Trebuchet MS"/>
              </a:rPr>
              <a:t> </a:t>
            </a:r>
            <a:r>
              <a:rPr sz="1800" spc="-100" dirty="0">
                <a:solidFill>
                  <a:srgbClr val="3C3C3C"/>
                </a:solidFill>
                <a:latin typeface="Trebuchet MS"/>
                <a:cs typeface="Trebuchet MS"/>
              </a:rPr>
              <a:t>of</a:t>
            </a:r>
            <a:r>
              <a:rPr sz="1800" spc="-30" dirty="0">
                <a:solidFill>
                  <a:srgbClr val="3C3C3C"/>
                </a:solidFill>
                <a:latin typeface="Trebuchet MS"/>
                <a:cs typeface="Trebuchet MS"/>
              </a:rPr>
              <a:t> </a:t>
            </a:r>
            <a:r>
              <a:rPr sz="1800" spc="-120" dirty="0">
                <a:solidFill>
                  <a:srgbClr val="3C3C3C"/>
                </a:solidFill>
                <a:latin typeface="Trebuchet MS"/>
                <a:cs typeface="Trebuchet MS"/>
              </a:rPr>
              <a:t>the</a:t>
            </a:r>
            <a:r>
              <a:rPr sz="1800" spc="-10" dirty="0">
                <a:solidFill>
                  <a:srgbClr val="3C3C3C"/>
                </a:solidFill>
                <a:latin typeface="Trebuchet MS"/>
                <a:cs typeface="Trebuchet MS"/>
              </a:rPr>
              <a:t> </a:t>
            </a:r>
            <a:r>
              <a:rPr sz="1800" spc="-130" dirty="0">
                <a:solidFill>
                  <a:srgbClr val="3C3C3C"/>
                </a:solidFill>
                <a:latin typeface="Trebuchet MS"/>
                <a:cs typeface="Trebuchet MS"/>
              </a:rPr>
              <a:t>variable</a:t>
            </a:r>
            <a:r>
              <a:rPr sz="1800" spc="-20" dirty="0">
                <a:solidFill>
                  <a:srgbClr val="3C3C3C"/>
                </a:solidFill>
                <a:latin typeface="Trebuchet MS"/>
                <a:cs typeface="Trebuchet MS"/>
              </a:rPr>
              <a:t> </a:t>
            </a:r>
            <a:r>
              <a:rPr sz="1800" spc="-75" dirty="0">
                <a:solidFill>
                  <a:srgbClr val="3C3C3C"/>
                </a:solidFill>
                <a:latin typeface="Trebuchet MS"/>
                <a:cs typeface="Trebuchet MS"/>
              </a:rPr>
              <a:t>is</a:t>
            </a:r>
            <a:r>
              <a:rPr sz="1800" spc="-10" dirty="0">
                <a:solidFill>
                  <a:srgbClr val="3C3C3C"/>
                </a:solidFill>
                <a:latin typeface="Trebuchet MS"/>
                <a:cs typeface="Trebuchet MS"/>
              </a:rPr>
              <a:t> </a:t>
            </a:r>
            <a:r>
              <a:rPr sz="1800" spc="-125" dirty="0">
                <a:solidFill>
                  <a:srgbClr val="3C3C3C"/>
                </a:solidFill>
                <a:latin typeface="Trebuchet MS"/>
                <a:cs typeface="Trebuchet MS"/>
              </a:rPr>
              <a:t>determined,</a:t>
            </a:r>
            <a:r>
              <a:rPr sz="1800" spc="-195" dirty="0">
                <a:solidFill>
                  <a:srgbClr val="3C3C3C"/>
                </a:solidFill>
                <a:latin typeface="Trebuchet MS"/>
                <a:cs typeface="Trebuchet MS"/>
              </a:rPr>
              <a:t> </a:t>
            </a:r>
            <a:r>
              <a:rPr sz="1800" spc="-130" dirty="0">
                <a:solidFill>
                  <a:srgbClr val="3C3C3C"/>
                </a:solidFill>
                <a:latin typeface="Trebuchet MS"/>
                <a:cs typeface="Trebuchet MS"/>
              </a:rPr>
              <a:t>and</a:t>
            </a:r>
            <a:r>
              <a:rPr sz="1800" spc="-30" dirty="0">
                <a:solidFill>
                  <a:srgbClr val="3C3C3C"/>
                </a:solidFill>
                <a:latin typeface="Trebuchet MS"/>
                <a:cs typeface="Trebuchet MS"/>
              </a:rPr>
              <a:t> </a:t>
            </a:r>
            <a:r>
              <a:rPr sz="1800" spc="-145" dirty="0">
                <a:solidFill>
                  <a:srgbClr val="3C3C3C"/>
                </a:solidFill>
                <a:latin typeface="Trebuchet MS"/>
                <a:cs typeface="Trebuchet MS"/>
              </a:rPr>
              <a:t>an</a:t>
            </a:r>
            <a:r>
              <a:rPr sz="1800" spc="-20" dirty="0">
                <a:solidFill>
                  <a:srgbClr val="3C3C3C"/>
                </a:solidFill>
                <a:latin typeface="Trebuchet MS"/>
                <a:cs typeface="Trebuchet MS"/>
              </a:rPr>
              <a:t> </a:t>
            </a:r>
            <a:r>
              <a:rPr sz="1800" spc="-140" dirty="0">
                <a:solidFill>
                  <a:srgbClr val="3C3C3C"/>
                </a:solidFill>
                <a:latin typeface="Trebuchet MS"/>
                <a:cs typeface="Trebuchet MS"/>
              </a:rPr>
              <a:t>initial</a:t>
            </a:r>
            <a:r>
              <a:rPr sz="1800" spc="10" dirty="0">
                <a:solidFill>
                  <a:srgbClr val="3C3C3C"/>
                </a:solidFill>
                <a:latin typeface="Trebuchet MS"/>
                <a:cs typeface="Trebuchet MS"/>
              </a:rPr>
              <a:t> </a:t>
            </a:r>
            <a:r>
              <a:rPr sz="1800" spc="-140" dirty="0">
                <a:solidFill>
                  <a:srgbClr val="3C3C3C"/>
                </a:solidFill>
                <a:latin typeface="Trebuchet MS"/>
                <a:cs typeface="Trebuchet MS"/>
              </a:rPr>
              <a:t>value</a:t>
            </a:r>
            <a:r>
              <a:rPr sz="1800" spc="-15" dirty="0">
                <a:solidFill>
                  <a:srgbClr val="3C3C3C"/>
                </a:solidFill>
                <a:latin typeface="Trebuchet MS"/>
                <a:cs typeface="Trebuchet MS"/>
              </a:rPr>
              <a:t> </a:t>
            </a:r>
            <a:r>
              <a:rPr sz="1800" spc="-140" dirty="0">
                <a:solidFill>
                  <a:srgbClr val="3C3C3C"/>
                </a:solidFill>
                <a:latin typeface="Trebuchet MS"/>
                <a:cs typeface="Trebuchet MS"/>
              </a:rPr>
              <a:t>can</a:t>
            </a:r>
            <a:r>
              <a:rPr sz="1800" spc="-30" dirty="0">
                <a:solidFill>
                  <a:srgbClr val="3C3C3C"/>
                </a:solidFill>
                <a:latin typeface="Trebuchet MS"/>
                <a:cs typeface="Trebuchet MS"/>
              </a:rPr>
              <a:t> </a:t>
            </a:r>
            <a:r>
              <a:rPr sz="1800" spc="-125" dirty="0">
                <a:solidFill>
                  <a:srgbClr val="3C3C3C"/>
                </a:solidFill>
                <a:latin typeface="Trebuchet MS"/>
                <a:cs typeface="Trebuchet MS"/>
              </a:rPr>
              <a:t>be</a:t>
            </a:r>
            <a:r>
              <a:rPr sz="1800" spc="-10" dirty="0">
                <a:solidFill>
                  <a:srgbClr val="3C3C3C"/>
                </a:solidFill>
                <a:latin typeface="Trebuchet MS"/>
                <a:cs typeface="Trebuchet MS"/>
              </a:rPr>
              <a:t> specified</a:t>
            </a:r>
            <a:endParaRPr sz="1800">
              <a:latin typeface="Trebuchet MS"/>
              <a:cs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1A315F"/>
          </a:solidFill>
        </p:spPr>
        <p:txBody>
          <a:bodyPr vert="horz" wrap="square" lIns="0" tIns="206375" rIns="0" bIns="0" rtlCol="0">
            <a:spAutoFit/>
          </a:bodyPr>
          <a:lstStyle/>
          <a:p>
            <a:pPr>
              <a:lnSpc>
                <a:spcPct val="100000"/>
              </a:lnSpc>
              <a:spcBef>
                <a:spcPts val="1625"/>
              </a:spcBef>
            </a:pPr>
            <a:endParaRPr sz="2800">
              <a:latin typeface="Times New Roman"/>
              <a:cs typeface="Times New Roman"/>
            </a:endParaRPr>
          </a:p>
          <a:p>
            <a:pPr marL="231775">
              <a:lnSpc>
                <a:spcPct val="100000"/>
              </a:lnSpc>
            </a:pPr>
            <a:r>
              <a:rPr sz="2800" spc="170" dirty="0">
                <a:solidFill>
                  <a:srgbClr val="FFFFFF"/>
                </a:solidFill>
              </a:rPr>
              <a:t>LOCAL</a:t>
            </a:r>
            <a:r>
              <a:rPr sz="2800" spc="-475" dirty="0">
                <a:solidFill>
                  <a:srgbClr val="FFFFFF"/>
                </a:solidFill>
              </a:rPr>
              <a:t> </a:t>
            </a:r>
            <a:r>
              <a:rPr sz="2800" spc="-10" dirty="0">
                <a:solidFill>
                  <a:srgbClr val="FFFFFF"/>
                </a:solidFill>
              </a:rPr>
              <a:t>VARIABLES</a:t>
            </a:r>
            <a:endParaRPr sz="2800"/>
          </a:p>
        </p:txBody>
      </p:sp>
      <p:sp>
        <p:nvSpPr>
          <p:cNvPr id="3" name="object 3"/>
          <p:cNvSpPr txBox="1"/>
          <p:nvPr/>
        </p:nvSpPr>
        <p:spPr>
          <a:xfrm>
            <a:off x="659993" y="3724998"/>
            <a:ext cx="4844415" cy="1648460"/>
          </a:xfrm>
          <a:prstGeom prst="rect">
            <a:avLst/>
          </a:prstGeom>
        </p:spPr>
        <p:txBody>
          <a:bodyPr vert="horz" wrap="square" lIns="0" tIns="144145" rIns="0" bIns="0" rtlCol="0">
            <a:spAutoFit/>
          </a:bodyPr>
          <a:lstStyle/>
          <a:p>
            <a:pPr marL="318770" indent="-306070">
              <a:lnSpc>
                <a:spcPct val="100000"/>
              </a:lnSpc>
              <a:spcBef>
                <a:spcPts val="1135"/>
              </a:spcBef>
              <a:buSzPct val="91666"/>
              <a:buFont typeface="Cambria"/>
              <a:buChar char="◾"/>
              <a:tabLst>
                <a:tab pos="318770" algn="l"/>
              </a:tabLst>
            </a:pPr>
            <a:r>
              <a:rPr sz="1800" b="1" dirty="0">
                <a:solidFill>
                  <a:srgbClr val="4590B8"/>
                </a:solidFill>
                <a:latin typeface="Consolas"/>
                <a:cs typeface="Consolas"/>
              </a:rPr>
              <a:t>DECLARE</a:t>
            </a:r>
            <a:r>
              <a:rPr sz="1800" b="1" spc="-45" dirty="0">
                <a:solidFill>
                  <a:srgbClr val="4590B8"/>
                </a:solidFill>
                <a:latin typeface="Consolas"/>
                <a:cs typeface="Consolas"/>
              </a:rPr>
              <a:t> </a:t>
            </a:r>
            <a:r>
              <a:rPr sz="1800" b="1" dirty="0">
                <a:solidFill>
                  <a:srgbClr val="3C3C3C"/>
                </a:solidFill>
                <a:latin typeface="Consolas"/>
                <a:cs typeface="Consolas"/>
              </a:rPr>
              <a:t>score</a:t>
            </a:r>
            <a:r>
              <a:rPr sz="1800" b="1" spc="-40" dirty="0">
                <a:solidFill>
                  <a:srgbClr val="3C3C3C"/>
                </a:solidFill>
                <a:latin typeface="Consolas"/>
                <a:cs typeface="Consolas"/>
              </a:rPr>
              <a:t> </a:t>
            </a:r>
            <a:r>
              <a:rPr sz="1800" b="1" spc="-10" dirty="0">
                <a:solidFill>
                  <a:srgbClr val="3C3C3C"/>
                </a:solidFill>
                <a:latin typeface="Consolas"/>
                <a:cs typeface="Consolas"/>
              </a:rPr>
              <a:t>DECIMAL(5,2)</a:t>
            </a:r>
            <a:r>
              <a:rPr sz="1800" b="1" spc="-10" dirty="0">
                <a:solidFill>
                  <a:srgbClr val="4590B8"/>
                </a:solidFill>
                <a:latin typeface="Consolas"/>
                <a:cs typeface="Consolas"/>
              </a:rPr>
              <a:t>;</a:t>
            </a:r>
            <a:endParaRPr sz="1800">
              <a:latin typeface="Consolas"/>
              <a:cs typeface="Consolas"/>
            </a:endParaRPr>
          </a:p>
          <a:p>
            <a:pPr marL="318770" indent="-306070">
              <a:lnSpc>
                <a:spcPct val="100000"/>
              </a:lnSpc>
              <a:spcBef>
                <a:spcPts val="1035"/>
              </a:spcBef>
              <a:buSzPct val="91666"/>
              <a:buFont typeface="Cambria"/>
              <a:buChar char="◾"/>
              <a:tabLst>
                <a:tab pos="318770" algn="l"/>
              </a:tabLst>
            </a:pPr>
            <a:r>
              <a:rPr sz="1800" b="1" dirty="0">
                <a:solidFill>
                  <a:srgbClr val="4590B8"/>
                </a:solidFill>
                <a:latin typeface="Consolas"/>
                <a:cs typeface="Consolas"/>
              </a:rPr>
              <a:t>DECLARE</a:t>
            </a:r>
            <a:r>
              <a:rPr sz="1800" b="1" spc="-25" dirty="0">
                <a:solidFill>
                  <a:srgbClr val="4590B8"/>
                </a:solidFill>
                <a:latin typeface="Consolas"/>
                <a:cs typeface="Consolas"/>
              </a:rPr>
              <a:t> </a:t>
            </a:r>
            <a:r>
              <a:rPr sz="1800" b="1" dirty="0">
                <a:solidFill>
                  <a:srgbClr val="3C3C3C"/>
                </a:solidFill>
                <a:latin typeface="Consolas"/>
                <a:cs typeface="Consolas"/>
              </a:rPr>
              <a:t>name</a:t>
            </a:r>
            <a:r>
              <a:rPr sz="1800" b="1" spc="-20" dirty="0">
                <a:solidFill>
                  <a:srgbClr val="3C3C3C"/>
                </a:solidFill>
                <a:latin typeface="Consolas"/>
                <a:cs typeface="Consolas"/>
              </a:rPr>
              <a:t> </a:t>
            </a:r>
            <a:r>
              <a:rPr sz="1800" b="1" spc="-10" dirty="0">
                <a:solidFill>
                  <a:srgbClr val="3C3C3C"/>
                </a:solidFill>
                <a:latin typeface="Consolas"/>
                <a:cs typeface="Consolas"/>
              </a:rPr>
              <a:t>VARCHAR(40)</a:t>
            </a:r>
            <a:r>
              <a:rPr sz="1800" b="1" spc="-10" dirty="0">
                <a:solidFill>
                  <a:srgbClr val="4590B8"/>
                </a:solidFill>
                <a:latin typeface="Consolas"/>
                <a:cs typeface="Consolas"/>
              </a:rPr>
              <a:t>;</a:t>
            </a:r>
            <a:endParaRPr sz="1800">
              <a:latin typeface="Consolas"/>
              <a:cs typeface="Consolas"/>
            </a:endParaRPr>
          </a:p>
          <a:p>
            <a:pPr marL="318770" indent="-306070">
              <a:lnSpc>
                <a:spcPct val="100000"/>
              </a:lnSpc>
              <a:spcBef>
                <a:spcPts val="1030"/>
              </a:spcBef>
              <a:buSzPct val="91666"/>
              <a:buFont typeface="Cambria"/>
              <a:buChar char="◾"/>
              <a:tabLst>
                <a:tab pos="318770" algn="l"/>
              </a:tabLst>
            </a:pPr>
            <a:r>
              <a:rPr sz="1800" b="1" dirty="0">
                <a:solidFill>
                  <a:srgbClr val="4590B8"/>
                </a:solidFill>
                <a:latin typeface="Consolas"/>
                <a:cs typeface="Consolas"/>
              </a:rPr>
              <a:t>DECLARE</a:t>
            </a:r>
            <a:r>
              <a:rPr sz="1800" b="1" spc="-40" dirty="0">
                <a:solidFill>
                  <a:srgbClr val="4590B8"/>
                </a:solidFill>
                <a:latin typeface="Consolas"/>
                <a:cs typeface="Consolas"/>
              </a:rPr>
              <a:t> </a:t>
            </a:r>
            <a:r>
              <a:rPr sz="1800" b="1" dirty="0">
                <a:solidFill>
                  <a:srgbClr val="3C3C3C"/>
                </a:solidFill>
                <a:latin typeface="Consolas"/>
                <a:cs typeface="Consolas"/>
              </a:rPr>
              <a:t>number1,</a:t>
            </a:r>
            <a:r>
              <a:rPr sz="1800" b="1" spc="-30" dirty="0">
                <a:solidFill>
                  <a:srgbClr val="3C3C3C"/>
                </a:solidFill>
                <a:latin typeface="Consolas"/>
                <a:cs typeface="Consolas"/>
              </a:rPr>
              <a:t> </a:t>
            </a:r>
            <a:r>
              <a:rPr sz="1800" b="1" dirty="0">
                <a:solidFill>
                  <a:srgbClr val="3C3C3C"/>
                </a:solidFill>
                <a:latin typeface="Consolas"/>
                <a:cs typeface="Consolas"/>
              </a:rPr>
              <a:t>number2</a:t>
            </a:r>
            <a:r>
              <a:rPr sz="1800" b="1" spc="-30" dirty="0">
                <a:solidFill>
                  <a:srgbClr val="3C3C3C"/>
                </a:solidFill>
                <a:latin typeface="Consolas"/>
                <a:cs typeface="Consolas"/>
              </a:rPr>
              <a:t> </a:t>
            </a:r>
            <a:r>
              <a:rPr sz="1800" b="1" spc="-10" dirty="0">
                <a:solidFill>
                  <a:srgbClr val="3C3C3C"/>
                </a:solidFill>
                <a:latin typeface="Consolas"/>
                <a:cs typeface="Consolas"/>
              </a:rPr>
              <a:t>INTEGER</a:t>
            </a:r>
            <a:r>
              <a:rPr sz="1800" b="1" spc="-10" dirty="0">
                <a:solidFill>
                  <a:srgbClr val="4590B8"/>
                </a:solidFill>
                <a:latin typeface="Consolas"/>
                <a:cs typeface="Consolas"/>
              </a:rPr>
              <a:t>;</a:t>
            </a:r>
            <a:endParaRPr sz="1800">
              <a:latin typeface="Consolas"/>
              <a:cs typeface="Consolas"/>
            </a:endParaRPr>
          </a:p>
          <a:p>
            <a:pPr marL="318770" indent="-306070">
              <a:lnSpc>
                <a:spcPct val="100000"/>
              </a:lnSpc>
              <a:spcBef>
                <a:spcPts val="1035"/>
              </a:spcBef>
              <a:buSzPct val="91666"/>
              <a:buFont typeface="Cambria"/>
              <a:buChar char="◾"/>
              <a:tabLst>
                <a:tab pos="318770" algn="l"/>
              </a:tabLst>
            </a:pPr>
            <a:r>
              <a:rPr sz="1800" b="1" dirty="0">
                <a:solidFill>
                  <a:srgbClr val="4590B8"/>
                </a:solidFill>
                <a:latin typeface="Consolas"/>
                <a:cs typeface="Consolas"/>
              </a:rPr>
              <a:t>DECLARE</a:t>
            </a:r>
            <a:r>
              <a:rPr sz="1800" b="1" spc="-25" dirty="0">
                <a:solidFill>
                  <a:srgbClr val="4590B8"/>
                </a:solidFill>
                <a:latin typeface="Consolas"/>
                <a:cs typeface="Consolas"/>
              </a:rPr>
              <a:t> </a:t>
            </a:r>
            <a:r>
              <a:rPr sz="1800" b="1" dirty="0">
                <a:solidFill>
                  <a:srgbClr val="3C3C3C"/>
                </a:solidFill>
                <a:latin typeface="Consolas"/>
                <a:cs typeface="Consolas"/>
              </a:rPr>
              <a:t>number1</a:t>
            </a:r>
            <a:r>
              <a:rPr sz="1800" b="1" spc="-40" dirty="0">
                <a:solidFill>
                  <a:srgbClr val="3C3C3C"/>
                </a:solidFill>
                <a:latin typeface="Consolas"/>
                <a:cs typeface="Consolas"/>
              </a:rPr>
              <a:t> </a:t>
            </a:r>
            <a:r>
              <a:rPr sz="1800" b="1" dirty="0">
                <a:solidFill>
                  <a:srgbClr val="3C3C3C"/>
                </a:solidFill>
                <a:latin typeface="Consolas"/>
                <a:cs typeface="Consolas"/>
              </a:rPr>
              <a:t>INTEGER</a:t>
            </a:r>
            <a:r>
              <a:rPr sz="1800" b="1" spc="-30" dirty="0">
                <a:solidFill>
                  <a:srgbClr val="3C3C3C"/>
                </a:solidFill>
                <a:latin typeface="Consolas"/>
                <a:cs typeface="Consolas"/>
              </a:rPr>
              <a:t> </a:t>
            </a:r>
            <a:r>
              <a:rPr sz="1800" b="1" dirty="0">
                <a:solidFill>
                  <a:srgbClr val="3C3C3C"/>
                </a:solidFill>
                <a:latin typeface="Consolas"/>
                <a:cs typeface="Consolas"/>
              </a:rPr>
              <a:t>DEFAULT</a:t>
            </a:r>
            <a:r>
              <a:rPr sz="1800" b="1" spc="-25" dirty="0">
                <a:solidFill>
                  <a:srgbClr val="3C3C3C"/>
                </a:solidFill>
                <a:latin typeface="Consolas"/>
                <a:cs typeface="Consolas"/>
              </a:rPr>
              <a:t> </a:t>
            </a:r>
            <a:r>
              <a:rPr sz="1800" b="1" spc="-20" dirty="0">
                <a:solidFill>
                  <a:srgbClr val="3C3C3C"/>
                </a:solidFill>
                <a:latin typeface="Consolas"/>
                <a:cs typeface="Consolas"/>
              </a:rPr>
              <a:t>100</a:t>
            </a:r>
            <a:r>
              <a:rPr sz="1800" b="1" spc="-20" dirty="0">
                <a:solidFill>
                  <a:srgbClr val="4590B8"/>
                </a:solidFill>
                <a:latin typeface="Consolas"/>
                <a:cs typeface="Consolas"/>
              </a:rPr>
              <a:t>;</a:t>
            </a:r>
            <a:endParaRPr sz="1800">
              <a:latin typeface="Consolas"/>
              <a:cs typeface="Consolas"/>
            </a:endParaRPr>
          </a:p>
        </p:txBody>
      </p:sp>
      <p:sp>
        <p:nvSpPr>
          <p:cNvPr id="4" name="object 4"/>
          <p:cNvSpPr txBox="1"/>
          <p:nvPr/>
        </p:nvSpPr>
        <p:spPr>
          <a:xfrm>
            <a:off x="581405" y="2753105"/>
            <a:ext cx="6998334" cy="676910"/>
          </a:xfrm>
          <a:prstGeom prst="rect">
            <a:avLst/>
          </a:prstGeom>
          <a:ln w="28575">
            <a:solidFill>
              <a:srgbClr val="1A315F"/>
            </a:solidFill>
          </a:ln>
        </p:spPr>
        <p:txBody>
          <a:bodyPr vert="horz" wrap="square" lIns="0" tIns="30480" rIns="0" bIns="0" rtlCol="0">
            <a:spAutoFit/>
          </a:bodyPr>
          <a:lstStyle/>
          <a:p>
            <a:pPr marL="90805">
              <a:lnSpc>
                <a:spcPct val="100000"/>
              </a:lnSpc>
              <a:spcBef>
                <a:spcPts val="240"/>
              </a:spcBef>
            </a:pPr>
            <a:r>
              <a:rPr sz="1900" b="1" dirty="0">
                <a:solidFill>
                  <a:srgbClr val="4590B8"/>
                </a:solidFill>
                <a:latin typeface="Consolas"/>
                <a:cs typeface="Consolas"/>
              </a:rPr>
              <a:t>DECLARE</a:t>
            </a:r>
            <a:r>
              <a:rPr sz="1900" b="1" spc="-60" dirty="0">
                <a:solidFill>
                  <a:srgbClr val="4590B8"/>
                </a:solidFill>
                <a:latin typeface="Consolas"/>
                <a:cs typeface="Consolas"/>
              </a:rPr>
              <a:t> </a:t>
            </a:r>
            <a:r>
              <a:rPr sz="1900" b="1" dirty="0">
                <a:latin typeface="Consolas"/>
                <a:cs typeface="Consolas"/>
              </a:rPr>
              <a:t>variable_name,</a:t>
            </a:r>
            <a:r>
              <a:rPr sz="1900" b="1" spc="-65" dirty="0">
                <a:latin typeface="Consolas"/>
                <a:cs typeface="Consolas"/>
              </a:rPr>
              <a:t> </a:t>
            </a:r>
            <a:r>
              <a:rPr sz="1900" b="1" dirty="0">
                <a:latin typeface="Consolas"/>
                <a:cs typeface="Consolas"/>
              </a:rPr>
              <a:t>variable_name,</a:t>
            </a:r>
            <a:r>
              <a:rPr sz="1900" b="1" spc="-70" dirty="0">
                <a:latin typeface="Consolas"/>
                <a:cs typeface="Consolas"/>
              </a:rPr>
              <a:t> </a:t>
            </a:r>
            <a:r>
              <a:rPr sz="1900" b="1" dirty="0">
                <a:latin typeface="Consolas"/>
                <a:cs typeface="Consolas"/>
              </a:rPr>
              <a:t>...</a:t>
            </a:r>
            <a:r>
              <a:rPr sz="1900" b="1" spc="-55" dirty="0">
                <a:latin typeface="Consolas"/>
                <a:cs typeface="Consolas"/>
              </a:rPr>
              <a:t> </a:t>
            </a:r>
            <a:r>
              <a:rPr sz="1900" b="1" spc="-10" dirty="0">
                <a:latin typeface="Consolas"/>
                <a:cs typeface="Consolas"/>
              </a:rPr>
              <a:t>data_type</a:t>
            </a:r>
            <a:endParaRPr sz="1900">
              <a:latin typeface="Consolas"/>
              <a:cs typeface="Consolas"/>
            </a:endParaRPr>
          </a:p>
          <a:p>
            <a:pPr marL="490220">
              <a:lnSpc>
                <a:spcPct val="100000"/>
              </a:lnSpc>
            </a:pPr>
            <a:r>
              <a:rPr sz="1900" b="1" dirty="0">
                <a:solidFill>
                  <a:srgbClr val="959FA7"/>
                </a:solidFill>
                <a:latin typeface="Consolas"/>
                <a:cs typeface="Consolas"/>
              </a:rPr>
              <a:t>[</a:t>
            </a:r>
            <a:r>
              <a:rPr sz="1900" b="1" spc="-35" dirty="0">
                <a:solidFill>
                  <a:srgbClr val="959FA7"/>
                </a:solidFill>
                <a:latin typeface="Consolas"/>
                <a:cs typeface="Consolas"/>
              </a:rPr>
              <a:t> </a:t>
            </a:r>
            <a:r>
              <a:rPr sz="1900" b="1" dirty="0">
                <a:latin typeface="Consolas"/>
                <a:cs typeface="Consolas"/>
              </a:rPr>
              <a:t>DEFAULT</a:t>
            </a:r>
            <a:r>
              <a:rPr sz="1900" b="1" spc="-40" dirty="0">
                <a:latin typeface="Consolas"/>
                <a:cs typeface="Consolas"/>
              </a:rPr>
              <a:t> </a:t>
            </a:r>
            <a:r>
              <a:rPr sz="1900" b="1" dirty="0">
                <a:latin typeface="Consolas"/>
                <a:cs typeface="Consolas"/>
              </a:rPr>
              <a:t>default_value</a:t>
            </a:r>
            <a:r>
              <a:rPr sz="1900" b="1" spc="-25" dirty="0">
                <a:latin typeface="Consolas"/>
                <a:cs typeface="Consolas"/>
              </a:rPr>
              <a:t> </a:t>
            </a:r>
            <a:r>
              <a:rPr sz="1900" b="1" spc="-25" dirty="0">
                <a:solidFill>
                  <a:srgbClr val="959FA7"/>
                </a:solidFill>
                <a:latin typeface="Consolas"/>
                <a:cs typeface="Consolas"/>
              </a:rPr>
              <a:t>]</a:t>
            </a:r>
            <a:r>
              <a:rPr sz="1900" b="1" spc="-25" dirty="0">
                <a:solidFill>
                  <a:srgbClr val="4590B8"/>
                </a:solidFill>
                <a:latin typeface="Consolas"/>
                <a:cs typeface="Consolas"/>
              </a:rPr>
              <a:t>;</a:t>
            </a:r>
            <a:endParaRPr sz="1900">
              <a:latin typeface="Consolas"/>
              <a:cs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1A315F"/>
          </a:solidFill>
        </p:spPr>
        <p:txBody>
          <a:bodyPr vert="horz" wrap="square" lIns="0" tIns="206375" rIns="0" bIns="0" rtlCol="0">
            <a:spAutoFit/>
          </a:bodyPr>
          <a:lstStyle/>
          <a:p>
            <a:pPr>
              <a:lnSpc>
                <a:spcPct val="100000"/>
              </a:lnSpc>
              <a:spcBef>
                <a:spcPts val="1625"/>
              </a:spcBef>
            </a:pPr>
            <a:endParaRPr sz="2800">
              <a:latin typeface="Times New Roman"/>
              <a:cs typeface="Times New Roman"/>
            </a:endParaRPr>
          </a:p>
          <a:p>
            <a:pPr marL="231775">
              <a:lnSpc>
                <a:spcPct val="100000"/>
              </a:lnSpc>
            </a:pPr>
            <a:r>
              <a:rPr sz="2800" dirty="0">
                <a:solidFill>
                  <a:srgbClr val="FFFFFF"/>
                </a:solidFill>
              </a:rPr>
              <a:t>THE</a:t>
            </a:r>
            <a:r>
              <a:rPr sz="2800" spc="-55" dirty="0">
                <a:solidFill>
                  <a:srgbClr val="FFFFFF"/>
                </a:solidFill>
              </a:rPr>
              <a:t> </a:t>
            </a:r>
            <a:r>
              <a:rPr sz="2800" spc="-10" dirty="0">
                <a:solidFill>
                  <a:srgbClr val="FFFFFF"/>
                </a:solidFill>
              </a:rPr>
              <a:t>SET</a:t>
            </a:r>
            <a:r>
              <a:rPr sz="2800" spc="-55" dirty="0">
                <a:solidFill>
                  <a:srgbClr val="FFFFFF"/>
                </a:solidFill>
              </a:rPr>
              <a:t> </a:t>
            </a:r>
            <a:r>
              <a:rPr sz="2800" spc="-10" dirty="0">
                <a:solidFill>
                  <a:srgbClr val="FFFFFF"/>
                </a:solidFill>
              </a:rPr>
              <a:t>STATEMENT</a:t>
            </a:r>
            <a:endParaRPr sz="2800"/>
          </a:p>
        </p:txBody>
      </p:sp>
      <p:sp>
        <p:nvSpPr>
          <p:cNvPr id="3" name="object 3"/>
          <p:cNvSpPr txBox="1"/>
          <p:nvPr/>
        </p:nvSpPr>
        <p:spPr>
          <a:xfrm>
            <a:off x="659993" y="2442464"/>
            <a:ext cx="5029200" cy="299720"/>
          </a:xfrm>
          <a:prstGeom prst="rect">
            <a:avLst/>
          </a:prstGeom>
        </p:spPr>
        <p:txBody>
          <a:bodyPr vert="horz" wrap="square" lIns="0" tIns="12700" rIns="0" bIns="0" rtlCol="0">
            <a:spAutoFit/>
          </a:bodyPr>
          <a:lstStyle/>
          <a:p>
            <a:pPr marL="318770" indent="-306070">
              <a:lnSpc>
                <a:spcPct val="100000"/>
              </a:lnSpc>
              <a:spcBef>
                <a:spcPts val="100"/>
              </a:spcBef>
              <a:buClr>
                <a:srgbClr val="4590B8"/>
              </a:buClr>
              <a:buSzPct val="91666"/>
              <a:buFont typeface="Cambria"/>
              <a:buChar char="◾"/>
              <a:tabLst>
                <a:tab pos="318770" algn="l"/>
              </a:tabLst>
            </a:pPr>
            <a:r>
              <a:rPr sz="1800" dirty="0">
                <a:solidFill>
                  <a:srgbClr val="3C3C3C"/>
                </a:solidFill>
                <a:latin typeface="Trebuchet MS"/>
                <a:cs typeface="Trebuchet MS"/>
              </a:rPr>
              <a:t>SET</a:t>
            </a:r>
            <a:r>
              <a:rPr sz="1800" spc="-60" dirty="0">
                <a:solidFill>
                  <a:srgbClr val="3C3C3C"/>
                </a:solidFill>
                <a:latin typeface="Trebuchet MS"/>
                <a:cs typeface="Trebuchet MS"/>
              </a:rPr>
              <a:t> </a:t>
            </a:r>
            <a:r>
              <a:rPr sz="1800" spc="-114" dirty="0">
                <a:solidFill>
                  <a:srgbClr val="3C3C3C"/>
                </a:solidFill>
                <a:latin typeface="Trebuchet MS"/>
                <a:cs typeface="Trebuchet MS"/>
              </a:rPr>
              <a:t>statement</a:t>
            </a:r>
            <a:r>
              <a:rPr sz="1800" spc="-55" dirty="0">
                <a:solidFill>
                  <a:srgbClr val="3C3C3C"/>
                </a:solidFill>
                <a:latin typeface="Trebuchet MS"/>
                <a:cs typeface="Trebuchet MS"/>
              </a:rPr>
              <a:t> </a:t>
            </a:r>
            <a:r>
              <a:rPr sz="1800" spc="-140" dirty="0">
                <a:solidFill>
                  <a:srgbClr val="3C3C3C"/>
                </a:solidFill>
                <a:latin typeface="Trebuchet MS"/>
                <a:cs typeface="Trebuchet MS"/>
              </a:rPr>
              <a:t>can</a:t>
            </a:r>
            <a:r>
              <a:rPr sz="1800" spc="-50" dirty="0">
                <a:solidFill>
                  <a:srgbClr val="3C3C3C"/>
                </a:solidFill>
                <a:latin typeface="Trebuchet MS"/>
                <a:cs typeface="Trebuchet MS"/>
              </a:rPr>
              <a:t> </a:t>
            </a:r>
            <a:r>
              <a:rPr sz="1800" spc="-110" dirty="0">
                <a:solidFill>
                  <a:srgbClr val="3C3C3C"/>
                </a:solidFill>
                <a:latin typeface="Trebuchet MS"/>
                <a:cs typeface="Trebuchet MS"/>
              </a:rPr>
              <a:t>assign</a:t>
            </a:r>
            <a:r>
              <a:rPr sz="1800" spc="-75" dirty="0">
                <a:solidFill>
                  <a:srgbClr val="3C3C3C"/>
                </a:solidFill>
                <a:latin typeface="Trebuchet MS"/>
                <a:cs typeface="Trebuchet MS"/>
              </a:rPr>
              <a:t> </a:t>
            </a:r>
            <a:r>
              <a:rPr sz="1800" spc="-190" dirty="0">
                <a:solidFill>
                  <a:srgbClr val="3C3C3C"/>
                </a:solidFill>
                <a:latin typeface="Trebuchet MS"/>
                <a:cs typeface="Trebuchet MS"/>
              </a:rPr>
              <a:t>a</a:t>
            </a:r>
            <a:r>
              <a:rPr sz="1800" spc="-40" dirty="0">
                <a:solidFill>
                  <a:srgbClr val="3C3C3C"/>
                </a:solidFill>
                <a:latin typeface="Trebuchet MS"/>
                <a:cs typeface="Trebuchet MS"/>
              </a:rPr>
              <a:t> </a:t>
            </a:r>
            <a:r>
              <a:rPr sz="1800" spc="-140" dirty="0">
                <a:solidFill>
                  <a:srgbClr val="3C3C3C"/>
                </a:solidFill>
                <a:latin typeface="Trebuchet MS"/>
                <a:cs typeface="Trebuchet MS"/>
              </a:rPr>
              <a:t>value</a:t>
            </a:r>
            <a:r>
              <a:rPr sz="1800" spc="-45" dirty="0">
                <a:solidFill>
                  <a:srgbClr val="3C3C3C"/>
                </a:solidFill>
                <a:latin typeface="Trebuchet MS"/>
                <a:cs typeface="Trebuchet MS"/>
              </a:rPr>
              <a:t> </a:t>
            </a:r>
            <a:r>
              <a:rPr sz="1800" dirty="0">
                <a:solidFill>
                  <a:srgbClr val="3C3C3C"/>
                </a:solidFill>
                <a:latin typeface="Trebuchet MS"/>
                <a:cs typeface="Trebuchet MS"/>
              </a:rPr>
              <a:t>to</a:t>
            </a:r>
            <a:r>
              <a:rPr sz="1800" spc="-50" dirty="0">
                <a:solidFill>
                  <a:srgbClr val="3C3C3C"/>
                </a:solidFill>
                <a:latin typeface="Trebuchet MS"/>
                <a:cs typeface="Trebuchet MS"/>
              </a:rPr>
              <a:t> </a:t>
            </a:r>
            <a:r>
              <a:rPr sz="1800" spc="-190" dirty="0">
                <a:solidFill>
                  <a:srgbClr val="3C3C3C"/>
                </a:solidFill>
                <a:latin typeface="Trebuchet MS"/>
                <a:cs typeface="Trebuchet MS"/>
              </a:rPr>
              <a:t>a</a:t>
            </a:r>
            <a:r>
              <a:rPr sz="1800" spc="-55" dirty="0">
                <a:solidFill>
                  <a:srgbClr val="3C3C3C"/>
                </a:solidFill>
                <a:latin typeface="Trebuchet MS"/>
                <a:cs typeface="Trebuchet MS"/>
              </a:rPr>
              <a:t> </a:t>
            </a:r>
            <a:r>
              <a:rPr sz="1800" spc="-114" dirty="0">
                <a:solidFill>
                  <a:srgbClr val="3C3C3C"/>
                </a:solidFill>
                <a:latin typeface="Trebuchet MS"/>
                <a:cs typeface="Trebuchet MS"/>
              </a:rPr>
              <a:t>local</a:t>
            </a:r>
            <a:r>
              <a:rPr sz="1800" spc="-50" dirty="0">
                <a:solidFill>
                  <a:srgbClr val="3C3C3C"/>
                </a:solidFill>
                <a:latin typeface="Trebuchet MS"/>
                <a:cs typeface="Trebuchet MS"/>
              </a:rPr>
              <a:t> </a:t>
            </a:r>
            <a:r>
              <a:rPr sz="1800" spc="-80" dirty="0">
                <a:solidFill>
                  <a:srgbClr val="3C3C3C"/>
                </a:solidFill>
                <a:latin typeface="Trebuchet MS"/>
                <a:cs typeface="Trebuchet MS"/>
              </a:rPr>
              <a:t>variable</a:t>
            </a:r>
            <a:endParaRPr sz="1800">
              <a:latin typeface="Trebuchet MS"/>
              <a:cs typeface="Trebuchet MS"/>
            </a:endParaRPr>
          </a:p>
        </p:txBody>
      </p:sp>
      <p:graphicFrame>
        <p:nvGraphicFramePr>
          <p:cNvPr id="4" name="object 4"/>
          <p:cNvGraphicFramePr>
            <a:graphicFrameLocks noGrp="1"/>
          </p:cNvGraphicFramePr>
          <p:nvPr/>
        </p:nvGraphicFramePr>
        <p:xfrm>
          <a:off x="951268" y="3108198"/>
          <a:ext cx="6470647" cy="2505710"/>
        </p:xfrm>
        <a:graphic>
          <a:graphicData uri="http://schemas.openxmlformats.org/drawingml/2006/table">
            <a:tbl>
              <a:tblPr firstRow="1" bandRow="1">
                <a:tableStyleId>{2D5ABB26-0587-4C30-8999-92F81FD0307C}</a:tableStyleId>
              </a:tblPr>
              <a:tblGrid>
                <a:gridCol w="774065">
                  <a:extLst>
                    <a:ext uri="{9D8B030D-6E8A-4147-A177-3AD203B41FA5}">
                      <a16:colId xmlns:a16="http://schemas.microsoft.com/office/drawing/2014/main" val="20000"/>
                    </a:ext>
                  </a:extLst>
                </a:gridCol>
                <a:gridCol w="627379">
                  <a:extLst>
                    <a:ext uri="{9D8B030D-6E8A-4147-A177-3AD203B41FA5}">
                      <a16:colId xmlns:a16="http://schemas.microsoft.com/office/drawing/2014/main" val="20001"/>
                    </a:ext>
                  </a:extLst>
                </a:gridCol>
                <a:gridCol w="1279525">
                  <a:extLst>
                    <a:ext uri="{9D8B030D-6E8A-4147-A177-3AD203B41FA5}">
                      <a16:colId xmlns:a16="http://schemas.microsoft.com/office/drawing/2014/main" val="20002"/>
                    </a:ext>
                  </a:extLst>
                </a:gridCol>
                <a:gridCol w="297814">
                  <a:extLst>
                    <a:ext uri="{9D8B030D-6E8A-4147-A177-3AD203B41FA5}">
                      <a16:colId xmlns:a16="http://schemas.microsoft.com/office/drawing/2014/main" val="20003"/>
                    </a:ext>
                  </a:extLst>
                </a:gridCol>
                <a:gridCol w="674369">
                  <a:extLst>
                    <a:ext uri="{9D8B030D-6E8A-4147-A177-3AD203B41FA5}">
                      <a16:colId xmlns:a16="http://schemas.microsoft.com/office/drawing/2014/main" val="20004"/>
                    </a:ext>
                  </a:extLst>
                </a:gridCol>
                <a:gridCol w="257175">
                  <a:extLst>
                    <a:ext uri="{9D8B030D-6E8A-4147-A177-3AD203B41FA5}">
                      <a16:colId xmlns:a16="http://schemas.microsoft.com/office/drawing/2014/main" val="20005"/>
                    </a:ext>
                  </a:extLst>
                </a:gridCol>
                <a:gridCol w="2560320">
                  <a:extLst>
                    <a:ext uri="{9D8B030D-6E8A-4147-A177-3AD203B41FA5}">
                      <a16:colId xmlns:a16="http://schemas.microsoft.com/office/drawing/2014/main" val="20006"/>
                    </a:ext>
                  </a:extLst>
                </a:gridCol>
              </a:tblGrid>
              <a:tr h="969010">
                <a:tc gridSpan="3">
                  <a:txBody>
                    <a:bodyPr/>
                    <a:lstStyle/>
                    <a:p>
                      <a:pPr marR="27940" algn="r">
                        <a:lnSpc>
                          <a:spcPct val="100000"/>
                        </a:lnSpc>
                        <a:spcBef>
                          <a:spcPts val="240"/>
                        </a:spcBef>
                      </a:pPr>
                      <a:r>
                        <a:rPr sz="1900" b="1" dirty="0">
                          <a:solidFill>
                            <a:srgbClr val="4590B8"/>
                          </a:solidFill>
                          <a:latin typeface="Consolas"/>
                          <a:cs typeface="Consolas"/>
                        </a:rPr>
                        <a:t>SET</a:t>
                      </a:r>
                      <a:r>
                        <a:rPr sz="1900" b="1" spc="-60" dirty="0">
                          <a:solidFill>
                            <a:srgbClr val="4590B8"/>
                          </a:solidFill>
                          <a:latin typeface="Consolas"/>
                          <a:cs typeface="Consolas"/>
                        </a:rPr>
                        <a:t> </a:t>
                      </a:r>
                      <a:r>
                        <a:rPr sz="1900" b="1" dirty="0">
                          <a:latin typeface="Consolas"/>
                          <a:cs typeface="Consolas"/>
                        </a:rPr>
                        <a:t>variable_name</a:t>
                      </a:r>
                      <a:r>
                        <a:rPr sz="1900" b="1" spc="-45" dirty="0">
                          <a:latin typeface="Consolas"/>
                          <a:cs typeface="Consolas"/>
                        </a:rPr>
                        <a:t> </a:t>
                      </a:r>
                      <a:r>
                        <a:rPr sz="1900" b="1" spc="-50" dirty="0">
                          <a:solidFill>
                            <a:srgbClr val="959FA7"/>
                          </a:solidFill>
                          <a:latin typeface="Consolas"/>
                          <a:cs typeface="Consolas"/>
                        </a:rPr>
                        <a:t>{</a:t>
                      </a:r>
                      <a:endParaRPr sz="1900">
                        <a:latin typeface="Consolas"/>
                        <a:cs typeface="Consolas"/>
                      </a:endParaRPr>
                    </a:p>
                    <a:p>
                      <a:pPr marR="27940" algn="r">
                        <a:lnSpc>
                          <a:spcPct val="100000"/>
                        </a:lnSpc>
                        <a:spcBef>
                          <a:spcPts val="5"/>
                        </a:spcBef>
                      </a:pPr>
                      <a:r>
                        <a:rPr sz="1900" b="1" dirty="0">
                          <a:latin typeface="Consolas"/>
                          <a:cs typeface="Consolas"/>
                        </a:rPr>
                        <a:t>variable_name</a:t>
                      </a:r>
                      <a:r>
                        <a:rPr sz="1900" b="1" spc="-60" dirty="0">
                          <a:latin typeface="Consolas"/>
                          <a:cs typeface="Consolas"/>
                        </a:rPr>
                        <a:t> </a:t>
                      </a:r>
                      <a:r>
                        <a:rPr sz="1900" b="1" spc="-50" dirty="0">
                          <a:solidFill>
                            <a:srgbClr val="959FA7"/>
                          </a:solidFill>
                          <a:latin typeface="Consolas"/>
                          <a:cs typeface="Consolas"/>
                        </a:rPr>
                        <a:t>{</a:t>
                      </a:r>
                      <a:endParaRPr sz="1900">
                        <a:latin typeface="Consolas"/>
                        <a:cs typeface="Consolas"/>
                      </a:endParaRPr>
                    </a:p>
                    <a:p>
                      <a:pPr marL="645795">
                        <a:lnSpc>
                          <a:spcPct val="100000"/>
                        </a:lnSpc>
                      </a:pPr>
                      <a:r>
                        <a:rPr sz="1900" b="1" spc="-20" dirty="0">
                          <a:latin typeface="Consolas"/>
                          <a:cs typeface="Consolas"/>
                        </a:rPr>
                        <a:t>...</a:t>
                      </a:r>
                      <a:r>
                        <a:rPr sz="1900" b="1" spc="-20" dirty="0">
                          <a:solidFill>
                            <a:srgbClr val="4590B8"/>
                          </a:solidFill>
                          <a:latin typeface="Consolas"/>
                          <a:cs typeface="Consolas"/>
                        </a:rPr>
                        <a:t>;</a:t>
                      </a:r>
                      <a:endParaRPr sz="1900">
                        <a:latin typeface="Consolas"/>
                        <a:cs typeface="Consolas"/>
                      </a:endParaRPr>
                    </a:p>
                  </a:txBody>
                  <a:tcPr marL="0" marR="0" marT="30480" marB="0">
                    <a:lnL w="28575">
                      <a:solidFill>
                        <a:srgbClr val="1A315F"/>
                      </a:solidFill>
                      <a:prstDash val="solid"/>
                    </a:lnL>
                    <a:lnT w="28575">
                      <a:solidFill>
                        <a:srgbClr val="1A315F"/>
                      </a:solidFill>
                      <a:prstDash val="solid"/>
                    </a:lnT>
                    <a:lnB w="28575">
                      <a:solidFill>
                        <a:srgbClr val="1A315F"/>
                      </a:solidFill>
                      <a:prstDash val="solid"/>
                    </a:lnB>
                  </a:tcPr>
                </a:tc>
                <a:tc hMerge="1">
                  <a:txBody>
                    <a:bodyPr/>
                    <a:lstStyle/>
                    <a:p>
                      <a:endParaRPr/>
                    </a:p>
                  </a:txBody>
                  <a:tcPr marL="0" marR="0" marT="0" marB="0"/>
                </a:tc>
                <a:tc hMerge="1">
                  <a:txBody>
                    <a:bodyPr/>
                    <a:lstStyle/>
                    <a:p>
                      <a:endParaRPr/>
                    </a:p>
                  </a:txBody>
                  <a:tcPr marL="0" marR="0" marT="0" marB="0"/>
                </a:tc>
                <a:tc>
                  <a:txBody>
                    <a:bodyPr/>
                    <a:lstStyle/>
                    <a:p>
                      <a:pPr marL="98425">
                        <a:lnSpc>
                          <a:spcPct val="100000"/>
                        </a:lnSpc>
                        <a:spcBef>
                          <a:spcPts val="240"/>
                        </a:spcBef>
                      </a:pPr>
                      <a:r>
                        <a:rPr sz="1900" b="1" spc="-50" dirty="0">
                          <a:solidFill>
                            <a:srgbClr val="4590B8"/>
                          </a:solidFill>
                          <a:latin typeface="Consolas"/>
                          <a:cs typeface="Consolas"/>
                        </a:rPr>
                        <a:t>=</a:t>
                      </a:r>
                      <a:endParaRPr sz="1900">
                        <a:latin typeface="Consolas"/>
                        <a:cs typeface="Consolas"/>
                      </a:endParaRPr>
                    </a:p>
                    <a:p>
                      <a:pPr marL="98425">
                        <a:lnSpc>
                          <a:spcPct val="100000"/>
                        </a:lnSpc>
                        <a:spcBef>
                          <a:spcPts val="5"/>
                        </a:spcBef>
                      </a:pPr>
                      <a:r>
                        <a:rPr sz="1900" b="1" spc="-50" dirty="0">
                          <a:solidFill>
                            <a:srgbClr val="4590B8"/>
                          </a:solidFill>
                          <a:latin typeface="Consolas"/>
                          <a:cs typeface="Consolas"/>
                        </a:rPr>
                        <a:t>=</a:t>
                      </a:r>
                      <a:endParaRPr sz="1900">
                        <a:latin typeface="Consolas"/>
                        <a:cs typeface="Consolas"/>
                      </a:endParaRPr>
                    </a:p>
                  </a:txBody>
                  <a:tcPr marL="0" marR="0" marT="30480" marB="0">
                    <a:lnT w="28575">
                      <a:solidFill>
                        <a:srgbClr val="1A315F"/>
                      </a:solidFill>
                      <a:prstDash val="solid"/>
                    </a:lnT>
                    <a:lnB w="28575">
                      <a:solidFill>
                        <a:srgbClr val="1A315F"/>
                      </a:solidFill>
                      <a:prstDash val="solid"/>
                    </a:lnB>
                  </a:tcPr>
                </a:tc>
                <a:tc>
                  <a:txBody>
                    <a:bodyPr/>
                    <a:lstStyle/>
                    <a:p>
                      <a:pPr marL="66675">
                        <a:lnSpc>
                          <a:spcPct val="100000"/>
                        </a:lnSpc>
                        <a:spcBef>
                          <a:spcPts val="240"/>
                        </a:spcBef>
                      </a:pPr>
                      <a:r>
                        <a:rPr sz="1900" b="1" dirty="0">
                          <a:solidFill>
                            <a:srgbClr val="959FA7"/>
                          </a:solidFill>
                          <a:latin typeface="Consolas"/>
                          <a:cs typeface="Consolas"/>
                        </a:rPr>
                        <a:t>|</a:t>
                      </a:r>
                      <a:r>
                        <a:rPr sz="1900" b="1" spc="-20" dirty="0">
                          <a:solidFill>
                            <a:srgbClr val="959FA7"/>
                          </a:solidFill>
                          <a:latin typeface="Consolas"/>
                          <a:cs typeface="Consolas"/>
                        </a:rPr>
                        <a:t> </a:t>
                      </a:r>
                      <a:r>
                        <a:rPr sz="1900" b="1" spc="-25" dirty="0">
                          <a:solidFill>
                            <a:srgbClr val="4590B8"/>
                          </a:solidFill>
                          <a:latin typeface="Consolas"/>
                          <a:cs typeface="Consolas"/>
                        </a:rPr>
                        <a:t>:=</a:t>
                      </a:r>
                      <a:endParaRPr sz="1900">
                        <a:latin typeface="Consolas"/>
                        <a:cs typeface="Consolas"/>
                      </a:endParaRPr>
                    </a:p>
                    <a:p>
                      <a:pPr marL="66675">
                        <a:lnSpc>
                          <a:spcPct val="100000"/>
                        </a:lnSpc>
                        <a:spcBef>
                          <a:spcPts val="5"/>
                        </a:spcBef>
                      </a:pPr>
                      <a:r>
                        <a:rPr sz="1900" b="1" dirty="0">
                          <a:solidFill>
                            <a:srgbClr val="959FA7"/>
                          </a:solidFill>
                          <a:latin typeface="Consolas"/>
                          <a:cs typeface="Consolas"/>
                        </a:rPr>
                        <a:t>|</a:t>
                      </a:r>
                      <a:r>
                        <a:rPr sz="1900" b="1" spc="-15" dirty="0">
                          <a:solidFill>
                            <a:srgbClr val="959FA7"/>
                          </a:solidFill>
                          <a:latin typeface="Consolas"/>
                          <a:cs typeface="Consolas"/>
                        </a:rPr>
                        <a:t> </a:t>
                      </a:r>
                      <a:r>
                        <a:rPr sz="1900" b="1" spc="-25" dirty="0">
                          <a:solidFill>
                            <a:srgbClr val="4590B8"/>
                          </a:solidFill>
                          <a:latin typeface="Consolas"/>
                          <a:cs typeface="Consolas"/>
                        </a:rPr>
                        <a:t>:=</a:t>
                      </a:r>
                      <a:endParaRPr sz="1900">
                        <a:latin typeface="Consolas"/>
                        <a:cs typeface="Consolas"/>
                      </a:endParaRPr>
                    </a:p>
                  </a:txBody>
                  <a:tcPr marL="0" marR="0" marT="30480" marB="0">
                    <a:lnT w="28575">
                      <a:solidFill>
                        <a:srgbClr val="1A315F"/>
                      </a:solidFill>
                      <a:prstDash val="solid"/>
                    </a:lnT>
                    <a:lnB w="28575">
                      <a:solidFill>
                        <a:srgbClr val="1A315F"/>
                      </a:solidFill>
                      <a:prstDash val="solid"/>
                    </a:lnB>
                  </a:tcPr>
                </a:tc>
                <a:tc>
                  <a:txBody>
                    <a:bodyPr/>
                    <a:lstStyle/>
                    <a:p>
                      <a:pPr marL="57785">
                        <a:lnSpc>
                          <a:spcPct val="100000"/>
                        </a:lnSpc>
                        <a:spcBef>
                          <a:spcPts val="240"/>
                        </a:spcBef>
                      </a:pPr>
                      <a:r>
                        <a:rPr sz="1900" b="1" spc="-50" dirty="0">
                          <a:solidFill>
                            <a:srgbClr val="959FA7"/>
                          </a:solidFill>
                          <a:latin typeface="Consolas"/>
                          <a:cs typeface="Consolas"/>
                        </a:rPr>
                        <a:t>}</a:t>
                      </a:r>
                      <a:endParaRPr sz="1900">
                        <a:latin typeface="Consolas"/>
                        <a:cs typeface="Consolas"/>
                      </a:endParaRPr>
                    </a:p>
                    <a:p>
                      <a:pPr marL="57785">
                        <a:lnSpc>
                          <a:spcPct val="100000"/>
                        </a:lnSpc>
                        <a:spcBef>
                          <a:spcPts val="5"/>
                        </a:spcBef>
                      </a:pPr>
                      <a:r>
                        <a:rPr sz="1900" b="1" spc="-50" dirty="0">
                          <a:solidFill>
                            <a:srgbClr val="959FA7"/>
                          </a:solidFill>
                          <a:latin typeface="Consolas"/>
                          <a:cs typeface="Consolas"/>
                        </a:rPr>
                        <a:t>}</a:t>
                      </a:r>
                      <a:endParaRPr sz="1900">
                        <a:latin typeface="Consolas"/>
                        <a:cs typeface="Consolas"/>
                      </a:endParaRPr>
                    </a:p>
                  </a:txBody>
                  <a:tcPr marL="0" marR="0" marT="30480" marB="0">
                    <a:lnT w="28575">
                      <a:solidFill>
                        <a:srgbClr val="1A315F"/>
                      </a:solidFill>
                      <a:prstDash val="solid"/>
                    </a:lnT>
                    <a:lnB w="28575">
                      <a:solidFill>
                        <a:srgbClr val="1A315F"/>
                      </a:solidFill>
                      <a:prstDash val="solid"/>
                    </a:lnB>
                  </a:tcPr>
                </a:tc>
                <a:tc>
                  <a:txBody>
                    <a:bodyPr/>
                    <a:lstStyle/>
                    <a:p>
                      <a:pPr marL="66675">
                        <a:lnSpc>
                          <a:spcPct val="100000"/>
                        </a:lnSpc>
                        <a:spcBef>
                          <a:spcPts val="240"/>
                        </a:spcBef>
                      </a:pPr>
                      <a:r>
                        <a:rPr sz="1900" b="1" spc="-10" dirty="0">
                          <a:latin typeface="Consolas"/>
                          <a:cs typeface="Consolas"/>
                        </a:rPr>
                        <a:t>scalar_expression,</a:t>
                      </a:r>
                      <a:endParaRPr sz="1900">
                        <a:latin typeface="Consolas"/>
                        <a:cs typeface="Consolas"/>
                      </a:endParaRPr>
                    </a:p>
                    <a:p>
                      <a:pPr marL="66675">
                        <a:lnSpc>
                          <a:spcPct val="100000"/>
                        </a:lnSpc>
                        <a:spcBef>
                          <a:spcPts val="5"/>
                        </a:spcBef>
                      </a:pPr>
                      <a:r>
                        <a:rPr sz="1900" b="1" spc="-10" dirty="0">
                          <a:latin typeface="Consolas"/>
                          <a:cs typeface="Consolas"/>
                        </a:rPr>
                        <a:t>scalar_expression,</a:t>
                      </a:r>
                      <a:endParaRPr sz="1900">
                        <a:latin typeface="Consolas"/>
                        <a:cs typeface="Consolas"/>
                      </a:endParaRPr>
                    </a:p>
                  </a:txBody>
                  <a:tcPr marL="0" marR="0" marT="30480" marB="0">
                    <a:lnR w="28575">
                      <a:solidFill>
                        <a:srgbClr val="1A315F"/>
                      </a:solidFill>
                      <a:prstDash val="solid"/>
                    </a:lnR>
                    <a:lnT w="28575">
                      <a:solidFill>
                        <a:srgbClr val="1A315F"/>
                      </a:solidFill>
                      <a:prstDash val="solid"/>
                    </a:lnT>
                    <a:lnB w="28575">
                      <a:solidFill>
                        <a:srgbClr val="1A315F"/>
                      </a:solidFill>
                      <a:prstDash val="solid"/>
                    </a:lnB>
                  </a:tcPr>
                </a:tc>
                <a:extLst>
                  <a:ext uri="{0D108BD9-81ED-4DB2-BD59-A6C34878D82A}">
                    <a16:rowId xmlns:a16="http://schemas.microsoft.com/office/drawing/2014/main" val="10000"/>
                  </a:ext>
                </a:extLst>
              </a:tr>
              <a:tr h="1497965">
                <a:tc>
                  <a:txBody>
                    <a:bodyPr/>
                    <a:lstStyle/>
                    <a:p>
                      <a:pPr>
                        <a:lnSpc>
                          <a:spcPct val="100000"/>
                        </a:lnSpc>
                        <a:spcBef>
                          <a:spcPts val="1080"/>
                        </a:spcBef>
                      </a:pPr>
                      <a:endParaRPr sz="1800">
                        <a:latin typeface="Times New Roman"/>
                        <a:cs typeface="Times New Roman"/>
                      </a:endParaRPr>
                    </a:p>
                    <a:p>
                      <a:pPr marL="335915" indent="-304165">
                        <a:lnSpc>
                          <a:spcPct val="100000"/>
                        </a:lnSpc>
                        <a:buSzPct val="91666"/>
                        <a:buFont typeface="Cambria"/>
                        <a:buChar char="◾"/>
                        <a:tabLst>
                          <a:tab pos="335915" algn="l"/>
                        </a:tabLst>
                      </a:pPr>
                      <a:r>
                        <a:rPr sz="1800" b="1" spc="-25" dirty="0">
                          <a:solidFill>
                            <a:srgbClr val="4590B8"/>
                          </a:solidFill>
                          <a:latin typeface="Consolas"/>
                          <a:cs typeface="Consolas"/>
                        </a:rPr>
                        <a:t>SET</a:t>
                      </a:r>
                      <a:endParaRPr sz="1800">
                        <a:latin typeface="Consolas"/>
                        <a:cs typeface="Consolas"/>
                      </a:endParaRPr>
                    </a:p>
                    <a:p>
                      <a:pPr marL="335915" indent="-304165">
                        <a:lnSpc>
                          <a:spcPct val="100000"/>
                        </a:lnSpc>
                        <a:spcBef>
                          <a:spcPts val="1035"/>
                        </a:spcBef>
                        <a:buSzPct val="91666"/>
                        <a:buFont typeface="Cambria"/>
                        <a:buChar char="◾"/>
                        <a:tabLst>
                          <a:tab pos="335915" algn="l"/>
                        </a:tabLst>
                      </a:pPr>
                      <a:r>
                        <a:rPr sz="1800" b="1" spc="-25" dirty="0">
                          <a:solidFill>
                            <a:srgbClr val="4590B8"/>
                          </a:solidFill>
                          <a:latin typeface="Consolas"/>
                          <a:cs typeface="Consolas"/>
                        </a:rPr>
                        <a:t>SET</a:t>
                      </a:r>
                      <a:endParaRPr sz="1800">
                        <a:latin typeface="Consolas"/>
                        <a:cs typeface="Consolas"/>
                      </a:endParaRPr>
                    </a:p>
                    <a:p>
                      <a:pPr marL="335915" indent="-304165">
                        <a:lnSpc>
                          <a:spcPct val="100000"/>
                        </a:lnSpc>
                        <a:spcBef>
                          <a:spcPts val="1030"/>
                        </a:spcBef>
                        <a:buSzPct val="91666"/>
                        <a:buFont typeface="Cambria"/>
                        <a:buChar char="◾"/>
                        <a:tabLst>
                          <a:tab pos="335915" algn="l"/>
                        </a:tabLst>
                      </a:pPr>
                      <a:r>
                        <a:rPr sz="1800" b="1" spc="-25" dirty="0">
                          <a:solidFill>
                            <a:srgbClr val="4590B8"/>
                          </a:solidFill>
                          <a:latin typeface="Consolas"/>
                          <a:cs typeface="Consolas"/>
                        </a:rPr>
                        <a:t>SET</a:t>
                      </a:r>
                      <a:endParaRPr sz="1800">
                        <a:latin typeface="Consolas"/>
                        <a:cs typeface="Consolas"/>
                      </a:endParaRPr>
                    </a:p>
                  </a:txBody>
                  <a:tcPr marL="0" marR="0" marT="137160" marB="0">
                    <a:lnT w="28575" cap="flat" cmpd="sng" algn="ctr">
                      <a:solidFill>
                        <a:srgbClr val="1A315F"/>
                      </a:solidFill>
                      <a:prstDash val="solid"/>
                      <a:round/>
                      <a:headEnd type="none" w="med" len="med"/>
                      <a:tailEnd type="none" w="med" len="med"/>
                    </a:lnT>
                  </a:tcPr>
                </a:tc>
                <a:tc>
                  <a:txBody>
                    <a:bodyPr/>
                    <a:lstStyle/>
                    <a:p>
                      <a:pPr>
                        <a:lnSpc>
                          <a:spcPct val="100000"/>
                        </a:lnSpc>
                        <a:spcBef>
                          <a:spcPts val="45"/>
                        </a:spcBef>
                      </a:pPr>
                      <a:endParaRPr sz="1800">
                        <a:latin typeface="Times New Roman"/>
                        <a:cs typeface="Times New Roman"/>
                      </a:endParaRPr>
                    </a:p>
                    <a:p>
                      <a:pPr marL="62230" marR="54610" algn="just">
                        <a:lnSpc>
                          <a:spcPct val="147800"/>
                        </a:lnSpc>
                        <a:spcBef>
                          <a:spcPts val="5"/>
                        </a:spcBef>
                      </a:pPr>
                      <a:r>
                        <a:rPr sz="1800" b="1" spc="-20" dirty="0">
                          <a:solidFill>
                            <a:srgbClr val="3C3C3C"/>
                          </a:solidFill>
                          <a:latin typeface="Consolas"/>
                          <a:cs typeface="Consolas"/>
                        </a:rPr>
                        <a:t>var1 var1 var1</a:t>
                      </a:r>
                      <a:endParaRPr sz="1800">
                        <a:latin typeface="Consolas"/>
                        <a:cs typeface="Consolas"/>
                      </a:endParaRPr>
                    </a:p>
                  </a:txBody>
                  <a:tcPr marL="0" marR="0" marT="5715" marB="0"/>
                </a:tc>
                <a:tc>
                  <a:txBody>
                    <a:bodyPr/>
                    <a:lstStyle/>
                    <a:p>
                      <a:pPr>
                        <a:lnSpc>
                          <a:spcPct val="100000"/>
                        </a:lnSpc>
                        <a:spcBef>
                          <a:spcPts val="1080"/>
                        </a:spcBef>
                      </a:pPr>
                      <a:endParaRPr sz="1800">
                        <a:latin typeface="Times New Roman"/>
                        <a:cs typeface="Times New Roman"/>
                      </a:endParaRPr>
                    </a:p>
                    <a:p>
                      <a:pPr marL="62230">
                        <a:lnSpc>
                          <a:spcPct val="100000"/>
                        </a:lnSpc>
                      </a:pPr>
                      <a:r>
                        <a:rPr sz="1800" b="1" dirty="0">
                          <a:solidFill>
                            <a:srgbClr val="4590B8"/>
                          </a:solidFill>
                          <a:latin typeface="Consolas"/>
                          <a:cs typeface="Consolas"/>
                        </a:rPr>
                        <a:t>=</a:t>
                      </a:r>
                      <a:r>
                        <a:rPr sz="1800" b="1" spc="-15" dirty="0">
                          <a:solidFill>
                            <a:srgbClr val="4590B8"/>
                          </a:solidFill>
                          <a:latin typeface="Consolas"/>
                          <a:cs typeface="Consolas"/>
                        </a:rPr>
                        <a:t> </a:t>
                      </a:r>
                      <a:r>
                        <a:rPr sz="1800" b="1" spc="-25" dirty="0">
                          <a:solidFill>
                            <a:srgbClr val="3C3C3C"/>
                          </a:solidFill>
                          <a:latin typeface="Consolas"/>
                          <a:cs typeface="Consolas"/>
                        </a:rPr>
                        <a:t>1</a:t>
                      </a:r>
                      <a:r>
                        <a:rPr sz="1800" b="1" spc="-25" dirty="0">
                          <a:solidFill>
                            <a:srgbClr val="4590B8"/>
                          </a:solidFill>
                          <a:latin typeface="Consolas"/>
                          <a:cs typeface="Consolas"/>
                        </a:rPr>
                        <a:t>;</a:t>
                      </a:r>
                      <a:endParaRPr sz="1800">
                        <a:latin typeface="Consolas"/>
                        <a:cs typeface="Consolas"/>
                      </a:endParaRPr>
                    </a:p>
                    <a:p>
                      <a:pPr marL="62230">
                        <a:lnSpc>
                          <a:spcPct val="100000"/>
                        </a:lnSpc>
                        <a:spcBef>
                          <a:spcPts val="1035"/>
                        </a:spcBef>
                      </a:pPr>
                      <a:r>
                        <a:rPr sz="1800" b="1" dirty="0">
                          <a:solidFill>
                            <a:srgbClr val="4590B8"/>
                          </a:solidFill>
                          <a:latin typeface="Consolas"/>
                          <a:cs typeface="Consolas"/>
                        </a:rPr>
                        <a:t>:=</a:t>
                      </a:r>
                      <a:r>
                        <a:rPr sz="1800" b="1" spc="-10" dirty="0">
                          <a:solidFill>
                            <a:srgbClr val="4590B8"/>
                          </a:solidFill>
                          <a:latin typeface="Consolas"/>
                          <a:cs typeface="Consolas"/>
                        </a:rPr>
                        <a:t> </a:t>
                      </a:r>
                      <a:r>
                        <a:rPr sz="1800" b="1" spc="-25" dirty="0">
                          <a:solidFill>
                            <a:srgbClr val="3C3C3C"/>
                          </a:solidFill>
                          <a:latin typeface="Consolas"/>
                          <a:cs typeface="Consolas"/>
                        </a:rPr>
                        <a:t>1</a:t>
                      </a:r>
                      <a:r>
                        <a:rPr sz="1800" b="1" spc="-25" dirty="0">
                          <a:solidFill>
                            <a:srgbClr val="4590B8"/>
                          </a:solidFill>
                          <a:latin typeface="Consolas"/>
                          <a:cs typeface="Consolas"/>
                        </a:rPr>
                        <a:t>;</a:t>
                      </a:r>
                      <a:endParaRPr sz="1800">
                        <a:latin typeface="Consolas"/>
                        <a:cs typeface="Consolas"/>
                      </a:endParaRPr>
                    </a:p>
                    <a:p>
                      <a:pPr marL="62230">
                        <a:lnSpc>
                          <a:spcPct val="100000"/>
                        </a:lnSpc>
                        <a:spcBef>
                          <a:spcPts val="1030"/>
                        </a:spcBef>
                      </a:pPr>
                      <a:r>
                        <a:rPr sz="1800" b="1" dirty="0">
                          <a:solidFill>
                            <a:srgbClr val="4590B8"/>
                          </a:solidFill>
                          <a:latin typeface="Consolas"/>
                          <a:cs typeface="Consolas"/>
                        </a:rPr>
                        <a:t>=</a:t>
                      </a:r>
                      <a:r>
                        <a:rPr sz="1800" b="1" spc="-15" dirty="0">
                          <a:solidFill>
                            <a:srgbClr val="4590B8"/>
                          </a:solidFill>
                          <a:latin typeface="Consolas"/>
                          <a:cs typeface="Consolas"/>
                        </a:rPr>
                        <a:t> </a:t>
                      </a:r>
                      <a:r>
                        <a:rPr sz="1800" b="1" dirty="0">
                          <a:solidFill>
                            <a:srgbClr val="3C3C3C"/>
                          </a:solidFill>
                          <a:latin typeface="Consolas"/>
                          <a:cs typeface="Consolas"/>
                        </a:rPr>
                        <a:t>1,</a:t>
                      </a:r>
                      <a:r>
                        <a:rPr sz="1800" b="1" spc="-10" dirty="0">
                          <a:solidFill>
                            <a:srgbClr val="3C3C3C"/>
                          </a:solidFill>
                          <a:latin typeface="Consolas"/>
                          <a:cs typeface="Consolas"/>
                        </a:rPr>
                        <a:t> </a:t>
                      </a:r>
                      <a:r>
                        <a:rPr sz="1800" b="1" spc="-20" dirty="0">
                          <a:solidFill>
                            <a:srgbClr val="3C3C3C"/>
                          </a:solidFill>
                          <a:latin typeface="Consolas"/>
                          <a:cs typeface="Consolas"/>
                        </a:rPr>
                        <a:t>var2</a:t>
                      </a:r>
                      <a:endParaRPr sz="1800">
                        <a:latin typeface="Consolas"/>
                        <a:cs typeface="Consolas"/>
                      </a:endParaRPr>
                    </a:p>
                  </a:txBody>
                  <a:tcPr marL="0" marR="0" marT="137160" marB="0"/>
                </a:tc>
                <a:tc gridSpan="4">
                  <a:txBody>
                    <a:bodyPr/>
                    <a:lstStyle/>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spcBef>
                          <a:spcPts val="1255"/>
                        </a:spcBef>
                      </a:pPr>
                      <a:endParaRPr sz="1800">
                        <a:latin typeface="Times New Roman"/>
                        <a:cs typeface="Times New Roman"/>
                      </a:endParaRPr>
                    </a:p>
                    <a:p>
                      <a:pPr marL="35560">
                        <a:lnSpc>
                          <a:spcPct val="100000"/>
                        </a:lnSpc>
                      </a:pPr>
                      <a:r>
                        <a:rPr sz="1800" b="1" dirty="0">
                          <a:solidFill>
                            <a:srgbClr val="4590B8"/>
                          </a:solidFill>
                          <a:latin typeface="Consolas"/>
                          <a:cs typeface="Consolas"/>
                        </a:rPr>
                        <a:t>=</a:t>
                      </a:r>
                      <a:r>
                        <a:rPr sz="1800" b="1" spc="-5" dirty="0">
                          <a:solidFill>
                            <a:srgbClr val="4590B8"/>
                          </a:solidFill>
                          <a:latin typeface="Consolas"/>
                          <a:cs typeface="Consolas"/>
                        </a:rPr>
                        <a:t> </a:t>
                      </a:r>
                      <a:r>
                        <a:rPr sz="1800" b="1" spc="-10" dirty="0">
                          <a:solidFill>
                            <a:srgbClr val="3C3C3C"/>
                          </a:solidFill>
                          <a:latin typeface="Consolas"/>
                          <a:cs typeface="Consolas"/>
                        </a:rPr>
                        <a:t>var1</a:t>
                      </a:r>
                      <a:r>
                        <a:rPr sz="1800" b="1" spc="-10" dirty="0">
                          <a:solidFill>
                            <a:srgbClr val="4590B8"/>
                          </a:solidFill>
                          <a:latin typeface="Consolas"/>
                          <a:cs typeface="Consolas"/>
                        </a:rPr>
                        <a:t>;</a:t>
                      </a:r>
                      <a:endParaRPr sz="1800">
                        <a:latin typeface="Consolas"/>
                        <a:cs typeface="Consolas"/>
                      </a:endParaRPr>
                    </a:p>
                  </a:txBody>
                  <a:tcPr marL="0" marR="0" marT="0" marB="0">
                    <a:lnT w="28575" cap="flat" cmpd="sng" algn="ctr">
                      <a:solidFill>
                        <a:srgbClr val="1A315F"/>
                      </a:solidFill>
                      <a:prstDash val="solid"/>
                      <a:round/>
                      <a:headEnd type="none" w="med" len="med"/>
                      <a:tailEnd type="none" w="med" len="med"/>
                    </a:lnT>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1A315F"/>
          </a:solidFill>
        </p:spPr>
        <p:txBody>
          <a:bodyPr vert="horz" wrap="square" lIns="0" tIns="188595" rIns="0" bIns="0" rtlCol="0">
            <a:spAutoFit/>
          </a:bodyPr>
          <a:lstStyle/>
          <a:p>
            <a:pPr marL="231775" marR="6082030">
              <a:lnSpc>
                <a:spcPct val="100000"/>
              </a:lnSpc>
              <a:spcBef>
                <a:spcPts val="1485"/>
              </a:spcBef>
            </a:pPr>
            <a:r>
              <a:rPr sz="2800" dirty="0">
                <a:solidFill>
                  <a:srgbClr val="FFFFFF"/>
                </a:solidFill>
              </a:rPr>
              <a:t>FLOW-</a:t>
            </a:r>
            <a:r>
              <a:rPr sz="2800" spc="190" dirty="0">
                <a:solidFill>
                  <a:srgbClr val="FFFFFF"/>
                </a:solidFill>
              </a:rPr>
              <a:t>CONTROL</a:t>
            </a:r>
            <a:r>
              <a:rPr sz="2800" spc="120" dirty="0">
                <a:solidFill>
                  <a:srgbClr val="FFFFFF"/>
                </a:solidFill>
              </a:rPr>
              <a:t> </a:t>
            </a:r>
            <a:r>
              <a:rPr sz="2800" spc="-20" dirty="0">
                <a:solidFill>
                  <a:srgbClr val="FFFFFF"/>
                </a:solidFill>
              </a:rPr>
              <a:t>STATEMENTS: </a:t>
            </a:r>
            <a:r>
              <a:rPr sz="2800" spc="-114" dirty="0">
                <a:solidFill>
                  <a:srgbClr val="FFFFFF"/>
                </a:solidFill>
              </a:rPr>
              <a:t>IF</a:t>
            </a:r>
            <a:r>
              <a:rPr sz="2800" spc="-95" dirty="0">
                <a:solidFill>
                  <a:srgbClr val="FFFFFF"/>
                </a:solidFill>
              </a:rPr>
              <a:t> </a:t>
            </a:r>
            <a:r>
              <a:rPr sz="2800" spc="-10" dirty="0">
                <a:solidFill>
                  <a:srgbClr val="FFFFFF"/>
                </a:solidFill>
              </a:rPr>
              <a:t>STATEMENT</a:t>
            </a:r>
            <a:endParaRPr sz="2800"/>
          </a:p>
        </p:txBody>
      </p:sp>
      <p:graphicFrame>
        <p:nvGraphicFramePr>
          <p:cNvPr id="3" name="object 3"/>
          <p:cNvGraphicFramePr>
            <a:graphicFrameLocks noGrp="1"/>
          </p:cNvGraphicFramePr>
          <p:nvPr/>
        </p:nvGraphicFramePr>
        <p:xfrm>
          <a:off x="1015847" y="3369206"/>
          <a:ext cx="6954516" cy="501650"/>
        </p:xfrm>
        <a:graphic>
          <a:graphicData uri="http://schemas.openxmlformats.org/drawingml/2006/table">
            <a:tbl>
              <a:tblPr firstRow="1" bandRow="1">
                <a:tableStyleId>{2D5ABB26-0587-4C30-8999-92F81FD0307C}</a:tableStyleId>
              </a:tblPr>
              <a:tblGrid>
                <a:gridCol w="1724025">
                  <a:extLst>
                    <a:ext uri="{9D8B030D-6E8A-4147-A177-3AD203B41FA5}">
                      <a16:colId xmlns:a16="http://schemas.microsoft.com/office/drawing/2014/main" val="20000"/>
                    </a:ext>
                  </a:extLst>
                </a:gridCol>
                <a:gridCol w="250189">
                  <a:extLst>
                    <a:ext uri="{9D8B030D-6E8A-4147-A177-3AD203B41FA5}">
                      <a16:colId xmlns:a16="http://schemas.microsoft.com/office/drawing/2014/main" val="20001"/>
                    </a:ext>
                  </a:extLst>
                </a:gridCol>
                <a:gridCol w="2004694">
                  <a:extLst>
                    <a:ext uri="{9D8B030D-6E8A-4147-A177-3AD203B41FA5}">
                      <a16:colId xmlns:a16="http://schemas.microsoft.com/office/drawing/2014/main" val="20002"/>
                    </a:ext>
                  </a:extLst>
                </a:gridCol>
                <a:gridCol w="751204">
                  <a:extLst>
                    <a:ext uri="{9D8B030D-6E8A-4147-A177-3AD203B41FA5}">
                      <a16:colId xmlns:a16="http://schemas.microsoft.com/office/drawing/2014/main" val="20003"/>
                    </a:ext>
                  </a:extLst>
                </a:gridCol>
                <a:gridCol w="2224404">
                  <a:extLst>
                    <a:ext uri="{9D8B030D-6E8A-4147-A177-3AD203B41FA5}">
                      <a16:colId xmlns:a16="http://schemas.microsoft.com/office/drawing/2014/main" val="20004"/>
                    </a:ext>
                  </a:extLst>
                </a:gridCol>
              </a:tblGrid>
              <a:tr h="250825">
                <a:tc>
                  <a:txBody>
                    <a:bodyPr/>
                    <a:lstStyle/>
                    <a:p>
                      <a:pPr marR="55880" algn="r">
                        <a:lnSpc>
                          <a:spcPts val="1695"/>
                        </a:lnSpc>
                      </a:pPr>
                      <a:r>
                        <a:rPr sz="1800" b="1" dirty="0">
                          <a:solidFill>
                            <a:srgbClr val="3C3C3C"/>
                          </a:solidFill>
                          <a:latin typeface="Consolas"/>
                          <a:cs typeface="Consolas"/>
                        </a:rPr>
                        <a:t>IF</a:t>
                      </a:r>
                      <a:r>
                        <a:rPr sz="1800" b="1" spc="-15" dirty="0">
                          <a:solidFill>
                            <a:srgbClr val="3C3C3C"/>
                          </a:solidFill>
                          <a:latin typeface="Consolas"/>
                          <a:cs typeface="Consolas"/>
                        </a:rPr>
                        <a:t> </a:t>
                      </a:r>
                      <a:r>
                        <a:rPr sz="1800" b="1" dirty="0">
                          <a:solidFill>
                            <a:srgbClr val="3C3C3C"/>
                          </a:solidFill>
                          <a:latin typeface="Consolas"/>
                          <a:cs typeface="Consolas"/>
                        </a:rPr>
                        <a:t>number</a:t>
                      </a:r>
                      <a:r>
                        <a:rPr sz="1800" b="1" spc="-15" dirty="0">
                          <a:solidFill>
                            <a:srgbClr val="3C3C3C"/>
                          </a:solidFill>
                          <a:latin typeface="Consolas"/>
                          <a:cs typeface="Consolas"/>
                        </a:rPr>
                        <a:t> </a:t>
                      </a:r>
                      <a:r>
                        <a:rPr sz="1800" b="1" dirty="0">
                          <a:solidFill>
                            <a:srgbClr val="3C3C3C"/>
                          </a:solidFill>
                          <a:latin typeface="Consolas"/>
                          <a:cs typeface="Consolas"/>
                        </a:rPr>
                        <a:t>%</a:t>
                      </a:r>
                      <a:r>
                        <a:rPr sz="1800" b="1" spc="-20" dirty="0">
                          <a:solidFill>
                            <a:srgbClr val="3C3C3C"/>
                          </a:solidFill>
                          <a:latin typeface="Consolas"/>
                          <a:cs typeface="Consolas"/>
                        </a:rPr>
                        <a:t> </a:t>
                      </a:r>
                      <a:r>
                        <a:rPr sz="1800" b="1" spc="-50" dirty="0">
                          <a:solidFill>
                            <a:srgbClr val="3C3C3C"/>
                          </a:solidFill>
                          <a:latin typeface="Consolas"/>
                          <a:cs typeface="Consolas"/>
                        </a:rPr>
                        <a:t>2</a:t>
                      </a:r>
                      <a:endParaRPr sz="1800">
                        <a:latin typeface="Consolas"/>
                        <a:cs typeface="Consolas"/>
                      </a:endParaRPr>
                    </a:p>
                  </a:txBody>
                  <a:tcPr marL="0" marR="0" marT="0" marB="0"/>
                </a:tc>
                <a:tc>
                  <a:txBody>
                    <a:bodyPr/>
                    <a:lstStyle/>
                    <a:p>
                      <a:pPr algn="ctr">
                        <a:lnSpc>
                          <a:spcPts val="1695"/>
                        </a:lnSpc>
                      </a:pPr>
                      <a:r>
                        <a:rPr sz="1800" b="1" spc="-50" dirty="0">
                          <a:solidFill>
                            <a:srgbClr val="3C3C3C"/>
                          </a:solidFill>
                          <a:latin typeface="Consolas"/>
                          <a:cs typeface="Consolas"/>
                        </a:rPr>
                        <a:t>=</a:t>
                      </a:r>
                      <a:endParaRPr sz="1800">
                        <a:latin typeface="Consolas"/>
                        <a:cs typeface="Consolas"/>
                      </a:endParaRPr>
                    </a:p>
                  </a:txBody>
                  <a:tcPr marL="0" marR="0" marT="0" marB="0"/>
                </a:tc>
                <a:tc>
                  <a:txBody>
                    <a:bodyPr/>
                    <a:lstStyle/>
                    <a:p>
                      <a:pPr marL="61594">
                        <a:lnSpc>
                          <a:spcPts val="1695"/>
                        </a:lnSpc>
                      </a:pPr>
                      <a:r>
                        <a:rPr sz="1800" b="1" dirty="0">
                          <a:solidFill>
                            <a:srgbClr val="3C3C3C"/>
                          </a:solidFill>
                          <a:latin typeface="Consolas"/>
                          <a:cs typeface="Consolas"/>
                        </a:rPr>
                        <a:t>0</a:t>
                      </a:r>
                      <a:r>
                        <a:rPr sz="1800" b="1" spc="-5" dirty="0">
                          <a:solidFill>
                            <a:srgbClr val="3C3C3C"/>
                          </a:solidFill>
                          <a:latin typeface="Consolas"/>
                          <a:cs typeface="Consolas"/>
                        </a:rPr>
                        <a:t> </a:t>
                      </a:r>
                      <a:r>
                        <a:rPr sz="1800" b="1" spc="-20" dirty="0">
                          <a:solidFill>
                            <a:srgbClr val="3C3C3C"/>
                          </a:solidFill>
                          <a:latin typeface="Consolas"/>
                          <a:cs typeface="Consolas"/>
                        </a:rPr>
                        <a:t>THEN</a:t>
                      </a:r>
                      <a:endParaRPr sz="1800">
                        <a:latin typeface="Consolas"/>
                        <a:cs typeface="Consolas"/>
                      </a:endParaRPr>
                    </a:p>
                  </a:txBody>
                  <a:tcPr marL="0" marR="0" marT="0" marB="0"/>
                </a:tc>
                <a:tc gridSpan="2">
                  <a:txBody>
                    <a:bodyPr/>
                    <a:lstStyle/>
                    <a:p>
                      <a:pPr>
                        <a:lnSpc>
                          <a:spcPct val="100000"/>
                        </a:lnSpc>
                      </a:pPr>
                      <a:endParaRPr sz="1500">
                        <a:latin typeface="Times New Roman"/>
                        <a:cs typeface="Times New Roman"/>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250825">
                <a:tc>
                  <a:txBody>
                    <a:bodyPr/>
                    <a:lstStyle/>
                    <a:p>
                      <a:pPr marR="54610" algn="r">
                        <a:lnSpc>
                          <a:spcPts val="1875"/>
                        </a:lnSpc>
                      </a:pPr>
                      <a:r>
                        <a:rPr sz="1800" b="1" dirty="0">
                          <a:solidFill>
                            <a:srgbClr val="3C3C3C"/>
                          </a:solidFill>
                          <a:latin typeface="Consolas"/>
                          <a:cs typeface="Consolas"/>
                        </a:rPr>
                        <a:t>SET</a:t>
                      </a:r>
                      <a:r>
                        <a:rPr sz="1800" b="1" spc="-20" dirty="0">
                          <a:solidFill>
                            <a:srgbClr val="3C3C3C"/>
                          </a:solidFill>
                          <a:latin typeface="Consolas"/>
                          <a:cs typeface="Consolas"/>
                        </a:rPr>
                        <a:t> </a:t>
                      </a:r>
                      <a:r>
                        <a:rPr sz="1800" b="1" spc="-10" dirty="0">
                          <a:solidFill>
                            <a:srgbClr val="3C3C3C"/>
                          </a:solidFill>
                          <a:latin typeface="Consolas"/>
                          <a:cs typeface="Consolas"/>
                        </a:rPr>
                        <a:t>output</a:t>
                      </a:r>
                      <a:endParaRPr sz="1800">
                        <a:latin typeface="Consolas"/>
                        <a:cs typeface="Consolas"/>
                      </a:endParaRPr>
                    </a:p>
                  </a:txBody>
                  <a:tcPr marL="0" marR="0" marT="0" marB="0"/>
                </a:tc>
                <a:tc>
                  <a:txBody>
                    <a:bodyPr/>
                    <a:lstStyle/>
                    <a:p>
                      <a:pPr marL="635" algn="ctr">
                        <a:lnSpc>
                          <a:spcPts val="1875"/>
                        </a:lnSpc>
                      </a:pPr>
                      <a:r>
                        <a:rPr sz="1800" b="1" spc="-50" dirty="0">
                          <a:solidFill>
                            <a:srgbClr val="3C3C3C"/>
                          </a:solidFill>
                          <a:latin typeface="Consolas"/>
                          <a:cs typeface="Consolas"/>
                        </a:rPr>
                        <a:t>=</a:t>
                      </a:r>
                      <a:endParaRPr sz="1800">
                        <a:latin typeface="Consolas"/>
                        <a:cs typeface="Consolas"/>
                      </a:endParaRPr>
                    </a:p>
                  </a:txBody>
                  <a:tcPr marL="0" marR="0" marT="0" marB="0"/>
                </a:tc>
                <a:tc>
                  <a:txBody>
                    <a:bodyPr/>
                    <a:lstStyle/>
                    <a:p>
                      <a:pPr marL="62230">
                        <a:lnSpc>
                          <a:spcPts val="1875"/>
                        </a:lnSpc>
                      </a:pPr>
                      <a:r>
                        <a:rPr sz="1800" b="1" spc="-10" dirty="0">
                          <a:solidFill>
                            <a:srgbClr val="3C3C3C"/>
                          </a:solidFill>
                          <a:latin typeface="Consolas"/>
                          <a:cs typeface="Consolas"/>
                        </a:rPr>
                        <a:t>CONCAT(number,‘</a:t>
                      </a:r>
                      <a:endParaRPr sz="1800">
                        <a:latin typeface="Consolas"/>
                        <a:cs typeface="Consolas"/>
                      </a:endParaRPr>
                    </a:p>
                  </a:txBody>
                  <a:tcPr marL="0" marR="0" marT="0" marB="0"/>
                </a:tc>
                <a:tc>
                  <a:txBody>
                    <a:bodyPr/>
                    <a:lstStyle/>
                    <a:p>
                      <a:pPr marL="61594">
                        <a:lnSpc>
                          <a:spcPts val="1875"/>
                        </a:lnSpc>
                      </a:pPr>
                      <a:r>
                        <a:rPr sz="1800" b="1" spc="-10" dirty="0">
                          <a:solidFill>
                            <a:srgbClr val="3C3C3C"/>
                          </a:solidFill>
                          <a:latin typeface="Consolas"/>
                          <a:cs typeface="Consolas"/>
                        </a:rPr>
                        <a:t>’,‘is</a:t>
                      </a:r>
                      <a:endParaRPr sz="1800">
                        <a:latin typeface="Consolas"/>
                        <a:cs typeface="Consolas"/>
                      </a:endParaRPr>
                    </a:p>
                  </a:txBody>
                  <a:tcPr marL="0" marR="0" marT="0" marB="0"/>
                </a:tc>
                <a:tc>
                  <a:txBody>
                    <a:bodyPr/>
                    <a:lstStyle/>
                    <a:p>
                      <a:pPr marL="62230">
                        <a:lnSpc>
                          <a:spcPts val="1875"/>
                        </a:lnSpc>
                      </a:pPr>
                      <a:r>
                        <a:rPr sz="1800" b="1" dirty="0">
                          <a:solidFill>
                            <a:srgbClr val="3C3C3C"/>
                          </a:solidFill>
                          <a:latin typeface="Consolas"/>
                          <a:cs typeface="Consolas"/>
                        </a:rPr>
                        <a:t>an</a:t>
                      </a:r>
                      <a:r>
                        <a:rPr sz="1800" b="1" spc="-15" dirty="0">
                          <a:solidFill>
                            <a:srgbClr val="3C3C3C"/>
                          </a:solidFill>
                          <a:latin typeface="Consolas"/>
                          <a:cs typeface="Consolas"/>
                        </a:rPr>
                        <a:t> </a:t>
                      </a:r>
                      <a:r>
                        <a:rPr sz="1800" b="1" dirty="0">
                          <a:solidFill>
                            <a:srgbClr val="3C3C3C"/>
                          </a:solidFill>
                          <a:latin typeface="Consolas"/>
                          <a:cs typeface="Consolas"/>
                        </a:rPr>
                        <a:t>even</a:t>
                      </a:r>
                      <a:r>
                        <a:rPr sz="1800" b="1" spc="-15" dirty="0">
                          <a:solidFill>
                            <a:srgbClr val="3C3C3C"/>
                          </a:solidFill>
                          <a:latin typeface="Consolas"/>
                          <a:cs typeface="Consolas"/>
                        </a:rPr>
                        <a:t> </a:t>
                      </a:r>
                      <a:r>
                        <a:rPr sz="1800" b="1" spc="-10" dirty="0">
                          <a:solidFill>
                            <a:srgbClr val="3C3C3C"/>
                          </a:solidFill>
                          <a:latin typeface="Consolas"/>
                          <a:cs typeface="Consolas"/>
                        </a:rPr>
                        <a:t>number’);</a:t>
                      </a:r>
                      <a:endParaRPr sz="1800">
                        <a:latin typeface="Consolas"/>
                        <a:cs typeface="Consolas"/>
                      </a:endParaRPr>
                    </a:p>
                  </a:txBody>
                  <a:tcPr marL="0" marR="0" marT="0" marB="0"/>
                </a:tc>
                <a:extLst>
                  <a:ext uri="{0D108BD9-81ED-4DB2-BD59-A6C34878D82A}">
                    <a16:rowId xmlns:a16="http://schemas.microsoft.com/office/drawing/2014/main" val="10001"/>
                  </a:ext>
                </a:extLst>
              </a:tr>
            </a:tbl>
          </a:graphicData>
        </a:graphic>
      </p:graphicFrame>
      <p:sp>
        <p:nvSpPr>
          <p:cNvPr id="4" name="object 4"/>
          <p:cNvSpPr txBox="1"/>
          <p:nvPr/>
        </p:nvSpPr>
        <p:spPr>
          <a:xfrm>
            <a:off x="659993" y="2199843"/>
            <a:ext cx="7169784" cy="222123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4590B8"/>
                </a:solidFill>
                <a:latin typeface="Consolas"/>
                <a:cs typeface="Consolas"/>
              </a:rPr>
              <a:t>CREATE</a:t>
            </a:r>
            <a:r>
              <a:rPr sz="1800" b="1" spc="-55" dirty="0">
                <a:solidFill>
                  <a:srgbClr val="4590B8"/>
                </a:solidFill>
                <a:latin typeface="Consolas"/>
                <a:cs typeface="Consolas"/>
              </a:rPr>
              <a:t> </a:t>
            </a:r>
            <a:r>
              <a:rPr sz="1800" b="1" dirty="0">
                <a:solidFill>
                  <a:srgbClr val="4590B8"/>
                </a:solidFill>
                <a:latin typeface="Consolas"/>
                <a:cs typeface="Consolas"/>
              </a:rPr>
              <a:t>PROCEDURE</a:t>
            </a:r>
            <a:r>
              <a:rPr sz="1800" b="1" spc="-35" dirty="0">
                <a:solidFill>
                  <a:srgbClr val="4590B8"/>
                </a:solidFill>
                <a:latin typeface="Consolas"/>
                <a:cs typeface="Consolas"/>
              </a:rPr>
              <a:t> </a:t>
            </a:r>
            <a:r>
              <a:rPr sz="1800" b="1" dirty="0">
                <a:solidFill>
                  <a:srgbClr val="3C3C3C"/>
                </a:solidFill>
                <a:latin typeface="Consolas"/>
                <a:cs typeface="Consolas"/>
              </a:rPr>
              <a:t>odd_or_even</a:t>
            </a:r>
            <a:r>
              <a:rPr sz="1800" b="1" spc="-35" dirty="0">
                <a:solidFill>
                  <a:srgbClr val="3C3C3C"/>
                </a:solidFill>
                <a:latin typeface="Consolas"/>
                <a:cs typeface="Consolas"/>
              </a:rPr>
              <a:t> </a:t>
            </a:r>
            <a:r>
              <a:rPr sz="1800" b="1" dirty="0">
                <a:solidFill>
                  <a:srgbClr val="4590B8"/>
                </a:solidFill>
                <a:latin typeface="Consolas"/>
                <a:cs typeface="Consolas"/>
              </a:rPr>
              <a:t>(</a:t>
            </a:r>
            <a:r>
              <a:rPr sz="1800" b="1" spc="-45" dirty="0">
                <a:solidFill>
                  <a:srgbClr val="4590B8"/>
                </a:solidFill>
                <a:latin typeface="Consolas"/>
                <a:cs typeface="Consolas"/>
              </a:rPr>
              <a:t> </a:t>
            </a:r>
            <a:r>
              <a:rPr sz="1800" b="1" dirty="0">
                <a:solidFill>
                  <a:srgbClr val="3C3C3C"/>
                </a:solidFill>
                <a:latin typeface="Consolas"/>
                <a:cs typeface="Consolas"/>
              </a:rPr>
              <a:t>IN</a:t>
            </a:r>
            <a:r>
              <a:rPr sz="1800" b="1" spc="-45" dirty="0">
                <a:solidFill>
                  <a:srgbClr val="3C3C3C"/>
                </a:solidFill>
                <a:latin typeface="Consolas"/>
                <a:cs typeface="Consolas"/>
              </a:rPr>
              <a:t> </a:t>
            </a:r>
            <a:r>
              <a:rPr sz="1800" b="1" dirty="0">
                <a:solidFill>
                  <a:srgbClr val="3C3C3C"/>
                </a:solidFill>
                <a:latin typeface="Consolas"/>
                <a:cs typeface="Consolas"/>
              </a:rPr>
              <a:t>number</a:t>
            </a:r>
            <a:r>
              <a:rPr sz="1800" b="1" spc="-45" dirty="0">
                <a:solidFill>
                  <a:srgbClr val="3C3C3C"/>
                </a:solidFill>
                <a:latin typeface="Consolas"/>
                <a:cs typeface="Consolas"/>
              </a:rPr>
              <a:t> </a:t>
            </a:r>
            <a:r>
              <a:rPr sz="1800" b="1" dirty="0">
                <a:solidFill>
                  <a:srgbClr val="3C3C3C"/>
                </a:solidFill>
                <a:latin typeface="Consolas"/>
                <a:cs typeface="Consolas"/>
              </a:rPr>
              <a:t>INTEGER</a:t>
            </a:r>
            <a:r>
              <a:rPr sz="1800" b="1" spc="-30" dirty="0">
                <a:solidFill>
                  <a:srgbClr val="3C3C3C"/>
                </a:solidFill>
                <a:latin typeface="Consolas"/>
                <a:cs typeface="Consolas"/>
              </a:rPr>
              <a:t> </a:t>
            </a:r>
            <a:r>
              <a:rPr sz="1800" b="1" spc="-50" dirty="0">
                <a:solidFill>
                  <a:srgbClr val="4590B8"/>
                </a:solidFill>
                <a:latin typeface="Consolas"/>
                <a:cs typeface="Consolas"/>
              </a:rPr>
              <a:t>)</a:t>
            </a:r>
            <a:endParaRPr sz="1800">
              <a:latin typeface="Consolas"/>
              <a:cs typeface="Consolas"/>
            </a:endParaRPr>
          </a:p>
          <a:p>
            <a:pPr marL="12700">
              <a:lnSpc>
                <a:spcPct val="100000"/>
              </a:lnSpc>
              <a:spcBef>
                <a:spcPts val="5"/>
              </a:spcBef>
            </a:pPr>
            <a:r>
              <a:rPr sz="1800" b="1" spc="-10" dirty="0">
                <a:solidFill>
                  <a:srgbClr val="4590B8"/>
                </a:solidFill>
                <a:latin typeface="Consolas"/>
                <a:cs typeface="Consolas"/>
              </a:rPr>
              <a:t>BEGIN</a:t>
            </a:r>
            <a:endParaRPr sz="1800">
              <a:latin typeface="Consolas"/>
              <a:cs typeface="Consolas"/>
            </a:endParaRPr>
          </a:p>
          <a:p>
            <a:pPr marL="387350">
              <a:lnSpc>
                <a:spcPct val="100000"/>
              </a:lnSpc>
            </a:pPr>
            <a:r>
              <a:rPr sz="1800" b="1" dirty="0">
                <a:solidFill>
                  <a:srgbClr val="3C3C3C"/>
                </a:solidFill>
                <a:latin typeface="Consolas"/>
                <a:cs typeface="Consolas"/>
              </a:rPr>
              <a:t>DECLARE</a:t>
            </a:r>
            <a:r>
              <a:rPr sz="1800" b="1" spc="-45" dirty="0">
                <a:solidFill>
                  <a:srgbClr val="3C3C3C"/>
                </a:solidFill>
                <a:latin typeface="Consolas"/>
                <a:cs typeface="Consolas"/>
              </a:rPr>
              <a:t> </a:t>
            </a:r>
            <a:r>
              <a:rPr sz="1800" b="1" dirty="0">
                <a:solidFill>
                  <a:srgbClr val="3C3C3C"/>
                </a:solidFill>
                <a:latin typeface="Consolas"/>
                <a:cs typeface="Consolas"/>
              </a:rPr>
              <a:t>output</a:t>
            </a:r>
            <a:r>
              <a:rPr sz="1800" b="1" spc="-25" dirty="0">
                <a:solidFill>
                  <a:srgbClr val="3C3C3C"/>
                </a:solidFill>
                <a:latin typeface="Consolas"/>
                <a:cs typeface="Consolas"/>
              </a:rPr>
              <a:t> </a:t>
            </a:r>
            <a:r>
              <a:rPr sz="1800" b="1" spc="-10" dirty="0">
                <a:solidFill>
                  <a:srgbClr val="3C3C3C"/>
                </a:solidFill>
                <a:latin typeface="Consolas"/>
                <a:cs typeface="Consolas"/>
              </a:rPr>
              <a:t>VARCHAR(255);</a:t>
            </a:r>
            <a:endParaRPr sz="1800">
              <a:latin typeface="Consolas"/>
              <a:cs typeface="Consolas"/>
            </a:endParaRPr>
          </a:p>
          <a:p>
            <a:pPr marL="387350">
              <a:lnSpc>
                <a:spcPct val="100000"/>
              </a:lnSpc>
            </a:pPr>
            <a:r>
              <a:rPr sz="1800" b="1" dirty="0">
                <a:solidFill>
                  <a:srgbClr val="3C3C3C"/>
                </a:solidFill>
                <a:latin typeface="Consolas"/>
                <a:cs typeface="Consolas"/>
              </a:rPr>
              <a:t>SET</a:t>
            </a:r>
            <a:r>
              <a:rPr sz="1800" b="1" spc="-25" dirty="0">
                <a:solidFill>
                  <a:srgbClr val="3C3C3C"/>
                </a:solidFill>
                <a:latin typeface="Consolas"/>
                <a:cs typeface="Consolas"/>
              </a:rPr>
              <a:t> </a:t>
            </a:r>
            <a:r>
              <a:rPr sz="1800" b="1" dirty="0">
                <a:solidFill>
                  <a:srgbClr val="3C3C3C"/>
                </a:solidFill>
                <a:latin typeface="Consolas"/>
                <a:cs typeface="Consolas"/>
              </a:rPr>
              <a:t>output</a:t>
            </a:r>
            <a:r>
              <a:rPr sz="1800" b="1" spc="-20" dirty="0">
                <a:solidFill>
                  <a:srgbClr val="3C3C3C"/>
                </a:solidFill>
                <a:latin typeface="Consolas"/>
                <a:cs typeface="Consolas"/>
              </a:rPr>
              <a:t> </a:t>
            </a:r>
            <a:r>
              <a:rPr sz="1800" b="1" dirty="0">
                <a:solidFill>
                  <a:srgbClr val="3C3C3C"/>
                </a:solidFill>
                <a:latin typeface="Consolas"/>
                <a:cs typeface="Consolas"/>
              </a:rPr>
              <a:t>=</a:t>
            </a:r>
            <a:r>
              <a:rPr sz="1800" b="1" spc="-20" dirty="0">
                <a:solidFill>
                  <a:srgbClr val="3C3C3C"/>
                </a:solidFill>
                <a:latin typeface="Consolas"/>
                <a:cs typeface="Consolas"/>
              </a:rPr>
              <a:t> </a:t>
            </a:r>
            <a:r>
              <a:rPr sz="1800" b="1" spc="-25" dirty="0">
                <a:solidFill>
                  <a:srgbClr val="3C3C3C"/>
                </a:solidFill>
                <a:latin typeface="Consolas"/>
                <a:cs typeface="Consolas"/>
              </a:rPr>
              <a:t>‘’;</a:t>
            </a:r>
            <a:endParaRPr sz="1800">
              <a:latin typeface="Consolas"/>
              <a:cs typeface="Consolas"/>
            </a:endParaRPr>
          </a:p>
          <a:p>
            <a:pPr>
              <a:lnSpc>
                <a:spcPct val="100000"/>
              </a:lnSpc>
            </a:pPr>
            <a:endParaRPr sz="1800">
              <a:latin typeface="Consolas"/>
              <a:cs typeface="Consolas"/>
            </a:endParaRPr>
          </a:p>
          <a:p>
            <a:pPr>
              <a:lnSpc>
                <a:spcPct val="100000"/>
              </a:lnSpc>
              <a:spcBef>
                <a:spcPts val="105"/>
              </a:spcBef>
            </a:pPr>
            <a:endParaRPr sz="1800">
              <a:latin typeface="Consolas"/>
              <a:cs typeface="Consolas"/>
            </a:endParaRPr>
          </a:p>
          <a:p>
            <a:pPr marL="387350">
              <a:lnSpc>
                <a:spcPct val="100000"/>
              </a:lnSpc>
            </a:pPr>
            <a:r>
              <a:rPr sz="1800" b="1" spc="-20" dirty="0">
                <a:solidFill>
                  <a:srgbClr val="3C3C3C"/>
                </a:solidFill>
                <a:latin typeface="Consolas"/>
                <a:cs typeface="Consolas"/>
              </a:rPr>
              <a:t>ELSE</a:t>
            </a:r>
            <a:endParaRPr sz="1800">
              <a:latin typeface="Consolas"/>
              <a:cs typeface="Consolas"/>
            </a:endParaRPr>
          </a:p>
          <a:p>
            <a:pPr marL="763905">
              <a:lnSpc>
                <a:spcPct val="100000"/>
              </a:lnSpc>
            </a:pPr>
            <a:r>
              <a:rPr sz="1800" b="1" dirty="0">
                <a:solidFill>
                  <a:srgbClr val="3C3C3C"/>
                </a:solidFill>
                <a:latin typeface="Consolas"/>
                <a:cs typeface="Consolas"/>
              </a:rPr>
              <a:t>SET</a:t>
            </a:r>
            <a:r>
              <a:rPr sz="1800" b="1" spc="-30" dirty="0">
                <a:solidFill>
                  <a:srgbClr val="3C3C3C"/>
                </a:solidFill>
                <a:latin typeface="Consolas"/>
                <a:cs typeface="Consolas"/>
              </a:rPr>
              <a:t> </a:t>
            </a:r>
            <a:r>
              <a:rPr sz="1800" b="1" dirty="0">
                <a:solidFill>
                  <a:srgbClr val="3C3C3C"/>
                </a:solidFill>
                <a:latin typeface="Consolas"/>
                <a:cs typeface="Consolas"/>
              </a:rPr>
              <a:t>output</a:t>
            </a:r>
            <a:r>
              <a:rPr sz="1800" b="1" spc="-20" dirty="0">
                <a:solidFill>
                  <a:srgbClr val="3C3C3C"/>
                </a:solidFill>
                <a:latin typeface="Consolas"/>
                <a:cs typeface="Consolas"/>
              </a:rPr>
              <a:t> </a:t>
            </a:r>
            <a:r>
              <a:rPr sz="1800" b="1" dirty="0">
                <a:solidFill>
                  <a:srgbClr val="3C3C3C"/>
                </a:solidFill>
                <a:latin typeface="Consolas"/>
                <a:cs typeface="Consolas"/>
              </a:rPr>
              <a:t>=</a:t>
            </a:r>
            <a:r>
              <a:rPr sz="1800" b="1" spc="-30" dirty="0">
                <a:solidFill>
                  <a:srgbClr val="3C3C3C"/>
                </a:solidFill>
                <a:latin typeface="Consolas"/>
                <a:cs typeface="Consolas"/>
              </a:rPr>
              <a:t> </a:t>
            </a:r>
            <a:r>
              <a:rPr sz="1800" b="1" dirty="0">
                <a:solidFill>
                  <a:srgbClr val="3C3C3C"/>
                </a:solidFill>
                <a:latin typeface="Consolas"/>
                <a:cs typeface="Consolas"/>
              </a:rPr>
              <a:t>CONCAT(number,‘</a:t>
            </a:r>
            <a:r>
              <a:rPr sz="1800" b="1" spc="-30" dirty="0">
                <a:solidFill>
                  <a:srgbClr val="3C3C3C"/>
                </a:solidFill>
                <a:latin typeface="Consolas"/>
                <a:cs typeface="Consolas"/>
              </a:rPr>
              <a:t> </a:t>
            </a:r>
            <a:r>
              <a:rPr sz="1800" b="1" dirty="0">
                <a:solidFill>
                  <a:srgbClr val="3C3C3C"/>
                </a:solidFill>
                <a:latin typeface="Consolas"/>
                <a:cs typeface="Consolas"/>
              </a:rPr>
              <a:t>’,‘is</a:t>
            </a:r>
            <a:r>
              <a:rPr sz="1800" b="1" spc="-20" dirty="0">
                <a:solidFill>
                  <a:srgbClr val="3C3C3C"/>
                </a:solidFill>
                <a:latin typeface="Consolas"/>
                <a:cs typeface="Consolas"/>
              </a:rPr>
              <a:t> </a:t>
            </a:r>
            <a:r>
              <a:rPr sz="1800" b="1" dirty="0">
                <a:solidFill>
                  <a:srgbClr val="3C3C3C"/>
                </a:solidFill>
                <a:latin typeface="Consolas"/>
                <a:cs typeface="Consolas"/>
              </a:rPr>
              <a:t>an</a:t>
            </a:r>
            <a:r>
              <a:rPr sz="1800" b="1" spc="-20" dirty="0">
                <a:solidFill>
                  <a:srgbClr val="3C3C3C"/>
                </a:solidFill>
                <a:latin typeface="Consolas"/>
                <a:cs typeface="Consolas"/>
              </a:rPr>
              <a:t> </a:t>
            </a:r>
            <a:r>
              <a:rPr sz="1800" b="1" dirty="0">
                <a:solidFill>
                  <a:srgbClr val="3C3C3C"/>
                </a:solidFill>
                <a:latin typeface="Consolas"/>
                <a:cs typeface="Consolas"/>
              </a:rPr>
              <a:t>odd</a:t>
            </a:r>
            <a:r>
              <a:rPr sz="1800" b="1" spc="-20" dirty="0">
                <a:solidFill>
                  <a:srgbClr val="3C3C3C"/>
                </a:solidFill>
                <a:latin typeface="Consolas"/>
                <a:cs typeface="Consolas"/>
              </a:rPr>
              <a:t> </a:t>
            </a:r>
            <a:r>
              <a:rPr sz="1800" b="1" spc="-10" dirty="0">
                <a:solidFill>
                  <a:srgbClr val="3C3C3C"/>
                </a:solidFill>
                <a:latin typeface="Consolas"/>
                <a:cs typeface="Consolas"/>
              </a:rPr>
              <a:t>number’);</a:t>
            </a:r>
            <a:endParaRPr sz="1800">
              <a:latin typeface="Consolas"/>
              <a:cs typeface="Consolas"/>
            </a:endParaRPr>
          </a:p>
        </p:txBody>
      </p:sp>
      <p:sp>
        <p:nvSpPr>
          <p:cNvPr id="5" name="object 5"/>
          <p:cNvSpPr txBox="1"/>
          <p:nvPr/>
        </p:nvSpPr>
        <p:spPr>
          <a:xfrm>
            <a:off x="659993" y="4395342"/>
            <a:ext cx="4035425" cy="848360"/>
          </a:xfrm>
          <a:prstGeom prst="rect">
            <a:avLst/>
          </a:prstGeom>
        </p:spPr>
        <p:txBody>
          <a:bodyPr vert="horz" wrap="square" lIns="0" tIns="12700" rIns="0" bIns="0" rtlCol="0">
            <a:spAutoFit/>
          </a:bodyPr>
          <a:lstStyle/>
          <a:p>
            <a:pPr marL="387350">
              <a:lnSpc>
                <a:spcPct val="100000"/>
              </a:lnSpc>
              <a:spcBef>
                <a:spcPts val="100"/>
              </a:spcBef>
            </a:pPr>
            <a:r>
              <a:rPr sz="1800" b="1" dirty="0">
                <a:solidFill>
                  <a:srgbClr val="3C3C3C"/>
                </a:solidFill>
                <a:latin typeface="Consolas"/>
                <a:cs typeface="Consolas"/>
              </a:rPr>
              <a:t>END</a:t>
            </a:r>
            <a:r>
              <a:rPr sz="1800" b="1" spc="-20" dirty="0">
                <a:solidFill>
                  <a:srgbClr val="3C3C3C"/>
                </a:solidFill>
                <a:latin typeface="Consolas"/>
                <a:cs typeface="Consolas"/>
              </a:rPr>
              <a:t> </a:t>
            </a:r>
            <a:r>
              <a:rPr sz="1800" b="1" spc="-25" dirty="0">
                <a:solidFill>
                  <a:srgbClr val="3C3C3C"/>
                </a:solidFill>
                <a:latin typeface="Consolas"/>
                <a:cs typeface="Consolas"/>
              </a:rPr>
              <a:t>IF;</a:t>
            </a:r>
            <a:endParaRPr sz="1800">
              <a:latin typeface="Consolas"/>
              <a:cs typeface="Consolas"/>
            </a:endParaRPr>
          </a:p>
          <a:p>
            <a:pPr marL="387350">
              <a:lnSpc>
                <a:spcPct val="100000"/>
              </a:lnSpc>
            </a:pPr>
            <a:r>
              <a:rPr sz="1800" b="1" dirty="0">
                <a:solidFill>
                  <a:srgbClr val="3C3C3C"/>
                </a:solidFill>
                <a:latin typeface="Consolas"/>
                <a:cs typeface="Consolas"/>
              </a:rPr>
              <a:t>SELECT</a:t>
            </a:r>
            <a:r>
              <a:rPr sz="1800" b="1" spc="-40" dirty="0">
                <a:solidFill>
                  <a:srgbClr val="3C3C3C"/>
                </a:solidFill>
                <a:latin typeface="Consolas"/>
                <a:cs typeface="Consolas"/>
              </a:rPr>
              <a:t> </a:t>
            </a:r>
            <a:r>
              <a:rPr sz="1800" b="1" dirty="0">
                <a:solidFill>
                  <a:srgbClr val="3C3C3C"/>
                </a:solidFill>
                <a:latin typeface="Consolas"/>
                <a:cs typeface="Consolas"/>
              </a:rPr>
              <a:t>output</a:t>
            </a:r>
            <a:r>
              <a:rPr sz="1800" b="1" spc="-15" dirty="0">
                <a:solidFill>
                  <a:srgbClr val="3C3C3C"/>
                </a:solidFill>
                <a:latin typeface="Consolas"/>
                <a:cs typeface="Consolas"/>
              </a:rPr>
              <a:t> </a:t>
            </a:r>
            <a:r>
              <a:rPr sz="1800" b="1" dirty="0">
                <a:solidFill>
                  <a:srgbClr val="3C3C3C"/>
                </a:solidFill>
                <a:latin typeface="Consolas"/>
                <a:cs typeface="Consolas"/>
              </a:rPr>
              <a:t>“Odd</a:t>
            </a:r>
            <a:r>
              <a:rPr sz="1800" b="1" spc="-30" dirty="0">
                <a:solidFill>
                  <a:srgbClr val="3C3C3C"/>
                </a:solidFill>
                <a:latin typeface="Consolas"/>
                <a:cs typeface="Consolas"/>
              </a:rPr>
              <a:t> </a:t>
            </a:r>
            <a:r>
              <a:rPr sz="1800" b="1" dirty="0">
                <a:solidFill>
                  <a:srgbClr val="3C3C3C"/>
                </a:solidFill>
                <a:latin typeface="Consolas"/>
                <a:cs typeface="Consolas"/>
              </a:rPr>
              <a:t>Or</a:t>
            </a:r>
            <a:r>
              <a:rPr sz="1800" b="1" spc="-15" dirty="0">
                <a:solidFill>
                  <a:srgbClr val="3C3C3C"/>
                </a:solidFill>
                <a:latin typeface="Consolas"/>
                <a:cs typeface="Consolas"/>
              </a:rPr>
              <a:t> </a:t>
            </a:r>
            <a:r>
              <a:rPr sz="1800" b="1" spc="-10" dirty="0">
                <a:solidFill>
                  <a:srgbClr val="3C3C3C"/>
                </a:solidFill>
                <a:latin typeface="Consolas"/>
                <a:cs typeface="Consolas"/>
              </a:rPr>
              <a:t>Even?”;</a:t>
            </a:r>
            <a:endParaRPr sz="1800">
              <a:latin typeface="Consolas"/>
              <a:cs typeface="Consolas"/>
            </a:endParaRPr>
          </a:p>
          <a:p>
            <a:pPr marL="12700">
              <a:lnSpc>
                <a:spcPct val="100000"/>
              </a:lnSpc>
            </a:pPr>
            <a:r>
              <a:rPr sz="1800" b="1" spc="-25" dirty="0">
                <a:solidFill>
                  <a:srgbClr val="4590B8"/>
                </a:solidFill>
                <a:latin typeface="Consolas"/>
                <a:cs typeface="Consolas"/>
              </a:rPr>
              <a:t>END</a:t>
            </a:r>
            <a:endParaRPr sz="1800">
              <a:latin typeface="Consolas"/>
              <a:cs typeface="Consolas"/>
            </a:endParaRPr>
          </a:p>
        </p:txBody>
      </p:sp>
      <p:sp>
        <p:nvSpPr>
          <p:cNvPr id="6" name="object 6"/>
          <p:cNvSpPr txBox="1"/>
          <p:nvPr/>
        </p:nvSpPr>
        <p:spPr>
          <a:xfrm>
            <a:off x="6020561" y="4638294"/>
            <a:ext cx="5591810" cy="1755775"/>
          </a:xfrm>
          <a:prstGeom prst="rect">
            <a:avLst/>
          </a:prstGeom>
          <a:ln w="28575">
            <a:solidFill>
              <a:srgbClr val="1A315F"/>
            </a:solidFill>
          </a:ln>
        </p:spPr>
        <p:txBody>
          <a:bodyPr vert="horz" wrap="square" lIns="0" tIns="32384" rIns="0" bIns="0" rtlCol="0">
            <a:spAutoFit/>
          </a:bodyPr>
          <a:lstStyle/>
          <a:p>
            <a:pPr marL="91440">
              <a:lnSpc>
                <a:spcPct val="100000"/>
              </a:lnSpc>
              <a:spcBef>
                <a:spcPts val="254"/>
              </a:spcBef>
            </a:pPr>
            <a:r>
              <a:rPr sz="1800" b="1" dirty="0">
                <a:solidFill>
                  <a:srgbClr val="4590B8"/>
                </a:solidFill>
                <a:latin typeface="Consolas"/>
                <a:cs typeface="Consolas"/>
              </a:rPr>
              <a:t>IF</a:t>
            </a:r>
            <a:r>
              <a:rPr sz="1800" b="1" spc="-50" dirty="0">
                <a:solidFill>
                  <a:srgbClr val="4590B8"/>
                </a:solidFill>
                <a:latin typeface="Consolas"/>
                <a:cs typeface="Consolas"/>
              </a:rPr>
              <a:t> </a:t>
            </a:r>
            <a:r>
              <a:rPr sz="1800" b="1" dirty="0">
                <a:latin typeface="Consolas"/>
                <a:cs typeface="Consolas"/>
              </a:rPr>
              <a:t>condition</a:t>
            </a:r>
            <a:r>
              <a:rPr sz="1800" b="1" spc="-25" dirty="0">
                <a:latin typeface="Consolas"/>
                <a:cs typeface="Consolas"/>
              </a:rPr>
              <a:t> </a:t>
            </a:r>
            <a:r>
              <a:rPr sz="1800" b="1" dirty="0">
                <a:solidFill>
                  <a:srgbClr val="4590B8"/>
                </a:solidFill>
                <a:latin typeface="Consolas"/>
                <a:cs typeface="Consolas"/>
              </a:rPr>
              <a:t>THEN</a:t>
            </a:r>
            <a:r>
              <a:rPr sz="1800" b="1" spc="-20" dirty="0">
                <a:solidFill>
                  <a:srgbClr val="4590B8"/>
                </a:solidFill>
                <a:latin typeface="Consolas"/>
                <a:cs typeface="Consolas"/>
              </a:rPr>
              <a:t> </a:t>
            </a:r>
            <a:r>
              <a:rPr sz="1800" b="1" spc="-10" dirty="0">
                <a:latin typeface="Consolas"/>
                <a:cs typeface="Consolas"/>
              </a:rPr>
              <a:t>statement_list</a:t>
            </a:r>
            <a:endParaRPr sz="1800">
              <a:latin typeface="Consolas"/>
              <a:cs typeface="Consolas"/>
            </a:endParaRPr>
          </a:p>
          <a:p>
            <a:pPr marL="466090">
              <a:lnSpc>
                <a:spcPct val="100000"/>
              </a:lnSpc>
            </a:pPr>
            <a:r>
              <a:rPr sz="1800" b="1" dirty="0">
                <a:solidFill>
                  <a:srgbClr val="959FA7"/>
                </a:solidFill>
                <a:latin typeface="Consolas"/>
                <a:cs typeface="Consolas"/>
              </a:rPr>
              <a:t>[</a:t>
            </a:r>
            <a:r>
              <a:rPr sz="1800" b="1" spc="-35" dirty="0">
                <a:solidFill>
                  <a:srgbClr val="959FA7"/>
                </a:solidFill>
                <a:latin typeface="Consolas"/>
                <a:cs typeface="Consolas"/>
              </a:rPr>
              <a:t> </a:t>
            </a:r>
            <a:r>
              <a:rPr sz="1800" b="1" dirty="0">
                <a:solidFill>
                  <a:srgbClr val="4590B8"/>
                </a:solidFill>
                <a:latin typeface="Consolas"/>
                <a:cs typeface="Consolas"/>
              </a:rPr>
              <a:t>ELSEIF</a:t>
            </a:r>
            <a:r>
              <a:rPr sz="1800" b="1" spc="-20" dirty="0">
                <a:solidFill>
                  <a:srgbClr val="4590B8"/>
                </a:solidFill>
                <a:latin typeface="Consolas"/>
                <a:cs typeface="Consolas"/>
              </a:rPr>
              <a:t> </a:t>
            </a:r>
            <a:r>
              <a:rPr sz="1800" b="1" dirty="0">
                <a:latin typeface="Consolas"/>
                <a:cs typeface="Consolas"/>
              </a:rPr>
              <a:t>condition</a:t>
            </a:r>
            <a:r>
              <a:rPr sz="1800" b="1" spc="-35" dirty="0">
                <a:latin typeface="Consolas"/>
                <a:cs typeface="Consolas"/>
              </a:rPr>
              <a:t> </a:t>
            </a:r>
            <a:r>
              <a:rPr sz="1800" b="1" dirty="0">
                <a:solidFill>
                  <a:srgbClr val="4590B8"/>
                </a:solidFill>
                <a:latin typeface="Consolas"/>
                <a:cs typeface="Consolas"/>
              </a:rPr>
              <a:t>THEN</a:t>
            </a:r>
            <a:r>
              <a:rPr sz="1800" b="1" spc="-35" dirty="0">
                <a:solidFill>
                  <a:srgbClr val="4590B8"/>
                </a:solidFill>
                <a:latin typeface="Consolas"/>
                <a:cs typeface="Consolas"/>
              </a:rPr>
              <a:t> </a:t>
            </a:r>
            <a:r>
              <a:rPr sz="1800" b="1" dirty="0">
                <a:latin typeface="Consolas"/>
                <a:cs typeface="Consolas"/>
              </a:rPr>
              <a:t>statement_list</a:t>
            </a:r>
            <a:r>
              <a:rPr sz="1800" b="1" spc="-20" dirty="0">
                <a:latin typeface="Consolas"/>
                <a:cs typeface="Consolas"/>
              </a:rPr>
              <a:t> </a:t>
            </a:r>
            <a:r>
              <a:rPr sz="1800" b="1" spc="-50" dirty="0">
                <a:solidFill>
                  <a:srgbClr val="959FA7"/>
                </a:solidFill>
                <a:latin typeface="Consolas"/>
                <a:cs typeface="Consolas"/>
              </a:rPr>
              <a:t>]</a:t>
            </a:r>
            <a:endParaRPr sz="1800">
              <a:latin typeface="Consolas"/>
              <a:cs typeface="Consolas"/>
            </a:endParaRPr>
          </a:p>
          <a:p>
            <a:pPr marL="466090">
              <a:lnSpc>
                <a:spcPct val="100000"/>
              </a:lnSpc>
            </a:pPr>
            <a:r>
              <a:rPr sz="1800" b="1" dirty="0">
                <a:solidFill>
                  <a:srgbClr val="959FA7"/>
                </a:solidFill>
                <a:latin typeface="Consolas"/>
                <a:cs typeface="Consolas"/>
              </a:rPr>
              <a:t>[</a:t>
            </a:r>
            <a:r>
              <a:rPr sz="1800" b="1" spc="-45" dirty="0">
                <a:solidFill>
                  <a:srgbClr val="959FA7"/>
                </a:solidFill>
                <a:latin typeface="Consolas"/>
                <a:cs typeface="Consolas"/>
              </a:rPr>
              <a:t> </a:t>
            </a:r>
            <a:r>
              <a:rPr sz="1800" b="1" dirty="0">
                <a:solidFill>
                  <a:srgbClr val="4590B8"/>
                </a:solidFill>
                <a:latin typeface="Consolas"/>
                <a:cs typeface="Consolas"/>
              </a:rPr>
              <a:t>ELSEIF</a:t>
            </a:r>
            <a:r>
              <a:rPr sz="1800" b="1" spc="-35" dirty="0">
                <a:solidFill>
                  <a:srgbClr val="4590B8"/>
                </a:solidFill>
                <a:latin typeface="Consolas"/>
                <a:cs typeface="Consolas"/>
              </a:rPr>
              <a:t> </a:t>
            </a:r>
            <a:r>
              <a:rPr sz="1800" b="1" dirty="0">
                <a:latin typeface="Consolas"/>
                <a:cs typeface="Consolas"/>
              </a:rPr>
              <a:t>condition</a:t>
            </a:r>
            <a:r>
              <a:rPr sz="1800" b="1" spc="-45" dirty="0">
                <a:latin typeface="Consolas"/>
                <a:cs typeface="Consolas"/>
              </a:rPr>
              <a:t> </a:t>
            </a:r>
            <a:r>
              <a:rPr sz="1800" b="1" dirty="0">
                <a:solidFill>
                  <a:srgbClr val="4590B8"/>
                </a:solidFill>
                <a:latin typeface="Consolas"/>
                <a:cs typeface="Consolas"/>
              </a:rPr>
              <a:t>THEN</a:t>
            </a:r>
            <a:r>
              <a:rPr sz="1800" b="1" spc="-55" dirty="0">
                <a:solidFill>
                  <a:srgbClr val="4590B8"/>
                </a:solidFill>
                <a:latin typeface="Consolas"/>
                <a:cs typeface="Consolas"/>
              </a:rPr>
              <a:t> </a:t>
            </a:r>
            <a:r>
              <a:rPr sz="1800" b="1" dirty="0">
                <a:latin typeface="Consolas"/>
                <a:cs typeface="Consolas"/>
              </a:rPr>
              <a:t>statement_list</a:t>
            </a:r>
            <a:r>
              <a:rPr sz="1800" b="1" spc="-35" dirty="0">
                <a:latin typeface="Consolas"/>
                <a:cs typeface="Consolas"/>
              </a:rPr>
              <a:t> </a:t>
            </a:r>
            <a:r>
              <a:rPr sz="1800" b="1" spc="-50" dirty="0">
                <a:solidFill>
                  <a:srgbClr val="959FA7"/>
                </a:solidFill>
                <a:latin typeface="Consolas"/>
                <a:cs typeface="Consolas"/>
              </a:rPr>
              <a:t>]</a:t>
            </a:r>
            <a:endParaRPr sz="1800">
              <a:latin typeface="Consolas"/>
              <a:cs typeface="Consolas"/>
            </a:endParaRPr>
          </a:p>
          <a:p>
            <a:pPr marL="466090">
              <a:lnSpc>
                <a:spcPct val="100000"/>
              </a:lnSpc>
              <a:spcBef>
                <a:spcPts val="5"/>
              </a:spcBef>
            </a:pPr>
            <a:r>
              <a:rPr sz="1800" b="1" spc="-25" dirty="0">
                <a:latin typeface="Consolas"/>
                <a:cs typeface="Consolas"/>
              </a:rPr>
              <a:t>...</a:t>
            </a:r>
            <a:endParaRPr sz="1800">
              <a:latin typeface="Consolas"/>
              <a:cs typeface="Consolas"/>
            </a:endParaRPr>
          </a:p>
          <a:p>
            <a:pPr marL="91440" marR="2232660" indent="374650">
              <a:lnSpc>
                <a:spcPct val="100000"/>
              </a:lnSpc>
            </a:pPr>
            <a:r>
              <a:rPr sz="1800" b="1" dirty="0">
                <a:solidFill>
                  <a:srgbClr val="959FA7"/>
                </a:solidFill>
                <a:latin typeface="Consolas"/>
                <a:cs typeface="Consolas"/>
              </a:rPr>
              <a:t>[</a:t>
            </a:r>
            <a:r>
              <a:rPr sz="1800" b="1" spc="-25" dirty="0">
                <a:solidFill>
                  <a:srgbClr val="959FA7"/>
                </a:solidFill>
                <a:latin typeface="Consolas"/>
                <a:cs typeface="Consolas"/>
              </a:rPr>
              <a:t> </a:t>
            </a:r>
            <a:r>
              <a:rPr sz="1800" b="1" dirty="0">
                <a:solidFill>
                  <a:srgbClr val="4590B8"/>
                </a:solidFill>
                <a:latin typeface="Consolas"/>
                <a:cs typeface="Consolas"/>
              </a:rPr>
              <a:t>ELSE</a:t>
            </a:r>
            <a:r>
              <a:rPr sz="1800" b="1" spc="-30" dirty="0">
                <a:solidFill>
                  <a:srgbClr val="4590B8"/>
                </a:solidFill>
                <a:latin typeface="Consolas"/>
                <a:cs typeface="Consolas"/>
              </a:rPr>
              <a:t> </a:t>
            </a:r>
            <a:r>
              <a:rPr sz="1800" b="1" dirty="0">
                <a:latin typeface="Consolas"/>
                <a:cs typeface="Consolas"/>
              </a:rPr>
              <a:t>statement_list</a:t>
            </a:r>
            <a:r>
              <a:rPr sz="1800" b="1" spc="-20" dirty="0">
                <a:latin typeface="Consolas"/>
                <a:cs typeface="Consolas"/>
              </a:rPr>
              <a:t> </a:t>
            </a:r>
            <a:r>
              <a:rPr sz="1800" b="1" spc="-50" dirty="0">
                <a:solidFill>
                  <a:srgbClr val="959FA7"/>
                </a:solidFill>
                <a:latin typeface="Consolas"/>
                <a:cs typeface="Consolas"/>
              </a:rPr>
              <a:t>] </a:t>
            </a:r>
            <a:r>
              <a:rPr sz="1800" b="1" dirty="0">
                <a:solidFill>
                  <a:srgbClr val="4590B8"/>
                </a:solidFill>
                <a:latin typeface="Consolas"/>
                <a:cs typeface="Consolas"/>
              </a:rPr>
              <a:t>END</a:t>
            </a:r>
            <a:r>
              <a:rPr sz="1800" b="1" spc="-25" dirty="0">
                <a:solidFill>
                  <a:srgbClr val="4590B8"/>
                </a:solidFill>
                <a:latin typeface="Consolas"/>
                <a:cs typeface="Consolas"/>
              </a:rPr>
              <a:t> IF;</a:t>
            </a:r>
            <a:endParaRPr sz="1800">
              <a:latin typeface="Consolas"/>
              <a:cs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1A315F"/>
          </a:solidFill>
        </p:spPr>
        <p:txBody>
          <a:bodyPr vert="horz" wrap="square" lIns="0" tIns="188595" rIns="0" bIns="0" rtlCol="0">
            <a:spAutoFit/>
          </a:bodyPr>
          <a:lstStyle/>
          <a:p>
            <a:pPr marL="231775" marR="6082030">
              <a:lnSpc>
                <a:spcPct val="100000"/>
              </a:lnSpc>
              <a:spcBef>
                <a:spcPts val="1485"/>
              </a:spcBef>
            </a:pPr>
            <a:r>
              <a:rPr sz="2800" dirty="0">
                <a:solidFill>
                  <a:srgbClr val="FFFFFF"/>
                </a:solidFill>
              </a:rPr>
              <a:t>FLOW-</a:t>
            </a:r>
            <a:r>
              <a:rPr sz="2800" spc="190" dirty="0">
                <a:solidFill>
                  <a:srgbClr val="FFFFFF"/>
                </a:solidFill>
              </a:rPr>
              <a:t>CONTROL</a:t>
            </a:r>
            <a:r>
              <a:rPr sz="2800" spc="120" dirty="0">
                <a:solidFill>
                  <a:srgbClr val="FFFFFF"/>
                </a:solidFill>
              </a:rPr>
              <a:t> </a:t>
            </a:r>
            <a:r>
              <a:rPr sz="2800" spc="-20" dirty="0">
                <a:solidFill>
                  <a:srgbClr val="FFFFFF"/>
                </a:solidFill>
              </a:rPr>
              <a:t>STATEMENTS: </a:t>
            </a:r>
            <a:r>
              <a:rPr sz="2800" spc="90" dirty="0">
                <a:solidFill>
                  <a:srgbClr val="FFFFFF"/>
                </a:solidFill>
              </a:rPr>
              <a:t>CASE</a:t>
            </a:r>
            <a:r>
              <a:rPr sz="2800" spc="-65" dirty="0">
                <a:solidFill>
                  <a:srgbClr val="FFFFFF"/>
                </a:solidFill>
              </a:rPr>
              <a:t> </a:t>
            </a:r>
            <a:r>
              <a:rPr sz="2800" spc="-10" dirty="0">
                <a:solidFill>
                  <a:srgbClr val="FFFFFF"/>
                </a:solidFill>
              </a:rPr>
              <a:t>STATEMENT</a:t>
            </a:r>
            <a:endParaRPr sz="2800"/>
          </a:p>
        </p:txBody>
      </p:sp>
      <p:sp>
        <p:nvSpPr>
          <p:cNvPr id="3" name="object 3"/>
          <p:cNvSpPr txBox="1"/>
          <p:nvPr/>
        </p:nvSpPr>
        <p:spPr>
          <a:xfrm>
            <a:off x="659993" y="2199843"/>
            <a:ext cx="7671434" cy="249555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4590B8"/>
                </a:solidFill>
                <a:latin typeface="Consolas"/>
                <a:cs typeface="Consolas"/>
              </a:rPr>
              <a:t>CREATE</a:t>
            </a:r>
            <a:r>
              <a:rPr sz="1800" b="1" spc="-55" dirty="0">
                <a:solidFill>
                  <a:srgbClr val="4590B8"/>
                </a:solidFill>
                <a:latin typeface="Consolas"/>
                <a:cs typeface="Consolas"/>
              </a:rPr>
              <a:t> </a:t>
            </a:r>
            <a:r>
              <a:rPr sz="1800" b="1" dirty="0">
                <a:solidFill>
                  <a:srgbClr val="4590B8"/>
                </a:solidFill>
                <a:latin typeface="Consolas"/>
                <a:cs typeface="Consolas"/>
              </a:rPr>
              <a:t>PROCEDURE</a:t>
            </a:r>
            <a:r>
              <a:rPr sz="1800" b="1" spc="-35" dirty="0">
                <a:solidFill>
                  <a:srgbClr val="4590B8"/>
                </a:solidFill>
                <a:latin typeface="Consolas"/>
                <a:cs typeface="Consolas"/>
              </a:rPr>
              <a:t> </a:t>
            </a:r>
            <a:r>
              <a:rPr sz="1800" b="1" dirty="0">
                <a:solidFill>
                  <a:srgbClr val="3C3C3C"/>
                </a:solidFill>
                <a:latin typeface="Consolas"/>
                <a:cs typeface="Consolas"/>
              </a:rPr>
              <a:t>odd_or_even</a:t>
            </a:r>
            <a:r>
              <a:rPr sz="1800" b="1" spc="-35" dirty="0">
                <a:solidFill>
                  <a:srgbClr val="3C3C3C"/>
                </a:solidFill>
                <a:latin typeface="Consolas"/>
                <a:cs typeface="Consolas"/>
              </a:rPr>
              <a:t> </a:t>
            </a:r>
            <a:r>
              <a:rPr sz="1800" b="1" dirty="0">
                <a:solidFill>
                  <a:srgbClr val="4590B8"/>
                </a:solidFill>
                <a:latin typeface="Consolas"/>
                <a:cs typeface="Consolas"/>
              </a:rPr>
              <a:t>(</a:t>
            </a:r>
            <a:r>
              <a:rPr sz="1800" b="1" spc="-45" dirty="0">
                <a:solidFill>
                  <a:srgbClr val="4590B8"/>
                </a:solidFill>
                <a:latin typeface="Consolas"/>
                <a:cs typeface="Consolas"/>
              </a:rPr>
              <a:t> </a:t>
            </a:r>
            <a:r>
              <a:rPr sz="1800" b="1" dirty="0">
                <a:solidFill>
                  <a:srgbClr val="3C3C3C"/>
                </a:solidFill>
                <a:latin typeface="Consolas"/>
                <a:cs typeface="Consolas"/>
              </a:rPr>
              <a:t>IN</a:t>
            </a:r>
            <a:r>
              <a:rPr sz="1800" b="1" spc="-45" dirty="0">
                <a:solidFill>
                  <a:srgbClr val="3C3C3C"/>
                </a:solidFill>
                <a:latin typeface="Consolas"/>
                <a:cs typeface="Consolas"/>
              </a:rPr>
              <a:t> </a:t>
            </a:r>
            <a:r>
              <a:rPr sz="1800" b="1" dirty="0">
                <a:solidFill>
                  <a:srgbClr val="3C3C3C"/>
                </a:solidFill>
                <a:latin typeface="Consolas"/>
                <a:cs typeface="Consolas"/>
              </a:rPr>
              <a:t>number</a:t>
            </a:r>
            <a:r>
              <a:rPr sz="1800" b="1" spc="-45" dirty="0">
                <a:solidFill>
                  <a:srgbClr val="3C3C3C"/>
                </a:solidFill>
                <a:latin typeface="Consolas"/>
                <a:cs typeface="Consolas"/>
              </a:rPr>
              <a:t> </a:t>
            </a:r>
            <a:r>
              <a:rPr sz="1800" b="1" dirty="0">
                <a:solidFill>
                  <a:srgbClr val="3C3C3C"/>
                </a:solidFill>
                <a:latin typeface="Consolas"/>
                <a:cs typeface="Consolas"/>
              </a:rPr>
              <a:t>INTEGER</a:t>
            </a:r>
            <a:r>
              <a:rPr sz="1800" b="1" spc="-30" dirty="0">
                <a:solidFill>
                  <a:srgbClr val="3C3C3C"/>
                </a:solidFill>
                <a:latin typeface="Consolas"/>
                <a:cs typeface="Consolas"/>
              </a:rPr>
              <a:t> </a:t>
            </a:r>
            <a:r>
              <a:rPr sz="1800" b="1" spc="-50" dirty="0">
                <a:solidFill>
                  <a:srgbClr val="4590B8"/>
                </a:solidFill>
                <a:latin typeface="Consolas"/>
                <a:cs typeface="Consolas"/>
              </a:rPr>
              <a:t>)</a:t>
            </a:r>
            <a:endParaRPr sz="1800">
              <a:latin typeface="Consolas"/>
              <a:cs typeface="Consolas"/>
            </a:endParaRPr>
          </a:p>
          <a:p>
            <a:pPr marL="12700">
              <a:lnSpc>
                <a:spcPct val="100000"/>
              </a:lnSpc>
              <a:spcBef>
                <a:spcPts val="5"/>
              </a:spcBef>
            </a:pPr>
            <a:r>
              <a:rPr sz="1800" b="1" spc="-10" dirty="0">
                <a:solidFill>
                  <a:srgbClr val="4590B8"/>
                </a:solidFill>
                <a:latin typeface="Consolas"/>
                <a:cs typeface="Consolas"/>
              </a:rPr>
              <a:t>BEGIN</a:t>
            </a:r>
            <a:endParaRPr sz="1800">
              <a:latin typeface="Consolas"/>
              <a:cs typeface="Consolas"/>
            </a:endParaRPr>
          </a:p>
          <a:p>
            <a:pPr marL="387350">
              <a:lnSpc>
                <a:spcPct val="100000"/>
              </a:lnSpc>
            </a:pPr>
            <a:r>
              <a:rPr sz="1800" b="1" dirty="0">
                <a:solidFill>
                  <a:srgbClr val="3C3C3C"/>
                </a:solidFill>
                <a:latin typeface="Consolas"/>
                <a:cs typeface="Consolas"/>
              </a:rPr>
              <a:t>DECLARE</a:t>
            </a:r>
            <a:r>
              <a:rPr sz="1800" b="1" spc="-45" dirty="0">
                <a:solidFill>
                  <a:srgbClr val="3C3C3C"/>
                </a:solidFill>
                <a:latin typeface="Consolas"/>
                <a:cs typeface="Consolas"/>
              </a:rPr>
              <a:t> </a:t>
            </a:r>
            <a:r>
              <a:rPr sz="1800" b="1" dirty="0">
                <a:solidFill>
                  <a:srgbClr val="3C3C3C"/>
                </a:solidFill>
                <a:latin typeface="Consolas"/>
                <a:cs typeface="Consolas"/>
              </a:rPr>
              <a:t>output</a:t>
            </a:r>
            <a:r>
              <a:rPr sz="1800" b="1" spc="-25" dirty="0">
                <a:solidFill>
                  <a:srgbClr val="3C3C3C"/>
                </a:solidFill>
                <a:latin typeface="Consolas"/>
                <a:cs typeface="Consolas"/>
              </a:rPr>
              <a:t> </a:t>
            </a:r>
            <a:r>
              <a:rPr sz="1800" b="1" spc="-10" dirty="0">
                <a:solidFill>
                  <a:srgbClr val="3C3C3C"/>
                </a:solidFill>
                <a:latin typeface="Consolas"/>
                <a:cs typeface="Consolas"/>
              </a:rPr>
              <a:t>VARCHAR(255);</a:t>
            </a:r>
            <a:endParaRPr sz="1800">
              <a:latin typeface="Consolas"/>
              <a:cs typeface="Consolas"/>
            </a:endParaRPr>
          </a:p>
          <a:p>
            <a:pPr marL="387350" marR="5269865" algn="ctr">
              <a:lnSpc>
                <a:spcPct val="100000"/>
              </a:lnSpc>
            </a:pPr>
            <a:r>
              <a:rPr sz="1800" b="1" dirty="0">
                <a:solidFill>
                  <a:srgbClr val="3C3C3C"/>
                </a:solidFill>
                <a:latin typeface="Consolas"/>
                <a:cs typeface="Consolas"/>
              </a:rPr>
              <a:t>SET</a:t>
            </a:r>
            <a:r>
              <a:rPr sz="1800" b="1" spc="-25" dirty="0">
                <a:solidFill>
                  <a:srgbClr val="3C3C3C"/>
                </a:solidFill>
                <a:latin typeface="Consolas"/>
                <a:cs typeface="Consolas"/>
              </a:rPr>
              <a:t> </a:t>
            </a:r>
            <a:r>
              <a:rPr sz="1800" b="1" dirty="0">
                <a:solidFill>
                  <a:srgbClr val="3C3C3C"/>
                </a:solidFill>
                <a:latin typeface="Consolas"/>
                <a:cs typeface="Consolas"/>
              </a:rPr>
              <a:t>output</a:t>
            </a:r>
            <a:r>
              <a:rPr sz="1800" b="1" spc="-20" dirty="0">
                <a:solidFill>
                  <a:srgbClr val="3C3C3C"/>
                </a:solidFill>
                <a:latin typeface="Consolas"/>
                <a:cs typeface="Consolas"/>
              </a:rPr>
              <a:t> </a:t>
            </a:r>
            <a:r>
              <a:rPr sz="1800" b="1" dirty="0">
                <a:solidFill>
                  <a:srgbClr val="3C3C3C"/>
                </a:solidFill>
                <a:latin typeface="Consolas"/>
                <a:cs typeface="Consolas"/>
              </a:rPr>
              <a:t>=</a:t>
            </a:r>
            <a:r>
              <a:rPr sz="1800" b="1" spc="-20" dirty="0">
                <a:solidFill>
                  <a:srgbClr val="3C3C3C"/>
                </a:solidFill>
                <a:latin typeface="Consolas"/>
                <a:cs typeface="Consolas"/>
              </a:rPr>
              <a:t> </a:t>
            </a:r>
            <a:r>
              <a:rPr sz="1800" b="1" spc="-25" dirty="0">
                <a:solidFill>
                  <a:srgbClr val="3C3C3C"/>
                </a:solidFill>
                <a:latin typeface="Consolas"/>
                <a:cs typeface="Consolas"/>
              </a:rPr>
              <a:t>‘’; </a:t>
            </a:r>
            <a:r>
              <a:rPr sz="1800" b="1" dirty="0">
                <a:solidFill>
                  <a:srgbClr val="3C3C3C"/>
                </a:solidFill>
                <a:latin typeface="Consolas"/>
                <a:cs typeface="Consolas"/>
              </a:rPr>
              <a:t>CASE</a:t>
            </a:r>
            <a:r>
              <a:rPr sz="1800" b="1" spc="-15" dirty="0">
                <a:solidFill>
                  <a:srgbClr val="3C3C3C"/>
                </a:solidFill>
                <a:latin typeface="Consolas"/>
                <a:cs typeface="Consolas"/>
              </a:rPr>
              <a:t> </a:t>
            </a:r>
            <a:r>
              <a:rPr sz="1800" b="1" dirty="0">
                <a:solidFill>
                  <a:srgbClr val="3C3C3C"/>
                </a:solidFill>
                <a:latin typeface="Consolas"/>
                <a:cs typeface="Consolas"/>
              </a:rPr>
              <a:t>number</a:t>
            </a:r>
            <a:r>
              <a:rPr sz="1800" b="1" spc="-25" dirty="0">
                <a:solidFill>
                  <a:srgbClr val="3C3C3C"/>
                </a:solidFill>
                <a:latin typeface="Consolas"/>
                <a:cs typeface="Consolas"/>
              </a:rPr>
              <a:t> </a:t>
            </a:r>
            <a:r>
              <a:rPr sz="1800" b="1" dirty="0">
                <a:solidFill>
                  <a:srgbClr val="3C3C3C"/>
                </a:solidFill>
                <a:latin typeface="Consolas"/>
                <a:cs typeface="Consolas"/>
              </a:rPr>
              <a:t>%</a:t>
            </a:r>
            <a:r>
              <a:rPr sz="1800" b="1" spc="-15" dirty="0">
                <a:solidFill>
                  <a:srgbClr val="3C3C3C"/>
                </a:solidFill>
                <a:latin typeface="Consolas"/>
                <a:cs typeface="Consolas"/>
              </a:rPr>
              <a:t> </a:t>
            </a:r>
            <a:r>
              <a:rPr sz="1800" b="1" spc="-50" dirty="0">
                <a:solidFill>
                  <a:srgbClr val="3C3C3C"/>
                </a:solidFill>
                <a:latin typeface="Consolas"/>
                <a:cs typeface="Consolas"/>
              </a:rPr>
              <a:t>2 </a:t>
            </a:r>
            <a:r>
              <a:rPr sz="1800" b="1" dirty="0">
                <a:solidFill>
                  <a:srgbClr val="3C3C3C"/>
                </a:solidFill>
                <a:latin typeface="Consolas"/>
                <a:cs typeface="Consolas"/>
              </a:rPr>
              <a:t>WHEN</a:t>
            </a:r>
            <a:r>
              <a:rPr sz="1800" b="1" spc="-20" dirty="0">
                <a:solidFill>
                  <a:srgbClr val="3C3C3C"/>
                </a:solidFill>
                <a:latin typeface="Consolas"/>
                <a:cs typeface="Consolas"/>
              </a:rPr>
              <a:t> </a:t>
            </a:r>
            <a:r>
              <a:rPr sz="1800" b="1" dirty="0">
                <a:solidFill>
                  <a:srgbClr val="3C3C3C"/>
                </a:solidFill>
                <a:latin typeface="Consolas"/>
                <a:cs typeface="Consolas"/>
              </a:rPr>
              <a:t>0</a:t>
            </a:r>
            <a:r>
              <a:rPr sz="1800" b="1" spc="-10" dirty="0">
                <a:solidFill>
                  <a:srgbClr val="3C3C3C"/>
                </a:solidFill>
                <a:latin typeface="Consolas"/>
                <a:cs typeface="Consolas"/>
              </a:rPr>
              <a:t> </a:t>
            </a:r>
            <a:r>
              <a:rPr sz="1800" b="1" spc="-20" dirty="0">
                <a:solidFill>
                  <a:srgbClr val="3C3C3C"/>
                </a:solidFill>
                <a:latin typeface="Consolas"/>
                <a:cs typeface="Consolas"/>
              </a:rPr>
              <a:t>THEN</a:t>
            </a:r>
            <a:endParaRPr sz="1800">
              <a:latin typeface="Consolas"/>
              <a:cs typeface="Consolas"/>
            </a:endParaRPr>
          </a:p>
          <a:p>
            <a:pPr marL="1140460">
              <a:lnSpc>
                <a:spcPct val="100000"/>
              </a:lnSpc>
            </a:pPr>
            <a:r>
              <a:rPr sz="1800" b="1" dirty="0">
                <a:solidFill>
                  <a:srgbClr val="3C3C3C"/>
                </a:solidFill>
                <a:latin typeface="Consolas"/>
                <a:cs typeface="Consolas"/>
              </a:rPr>
              <a:t>SET</a:t>
            </a:r>
            <a:r>
              <a:rPr sz="1800" b="1" spc="-35" dirty="0">
                <a:solidFill>
                  <a:srgbClr val="3C3C3C"/>
                </a:solidFill>
                <a:latin typeface="Consolas"/>
                <a:cs typeface="Consolas"/>
              </a:rPr>
              <a:t> </a:t>
            </a:r>
            <a:r>
              <a:rPr sz="1800" b="1" dirty="0">
                <a:solidFill>
                  <a:srgbClr val="3C3C3C"/>
                </a:solidFill>
                <a:latin typeface="Consolas"/>
                <a:cs typeface="Consolas"/>
              </a:rPr>
              <a:t>output</a:t>
            </a:r>
            <a:r>
              <a:rPr sz="1800" b="1" spc="-20" dirty="0">
                <a:solidFill>
                  <a:srgbClr val="3C3C3C"/>
                </a:solidFill>
                <a:latin typeface="Consolas"/>
                <a:cs typeface="Consolas"/>
              </a:rPr>
              <a:t> </a:t>
            </a:r>
            <a:r>
              <a:rPr sz="1800" b="1" dirty="0">
                <a:solidFill>
                  <a:srgbClr val="3C3C3C"/>
                </a:solidFill>
                <a:latin typeface="Consolas"/>
                <a:cs typeface="Consolas"/>
              </a:rPr>
              <a:t>=</a:t>
            </a:r>
            <a:r>
              <a:rPr sz="1800" b="1" spc="-30" dirty="0">
                <a:solidFill>
                  <a:srgbClr val="3C3C3C"/>
                </a:solidFill>
                <a:latin typeface="Consolas"/>
                <a:cs typeface="Consolas"/>
              </a:rPr>
              <a:t> </a:t>
            </a:r>
            <a:r>
              <a:rPr sz="1800" b="1" dirty="0">
                <a:solidFill>
                  <a:srgbClr val="3C3C3C"/>
                </a:solidFill>
                <a:latin typeface="Consolas"/>
                <a:cs typeface="Consolas"/>
              </a:rPr>
              <a:t>CONCAT(number,‘</a:t>
            </a:r>
            <a:r>
              <a:rPr sz="1800" b="1" spc="-30" dirty="0">
                <a:solidFill>
                  <a:srgbClr val="3C3C3C"/>
                </a:solidFill>
                <a:latin typeface="Consolas"/>
                <a:cs typeface="Consolas"/>
              </a:rPr>
              <a:t> </a:t>
            </a:r>
            <a:r>
              <a:rPr sz="1800" b="1" dirty="0">
                <a:solidFill>
                  <a:srgbClr val="3C3C3C"/>
                </a:solidFill>
                <a:latin typeface="Consolas"/>
                <a:cs typeface="Consolas"/>
              </a:rPr>
              <a:t>’,‘is</a:t>
            </a:r>
            <a:r>
              <a:rPr sz="1800" b="1" spc="-20" dirty="0">
                <a:solidFill>
                  <a:srgbClr val="3C3C3C"/>
                </a:solidFill>
                <a:latin typeface="Consolas"/>
                <a:cs typeface="Consolas"/>
              </a:rPr>
              <a:t> </a:t>
            </a:r>
            <a:r>
              <a:rPr sz="1800" b="1" dirty="0">
                <a:solidFill>
                  <a:srgbClr val="3C3C3C"/>
                </a:solidFill>
                <a:latin typeface="Consolas"/>
                <a:cs typeface="Consolas"/>
              </a:rPr>
              <a:t>an</a:t>
            </a:r>
            <a:r>
              <a:rPr sz="1800" b="1" spc="-30" dirty="0">
                <a:solidFill>
                  <a:srgbClr val="3C3C3C"/>
                </a:solidFill>
                <a:latin typeface="Consolas"/>
                <a:cs typeface="Consolas"/>
              </a:rPr>
              <a:t> </a:t>
            </a:r>
            <a:r>
              <a:rPr sz="1800" b="1" dirty="0">
                <a:solidFill>
                  <a:srgbClr val="3C3C3C"/>
                </a:solidFill>
                <a:latin typeface="Consolas"/>
                <a:cs typeface="Consolas"/>
              </a:rPr>
              <a:t>even</a:t>
            </a:r>
            <a:r>
              <a:rPr sz="1800" b="1" spc="-30" dirty="0">
                <a:solidFill>
                  <a:srgbClr val="3C3C3C"/>
                </a:solidFill>
                <a:latin typeface="Consolas"/>
                <a:cs typeface="Consolas"/>
              </a:rPr>
              <a:t> </a:t>
            </a:r>
            <a:r>
              <a:rPr sz="1800" b="1" spc="-10" dirty="0">
                <a:solidFill>
                  <a:srgbClr val="3C3C3C"/>
                </a:solidFill>
                <a:latin typeface="Consolas"/>
                <a:cs typeface="Consolas"/>
              </a:rPr>
              <a:t>number’);</a:t>
            </a:r>
            <a:endParaRPr sz="1800">
              <a:latin typeface="Consolas"/>
              <a:cs typeface="Consolas"/>
            </a:endParaRPr>
          </a:p>
          <a:p>
            <a:pPr marL="763905">
              <a:lnSpc>
                <a:spcPct val="100000"/>
              </a:lnSpc>
            </a:pPr>
            <a:r>
              <a:rPr sz="1800" b="1" spc="-20" dirty="0">
                <a:solidFill>
                  <a:srgbClr val="3C3C3C"/>
                </a:solidFill>
                <a:latin typeface="Consolas"/>
                <a:cs typeface="Consolas"/>
              </a:rPr>
              <a:t>ELSE</a:t>
            </a:r>
            <a:endParaRPr sz="1800">
              <a:latin typeface="Consolas"/>
              <a:cs typeface="Consolas"/>
            </a:endParaRPr>
          </a:p>
          <a:p>
            <a:pPr marL="1140460">
              <a:lnSpc>
                <a:spcPct val="100000"/>
              </a:lnSpc>
            </a:pPr>
            <a:r>
              <a:rPr sz="1800" b="1" dirty="0">
                <a:solidFill>
                  <a:srgbClr val="3C3C3C"/>
                </a:solidFill>
                <a:latin typeface="Consolas"/>
                <a:cs typeface="Consolas"/>
              </a:rPr>
              <a:t>SET</a:t>
            </a:r>
            <a:r>
              <a:rPr sz="1800" b="1" spc="-35" dirty="0">
                <a:solidFill>
                  <a:srgbClr val="3C3C3C"/>
                </a:solidFill>
                <a:latin typeface="Consolas"/>
                <a:cs typeface="Consolas"/>
              </a:rPr>
              <a:t> </a:t>
            </a:r>
            <a:r>
              <a:rPr sz="1800" b="1" dirty="0">
                <a:solidFill>
                  <a:srgbClr val="3C3C3C"/>
                </a:solidFill>
                <a:latin typeface="Consolas"/>
                <a:cs typeface="Consolas"/>
              </a:rPr>
              <a:t>output</a:t>
            </a:r>
            <a:r>
              <a:rPr sz="1800" b="1" spc="-20" dirty="0">
                <a:solidFill>
                  <a:srgbClr val="3C3C3C"/>
                </a:solidFill>
                <a:latin typeface="Consolas"/>
                <a:cs typeface="Consolas"/>
              </a:rPr>
              <a:t> </a:t>
            </a:r>
            <a:r>
              <a:rPr sz="1800" b="1" dirty="0">
                <a:solidFill>
                  <a:srgbClr val="3C3C3C"/>
                </a:solidFill>
                <a:latin typeface="Consolas"/>
                <a:cs typeface="Consolas"/>
              </a:rPr>
              <a:t>=</a:t>
            </a:r>
            <a:r>
              <a:rPr sz="1800" b="1" spc="-30" dirty="0">
                <a:solidFill>
                  <a:srgbClr val="3C3C3C"/>
                </a:solidFill>
                <a:latin typeface="Consolas"/>
                <a:cs typeface="Consolas"/>
              </a:rPr>
              <a:t> </a:t>
            </a:r>
            <a:r>
              <a:rPr sz="1800" b="1" dirty="0">
                <a:solidFill>
                  <a:srgbClr val="3C3C3C"/>
                </a:solidFill>
                <a:latin typeface="Consolas"/>
                <a:cs typeface="Consolas"/>
              </a:rPr>
              <a:t>CONCAT(number,‘</a:t>
            </a:r>
            <a:r>
              <a:rPr sz="1800" b="1" spc="-25" dirty="0">
                <a:solidFill>
                  <a:srgbClr val="3C3C3C"/>
                </a:solidFill>
                <a:latin typeface="Consolas"/>
                <a:cs typeface="Consolas"/>
              </a:rPr>
              <a:t> </a:t>
            </a:r>
            <a:r>
              <a:rPr sz="1800" b="1" dirty="0">
                <a:solidFill>
                  <a:srgbClr val="3C3C3C"/>
                </a:solidFill>
                <a:latin typeface="Consolas"/>
                <a:cs typeface="Consolas"/>
              </a:rPr>
              <a:t>’,‘is</a:t>
            </a:r>
            <a:r>
              <a:rPr sz="1800" b="1" spc="-25" dirty="0">
                <a:solidFill>
                  <a:srgbClr val="3C3C3C"/>
                </a:solidFill>
                <a:latin typeface="Consolas"/>
                <a:cs typeface="Consolas"/>
              </a:rPr>
              <a:t> </a:t>
            </a:r>
            <a:r>
              <a:rPr sz="1800" b="1" dirty="0">
                <a:solidFill>
                  <a:srgbClr val="3C3C3C"/>
                </a:solidFill>
                <a:latin typeface="Consolas"/>
                <a:cs typeface="Consolas"/>
              </a:rPr>
              <a:t>an</a:t>
            </a:r>
            <a:r>
              <a:rPr sz="1800" b="1" spc="-30" dirty="0">
                <a:solidFill>
                  <a:srgbClr val="3C3C3C"/>
                </a:solidFill>
                <a:latin typeface="Consolas"/>
                <a:cs typeface="Consolas"/>
              </a:rPr>
              <a:t> </a:t>
            </a:r>
            <a:r>
              <a:rPr sz="1800" b="1" dirty="0">
                <a:solidFill>
                  <a:srgbClr val="3C3C3C"/>
                </a:solidFill>
                <a:latin typeface="Consolas"/>
                <a:cs typeface="Consolas"/>
              </a:rPr>
              <a:t>odd</a:t>
            </a:r>
            <a:r>
              <a:rPr sz="1800" b="1" spc="-25" dirty="0">
                <a:solidFill>
                  <a:srgbClr val="3C3C3C"/>
                </a:solidFill>
                <a:latin typeface="Consolas"/>
                <a:cs typeface="Consolas"/>
              </a:rPr>
              <a:t> </a:t>
            </a:r>
            <a:r>
              <a:rPr sz="1800" b="1" spc="-10" dirty="0">
                <a:solidFill>
                  <a:srgbClr val="3C3C3C"/>
                </a:solidFill>
                <a:latin typeface="Consolas"/>
                <a:cs typeface="Consolas"/>
              </a:rPr>
              <a:t>number’);</a:t>
            </a:r>
            <a:endParaRPr sz="1800">
              <a:latin typeface="Consolas"/>
              <a:cs typeface="Consolas"/>
            </a:endParaRPr>
          </a:p>
        </p:txBody>
      </p:sp>
      <p:sp>
        <p:nvSpPr>
          <p:cNvPr id="4" name="object 4"/>
          <p:cNvSpPr txBox="1"/>
          <p:nvPr/>
        </p:nvSpPr>
        <p:spPr>
          <a:xfrm>
            <a:off x="659993" y="4669663"/>
            <a:ext cx="4035425" cy="848994"/>
          </a:xfrm>
          <a:prstGeom prst="rect">
            <a:avLst/>
          </a:prstGeom>
        </p:spPr>
        <p:txBody>
          <a:bodyPr vert="horz" wrap="square" lIns="0" tIns="12700" rIns="0" bIns="0" rtlCol="0">
            <a:spAutoFit/>
          </a:bodyPr>
          <a:lstStyle/>
          <a:p>
            <a:pPr marL="387350">
              <a:lnSpc>
                <a:spcPct val="100000"/>
              </a:lnSpc>
              <a:spcBef>
                <a:spcPts val="100"/>
              </a:spcBef>
            </a:pPr>
            <a:r>
              <a:rPr sz="1800" b="1" dirty="0">
                <a:solidFill>
                  <a:srgbClr val="3C3C3C"/>
                </a:solidFill>
                <a:latin typeface="Consolas"/>
                <a:cs typeface="Consolas"/>
              </a:rPr>
              <a:t>END</a:t>
            </a:r>
            <a:r>
              <a:rPr sz="1800" b="1" spc="-20" dirty="0">
                <a:solidFill>
                  <a:srgbClr val="3C3C3C"/>
                </a:solidFill>
                <a:latin typeface="Consolas"/>
                <a:cs typeface="Consolas"/>
              </a:rPr>
              <a:t> </a:t>
            </a:r>
            <a:r>
              <a:rPr sz="1800" b="1" spc="-10" dirty="0">
                <a:solidFill>
                  <a:srgbClr val="3C3C3C"/>
                </a:solidFill>
                <a:latin typeface="Consolas"/>
                <a:cs typeface="Consolas"/>
              </a:rPr>
              <a:t>CASE;</a:t>
            </a:r>
            <a:endParaRPr sz="1800">
              <a:latin typeface="Consolas"/>
              <a:cs typeface="Consolas"/>
            </a:endParaRPr>
          </a:p>
          <a:p>
            <a:pPr marL="387350">
              <a:lnSpc>
                <a:spcPct val="100000"/>
              </a:lnSpc>
            </a:pPr>
            <a:r>
              <a:rPr sz="1800" b="1" dirty="0">
                <a:solidFill>
                  <a:srgbClr val="3C3C3C"/>
                </a:solidFill>
                <a:latin typeface="Consolas"/>
                <a:cs typeface="Consolas"/>
              </a:rPr>
              <a:t>SELECT</a:t>
            </a:r>
            <a:r>
              <a:rPr sz="1800" b="1" spc="-40" dirty="0">
                <a:solidFill>
                  <a:srgbClr val="3C3C3C"/>
                </a:solidFill>
                <a:latin typeface="Consolas"/>
                <a:cs typeface="Consolas"/>
              </a:rPr>
              <a:t> </a:t>
            </a:r>
            <a:r>
              <a:rPr sz="1800" b="1" dirty="0">
                <a:solidFill>
                  <a:srgbClr val="3C3C3C"/>
                </a:solidFill>
                <a:latin typeface="Consolas"/>
                <a:cs typeface="Consolas"/>
              </a:rPr>
              <a:t>output</a:t>
            </a:r>
            <a:r>
              <a:rPr sz="1800" b="1" spc="-15" dirty="0">
                <a:solidFill>
                  <a:srgbClr val="3C3C3C"/>
                </a:solidFill>
                <a:latin typeface="Consolas"/>
                <a:cs typeface="Consolas"/>
              </a:rPr>
              <a:t> </a:t>
            </a:r>
            <a:r>
              <a:rPr sz="1800" b="1" dirty="0">
                <a:solidFill>
                  <a:srgbClr val="3C3C3C"/>
                </a:solidFill>
                <a:latin typeface="Consolas"/>
                <a:cs typeface="Consolas"/>
              </a:rPr>
              <a:t>“Odd</a:t>
            </a:r>
            <a:r>
              <a:rPr sz="1800" b="1" spc="-30" dirty="0">
                <a:solidFill>
                  <a:srgbClr val="3C3C3C"/>
                </a:solidFill>
                <a:latin typeface="Consolas"/>
                <a:cs typeface="Consolas"/>
              </a:rPr>
              <a:t> </a:t>
            </a:r>
            <a:r>
              <a:rPr sz="1800" b="1" dirty="0">
                <a:solidFill>
                  <a:srgbClr val="3C3C3C"/>
                </a:solidFill>
                <a:latin typeface="Consolas"/>
                <a:cs typeface="Consolas"/>
              </a:rPr>
              <a:t>Or</a:t>
            </a:r>
            <a:r>
              <a:rPr sz="1800" b="1" spc="-15" dirty="0">
                <a:solidFill>
                  <a:srgbClr val="3C3C3C"/>
                </a:solidFill>
                <a:latin typeface="Consolas"/>
                <a:cs typeface="Consolas"/>
              </a:rPr>
              <a:t> </a:t>
            </a:r>
            <a:r>
              <a:rPr sz="1800" b="1" spc="-10" dirty="0">
                <a:solidFill>
                  <a:srgbClr val="3C3C3C"/>
                </a:solidFill>
                <a:latin typeface="Consolas"/>
                <a:cs typeface="Consolas"/>
              </a:rPr>
              <a:t>Even?”;</a:t>
            </a:r>
            <a:endParaRPr sz="1800">
              <a:latin typeface="Consolas"/>
              <a:cs typeface="Consolas"/>
            </a:endParaRPr>
          </a:p>
          <a:p>
            <a:pPr marL="12700">
              <a:lnSpc>
                <a:spcPct val="100000"/>
              </a:lnSpc>
            </a:pPr>
            <a:r>
              <a:rPr sz="1800" b="1" spc="-25" dirty="0">
                <a:solidFill>
                  <a:srgbClr val="4590B8"/>
                </a:solidFill>
                <a:latin typeface="Consolas"/>
                <a:cs typeface="Consolas"/>
              </a:rPr>
              <a:t>END</a:t>
            </a:r>
            <a:endParaRPr sz="1800">
              <a:latin typeface="Consolas"/>
              <a:cs typeface="Consolas"/>
            </a:endParaRPr>
          </a:p>
        </p:txBody>
      </p:sp>
      <p:sp>
        <p:nvSpPr>
          <p:cNvPr id="5" name="object 5"/>
          <p:cNvSpPr txBox="1"/>
          <p:nvPr/>
        </p:nvSpPr>
        <p:spPr>
          <a:xfrm>
            <a:off x="5267705" y="4810505"/>
            <a:ext cx="6344920" cy="1754505"/>
          </a:xfrm>
          <a:prstGeom prst="rect">
            <a:avLst/>
          </a:prstGeom>
          <a:ln w="28575">
            <a:solidFill>
              <a:srgbClr val="1A315F"/>
            </a:solidFill>
          </a:ln>
        </p:spPr>
        <p:txBody>
          <a:bodyPr vert="horz" wrap="square" lIns="0" tIns="31750" rIns="0" bIns="0" rtlCol="0">
            <a:spAutoFit/>
          </a:bodyPr>
          <a:lstStyle/>
          <a:p>
            <a:pPr marL="91440">
              <a:lnSpc>
                <a:spcPct val="100000"/>
              </a:lnSpc>
              <a:spcBef>
                <a:spcPts val="250"/>
              </a:spcBef>
            </a:pPr>
            <a:r>
              <a:rPr sz="1800" b="1" dirty="0">
                <a:solidFill>
                  <a:srgbClr val="4590B8"/>
                </a:solidFill>
                <a:latin typeface="Consolas"/>
                <a:cs typeface="Consolas"/>
              </a:rPr>
              <a:t>CASE</a:t>
            </a:r>
            <a:r>
              <a:rPr sz="1800" b="1" spc="-30" dirty="0">
                <a:solidFill>
                  <a:srgbClr val="4590B8"/>
                </a:solidFill>
                <a:latin typeface="Consolas"/>
                <a:cs typeface="Consolas"/>
              </a:rPr>
              <a:t> </a:t>
            </a:r>
            <a:r>
              <a:rPr sz="1800" b="1" spc="-10" dirty="0">
                <a:latin typeface="Consolas"/>
                <a:cs typeface="Consolas"/>
              </a:rPr>
              <a:t>scalar_expression</a:t>
            </a:r>
            <a:endParaRPr sz="1800">
              <a:latin typeface="Consolas"/>
              <a:cs typeface="Consolas"/>
            </a:endParaRPr>
          </a:p>
          <a:p>
            <a:pPr marL="466725">
              <a:lnSpc>
                <a:spcPct val="100000"/>
              </a:lnSpc>
            </a:pPr>
            <a:r>
              <a:rPr sz="1800" b="1" dirty="0">
                <a:solidFill>
                  <a:srgbClr val="4590B8"/>
                </a:solidFill>
                <a:latin typeface="Consolas"/>
                <a:cs typeface="Consolas"/>
              </a:rPr>
              <a:t>WHEN</a:t>
            </a:r>
            <a:r>
              <a:rPr sz="1800" b="1" spc="-40" dirty="0">
                <a:solidFill>
                  <a:srgbClr val="4590B8"/>
                </a:solidFill>
                <a:latin typeface="Consolas"/>
                <a:cs typeface="Consolas"/>
              </a:rPr>
              <a:t> </a:t>
            </a:r>
            <a:r>
              <a:rPr sz="1800" b="1" dirty="0">
                <a:latin typeface="Consolas"/>
                <a:cs typeface="Consolas"/>
              </a:rPr>
              <a:t>scalar_expression</a:t>
            </a:r>
            <a:r>
              <a:rPr sz="1800" b="1" spc="-35" dirty="0">
                <a:latin typeface="Consolas"/>
                <a:cs typeface="Consolas"/>
              </a:rPr>
              <a:t> </a:t>
            </a:r>
            <a:r>
              <a:rPr sz="1800" b="1" dirty="0">
                <a:solidFill>
                  <a:srgbClr val="4590B8"/>
                </a:solidFill>
                <a:latin typeface="Consolas"/>
                <a:cs typeface="Consolas"/>
              </a:rPr>
              <a:t>THEN</a:t>
            </a:r>
            <a:r>
              <a:rPr sz="1800" b="1" spc="-40" dirty="0">
                <a:solidFill>
                  <a:srgbClr val="4590B8"/>
                </a:solidFill>
                <a:latin typeface="Consolas"/>
                <a:cs typeface="Consolas"/>
              </a:rPr>
              <a:t> </a:t>
            </a:r>
            <a:r>
              <a:rPr sz="1800" b="1" spc="-10" dirty="0">
                <a:latin typeface="Consolas"/>
                <a:cs typeface="Consolas"/>
              </a:rPr>
              <a:t>statement_list</a:t>
            </a:r>
            <a:endParaRPr sz="1800">
              <a:latin typeface="Consolas"/>
              <a:cs typeface="Consolas"/>
            </a:endParaRPr>
          </a:p>
          <a:p>
            <a:pPr marL="466725">
              <a:lnSpc>
                <a:spcPct val="100000"/>
              </a:lnSpc>
            </a:pPr>
            <a:r>
              <a:rPr sz="1800" b="1" dirty="0">
                <a:solidFill>
                  <a:srgbClr val="959FA7"/>
                </a:solidFill>
                <a:latin typeface="Consolas"/>
                <a:cs typeface="Consolas"/>
              </a:rPr>
              <a:t>[</a:t>
            </a:r>
            <a:r>
              <a:rPr sz="1800" b="1" spc="-40" dirty="0">
                <a:solidFill>
                  <a:srgbClr val="959FA7"/>
                </a:solidFill>
                <a:latin typeface="Consolas"/>
                <a:cs typeface="Consolas"/>
              </a:rPr>
              <a:t> </a:t>
            </a:r>
            <a:r>
              <a:rPr sz="1800" b="1" dirty="0">
                <a:solidFill>
                  <a:srgbClr val="4590B8"/>
                </a:solidFill>
                <a:latin typeface="Consolas"/>
                <a:cs typeface="Consolas"/>
              </a:rPr>
              <a:t>WHEN</a:t>
            </a:r>
            <a:r>
              <a:rPr sz="1800" b="1" spc="-40" dirty="0">
                <a:solidFill>
                  <a:srgbClr val="4590B8"/>
                </a:solidFill>
                <a:latin typeface="Consolas"/>
                <a:cs typeface="Consolas"/>
              </a:rPr>
              <a:t> </a:t>
            </a:r>
            <a:r>
              <a:rPr sz="1800" b="1" dirty="0">
                <a:latin typeface="Consolas"/>
                <a:cs typeface="Consolas"/>
              </a:rPr>
              <a:t>scalar_expression</a:t>
            </a:r>
            <a:r>
              <a:rPr sz="1800" b="1" spc="-35" dirty="0">
                <a:latin typeface="Consolas"/>
                <a:cs typeface="Consolas"/>
              </a:rPr>
              <a:t> </a:t>
            </a:r>
            <a:r>
              <a:rPr sz="1800" b="1" dirty="0">
                <a:solidFill>
                  <a:srgbClr val="4590B8"/>
                </a:solidFill>
                <a:latin typeface="Consolas"/>
                <a:cs typeface="Consolas"/>
              </a:rPr>
              <a:t>THEN</a:t>
            </a:r>
            <a:r>
              <a:rPr sz="1800" b="1" spc="-25" dirty="0">
                <a:solidFill>
                  <a:srgbClr val="4590B8"/>
                </a:solidFill>
                <a:latin typeface="Consolas"/>
                <a:cs typeface="Consolas"/>
              </a:rPr>
              <a:t> </a:t>
            </a:r>
            <a:r>
              <a:rPr sz="1800" b="1" dirty="0">
                <a:latin typeface="Consolas"/>
                <a:cs typeface="Consolas"/>
              </a:rPr>
              <a:t>statement_list</a:t>
            </a:r>
            <a:r>
              <a:rPr sz="1800" b="1" spc="-25" dirty="0">
                <a:latin typeface="Consolas"/>
                <a:cs typeface="Consolas"/>
              </a:rPr>
              <a:t> </a:t>
            </a:r>
            <a:r>
              <a:rPr sz="1800" b="1" spc="-50" dirty="0">
                <a:solidFill>
                  <a:srgbClr val="959FA7"/>
                </a:solidFill>
                <a:latin typeface="Consolas"/>
                <a:cs typeface="Consolas"/>
              </a:rPr>
              <a:t>]</a:t>
            </a:r>
            <a:endParaRPr sz="1800">
              <a:latin typeface="Consolas"/>
              <a:cs typeface="Consolas"/>
            </a:endParaRPr>
          </a:p>
          <a:p>
            <a:pPr marL="466725">
              <a:lnSpc>
                <a:spcPct val="100000"/>
              </a:lnSpc>
            </a:pPr>
            <a:r>
              <a:rPr sz="1800" b="1" spc="-25" dirty="0">
                <a:latin typeface="Consolas"/>
                <a:cs typeface="Consolas"/>
              </a:rPr>
              <a:t>...</a:t>
            </a:r>
            <a:endParaRPr sz="1800">
              <a:latin typeface="Consolas"/>
              <a:cs typeface="Consolas"/>
            </a:endParaRPr>
          </a:p>
          <a:p>
            <a:pPr marL="91440" marR="2985135" indent="374650">
              <a:lnSpc>
                <a:spcPct val="100000"/>
              </a:lnSpc>
            </a:pPr>
            <a:r>
              <a:rPr sz="1800" b="1" dirty="0">
                <a:solidFill>
                  <a:srgbClr val="959FA7"/>
                </a:solidFill>
                <a:latin typeface="Consolas"/>
                <a:cs typeface="Consolas"/>
              </a:rPr>
              <a:t>[</a:t>
            </a:r>
            <a:r>
              <a:rPr sz="1800" b="1" spc="-25" dirty="0">
                <a:solidFill>
                  <a:srgbClr val="959FA7"/>
                </a:solidFill>
                <a:latin typeface="Consolas"/>
                <a:cs typeface="Consolas"/>
              </a:rPr>
              <a:t> </a:t>
            </a:r>
            <a:r>
              <a:rPr sz="1800" b="1" dirty="0">
                <a:solidFill>
                  <a:srgbClr val="4590B8"/>
                </a:solidFill>
                <a:latin typeface="Consolas"/>
                <a:cs typeface="Consolas"/>
              </a:rPr>
              <a:t>ELSE</a:t>
            </a:r>
            <a:r>
              <a:rPr sz="1800" b="1" spc="-30" dirty="0">
                <a:solidFill>
                  <a:srgbClr val="4590B8"/>
                </a:solidFill>
                <a:latin typeface="Consolas"/>
                <a:cs typeface="Consolas"/>
              </a:rPr>
              <a:t> </a:t>
            </a:r>
            <a:r>
              <a:rPr sz="1800" b="1" dirty="0">
                <a:latin typeface="Consolas"/>
                <a:cs typeface="Consolas"/>
              </a:rPr>
              <a:t>statement_list</a:t>
            </a:r>
            <a:r>
              <a:rPr sz="1800" b="1" spc="-20" dirty="0">
                <a:latin typeface="Consolas"/>
                <a:cs typeface="Consolas"/>
              </a:rPr>
              <a:t> </a:t>
            </a:r>
            <a:r>
              <a:rPr sz="1800" b="1" spc="-50" dirty="0">
                <a:solidFill>
                  <a:srgbClr val="959FA7"/>
                </a:solidFill>
                <a:latin typeface="Consolas"/>
                <a:cs typeface="Consolas"/>
              </a:rPr>
              <a:t>] </a:t>
            </a:r>
            <a:r>
              <a:rPr sz="1800" b="1" dirty="0">
                <a:solidFill>
                  <a:srgbClr val="4590B8"/>
                </a:solidFill>
                <a:latin typeface="Consolas"/>
                <a:cs typeface="Consolas"/>
              </a:rPr>
              <a:t>END</a:t>
            </a:r>
            <a:r>
              <a:rPr sz="1800" b="1" spc="-25" dirty="0">
                <a:solidFill>
                  <a:srgbClr val="4590B8"/>
                </a:solidFill>
                <a:latin typeface="Consolas"/>
                <a:cs typeface="Consolas"/>
              </a:rPr>
              <a:t> </a:t>
            </a:r>
            <a:r>
              <a:rPr sz="1800" b="1" spc="-10" dirty="0">
                <a:solidFill>
                  <a:srgbClr val="4590B8"/>
                </a:solidFill>
                <a:latin typeface="Consolas"/>
                <a:cs typeface="Consolas"/>
              </a:rPr>
              <a:t>CASE;</a:t>
            </a:r>
            <a:endParaRPr sz="1800">
              <a:latin typeface="Consolas"/>
              <a:cs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1A315F"/>
          </a:solidFill>
        </p:spPr>
        <p:txBody>
          <a:bodyPr vert="horz" wrap="square" lIns="0" tIns="188595" rIns="0" bIns="0" rtlCol="0">
            <a:spAutoFit/>
          </a:bodyPr>
          <a:lstStyle/>
          <a:p>
            <a:pPr marL="231775" marR="6082030">
              <a:lnSpc>
                <a:spcPct val="100000"/>
              </a:lnSpc>
              <a:spcBef>
                <a:spcPts val="1485"/>
              </a:spcBef>
            </a:pPr>
            <a:r>
              <a:rPr sz="2800" dirty="0">
                <a:solidFill>
                  <a:srgbClr val="FFFFFF"/>
                </a:solidFill>
              </a:rPr>
              <a:t>FLOW-</a:t>
            </a:r>
            <a:r>
              <a:rPr sz="2800" spc="190" dirty="0">
                <a:solidFill>
                  <a:srgbClr val="FFFFFF"/>
                </a:solidFill>
              </a:rPr>
              <a:t>CONTROL</a:t>
            </a:r>
            <a:r>
              <a:rPr sz="2800" spc="120" dirty="0">
                <a:solidFill>
                  <a:srgbClr val="FFFFFF"/>
                </a:solidFill>
              </a:rPr>
              <a:t> </a:t>
            </a:r>
            <a:r>
              <a:rPr sz="2800" spc="-20" dirty="0">
                <a:solidFill>
                  <a:srgbClr val="FFFFFF"/>
                </a:solidFill>
              </a:rPr>
              <a:t>STATEMENTS: </a:t>
            </a:r>
            <a:r>
              <a:rPr sz="2800" spc="90" dirty="0">
                <a:solidFill>
                  <a:srgbClr val="FFFFFF"/>
                </a:solidFill>
              </a:rPr>
              <a:t>CASE</a:t>
            </a:r>
            <a:r>
              <a:rPr sz="2800" spc="-65" dirty="0">
                <a:solidFill>
                  <a:srgbClr val="FFFFFF"/>
                </a:solidFill>
              </a:rPr>
              <a:t> </a:t>
            </a:r>
            <a:r>
              <a:rPr sz="2800" spc="-10" dirty="0">
                <a:solidFill>
                  <a:srgbClr val="FFFFFF"/>
                </a:solidFill>
              </a:rPr>
              <a:t>STATEMENT</a:t>
            </a:r>
            <a:endParaRPr sz="2800"/>
          </a:p>
        </p:txBody>
      </p:sp>
      <p:sp>
        <p:nvSpPr>
          <p:cNvPr id="3" name="object 3"/>
          <p:cNvSpPr txBox="1"/>
          <p:nvPr/>
        </p:nvSpPr>
        <p:spPr>
          <a:xfrm>
            <a:off x="659993" y="2199843"/>
            <a:ext cx="7671434" cy="249555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4590B8"/>
                </a:solidFill>
                <a:latin typeface="Consolas"/>
                <a:cs typeface="Consolas"/>
              </a:rPr>
              <a:t>CREATE</a:t>
            </a:r>
            <a:r>
              <a:rPr sz="1800" b="1" spc="-55" dirty="0">
                <a:solidFill>
                  <a:srgbClr val="4590B8"/>
                </a:solidFill>
                <a:latin typeface="Consolas"/>
                <a:cs typeface="Consolas"/>
              </a:rPr>
              <a:t> </a:t>
            </a:r>
            <a:r>
              <a:rPr sz="1800" b="1" dirty="0">
                <a:solidFill>
                  <a:srgbClr val="4590B8"/>
                </a:solidFill>
                <a:latin typeface="Consolas"/>
                <a:cs typeface="Consolas"/>
              </a:rPr>
              <a:t>PROCEDURE</a:t>
            </a:r>
            <a:r>
              <a:rPr sz="1800" b="1" spc="-35" dirty="0">
                <a:solidFill>
                  <a:srgbClr val="4590B8"/>
                </a:solidFill>
                <a:latin typeface="Consolas"/>
                <a:cs typeface="Consolas"/>
              </a:rPr>
              <a:t> </a:t>
            </a:r>
            <a:r>
              <a:rPr sz="1800" b="1" dirty="0">
                <a:solidFill>
                  <a:srgbClr val="3C3C3C"/>
                </a:solidFill>
                <a:latin typeface="Consolas"/>
                <a:cs typeface="Consolas"/>
              </a:rPr>
              <a:t>odd_or_even</a:t>
            </a:r>
            <a:r>
              <a:rPr sz="1800" b="1" spc="-35" dirty="0">
                <a:solidFill>
                  <a:srgbClr val="3C3C3C"/>
                </a:solidFill>
                <a:latin typeface="Consolas"/>
                <a:cs typeface="Consolas"/>
              </a:rPr>
              <a:t> </a:t>
            </a:r>
            <a:r>
              <a:rPr sz="1800" b="1" dirty="0">
                <a:solidFill>
                  <a:srgbClr val="4590B8"/>
                </a:solidFill>
                <a:latin typeface="Consolas"/>
                <a:cs typeface="Consolas"/>
              </a:rPr>
              <a:t>(</a:t>
            </a:r>
            <a:r>
              <a:rPr sz="1800" b="1" spc="-45" dirty="0">
                <a:solidFill>
                  <a:srgbClr val="4590B8"/>
                </a:solidFill>
                <a:latin typeface="Consolas"/>
                <a:cs typeface="Consolas"/>
              </a:rPr>
              <a:t> </a:t>
            </a:r>
            <a:r>
              <a:rPr sz="1800" b="1" dirty="0">
                <a:solidFill>
                  <a:srgbClr val="3C3C3C"/>
                </a:solidFill>
                <a:latin typeface="Consolas"/>
                <a:cs typeface="Consolas"/>
              </a:rPr>
              <a:t>IN</a:t>
            </a:r>
            <a:r>
              <a:rPr sz="1800" b="1" spc="-45" dirty="0">
                <a:solidFill>
                  <a:srgbClr val="3C3C3C"/>
                </a:solidFill>
                <a:latin typeface="Consolas"/>
                <a:cs typeface="Consolas"/>
              </a:rPr>
              <a:t> </a:t>
            </a:r>
            <a:r>
              <a:rPr sz="1800" b="1" dirty="0">
                <a:solidFill>
                  <a:srgbClr val="3C3C3C"/>
                </a:solidFill>
                <a:latin typeface="Consolas"/>
                <a:cs typeface="Consolas"/>
              </a:rPr>
              <a:t>number</a:t>
            </a:r>
            <a:r>
              <a:rPr sz="1800" b="1" spc="-45" dirty="0">
                <a:solidFill>
                  <a:srgbClr val="3C3C3C"/>
                </a:solidFill>
                <a:latin typeface="Consolas"/>
                <a:cs typeface="Consolas"/>
              </a:rPr>
              <a:t> </a:t>
            </a:r>
            <a:r>
              <a:rPr sz="1800" b="1" dirty="0">
                <a:solidFill>
                  <a:srgbClr val="3C3C3C"/>
                </a:solidFill>
                <a:latin typeface="Consolas"/>
                <a:cs typeface="Consolas"/>
              </a:rPr>
              <a:t>INTEGER</a:t>
            </a:r>
            <a:r>
              <a:rPr sz="1800" b="1" spc="-30" dirty="0">
                <a:solidFill>
                  <a:srgbClr val="3C3C3C"/>
                </a:solidFill>
                <a:latin typeface="Consolas"/>
                <a:cs typeface="Consolas"/>
              </a:rPr>
              <a:t> </a:t>
            </a:r>
            <a:r>
              <a:rPr sz="1800" b="1" spc="-50" dirty="0">
                <a:solidFill>
                  <a:srgbClr val="4590B8"/>
                </a:solidFill>
                <a:latin typeface="Consolas"/>
                <a:cs typeface="Consolas"/>
              </a:rPr>
              <a:t>)</a:t>
            </a:r>
            <a:endParaRPr sz="1800">
              <a:latin typeface="Consolas"/>
              <a:cs typeface="Consolas"/>
            </a:endParaRPr>
          </a:p>
          <a:p>
            <a:pPr marL="12700">
              <a:lnSpc>
                <a:spcPct val="100000"/>
              </a:lnSpc>
              <a:spcBef>
                <a:spcPts val="5"/>
              </a:spcBef>
            </a:pPr>
            <a:r>
              <a:rPr sz="1800" b="1" spc="-10" dirty="0">
                <a:solidFill>
                  <a:srgbClr val="4590B8"/>
                </a:solidFill>
                <a:latin typeface="Consolas"/>
                <a:cs typeface="Consolas"/>
              </a:rPr>
              <a:t>BEGIN</a:t>
            </a:r>
            <a:endParaRPr sz="1800">
              <a:latin typeface="Consolas"/>
              <a:cs typeface="Consolas"/>
            </a:endParaRPr>
          </a:p>
          <a:p>
            <a:pPr marL="387350">
              <a:lnSpc>
                <a:spcPct val="100000"/>
              </a:lnSpc>
            </a:pPr>
            <a:r>
              <a:rPr sz="1800" b="1" dirty="0">
                <a:solidFill>
                  <a:srgbClr val="3C3C3C"/>
                </a:solidFill>
                <a:latin typeface="Consolas"/>
                <a:cs typeface="Consolas"/>
              </a:rPr>
              <a:t>DECLARE</a:t>
            </a:r>
            <a:r>
              <a:rPr sz="1800" b="1" spc="-45" dirty="0">
                <a:solidFill>
                  <a:srgbClr val="3C3C3C"/>
                </a:solidFill>
                <a:latin typeface="Consolas"/>
                <a:cs typeface="Consolas"/>
              </a:rPr>
              <a:t> </a:t>
            </a:r>
            <a:r>
              <a:rPr sz="1800" b="1" dirty="0">
                <a:solidFill>
                  <a:srgbClr val="3C3C3C"/>
                </a:solidFill>
                <a:latin typeface="Consolas"/>
                <a:cs typeface="Consolas"/>
              </a:rPr>
              <a:t>output</a:t>
            </a:r>
            <a:r>
              <a:rPr sz="1800" b="1" spc="-25" dirty="0">
                <a:solidFill>
                  <a:srgbClr val="3C3C3C"/>
                </a:solidFill>
                <a:latin typeface="Consolas"/>
                <a:cs typeface="Consolas"/>
              </a:rPr>
              <a:t> </a:t>
            </a:r>
            <a:r>
              <a:rPr sz="1800" b="1" spc="-10" dirty="0">
                <a:solidFill>
                  <a:srgbClr val="3C3C3C"/>
                </a:solidFill>
                <a:latin typeface="Consolas"/>
                <a:cs typeface="Consolas"/>
              </a:rPr>
              <a:t>VARCHAR(255);</a:t>
            </a:r>
            <a:endParaRPr sz="1800">
              <a:latin typeface="Consolas"/>
              <a:cs typeface="Consolas"/>
            </a:endParaRPr>
          </a:p>
          <a:p>
            <a:pPr marL="387350">
              <a:lnSpc>
                <a:spcPct val="100000"/>
              </a:lnSpc>
            </a:pPr>
            <a:r>
              <a:rPr sz="1800" b="1" dirty="0">
                <a:solidFill>
                  <a:srgbClr val="3C3C3C"/>
                </a:solidFill>
                <a:latin typeface="Consolas"/>
                <a:cs typeface="Consolas"/>
              </a:rPr>
              <a:t>SET</a:t>
            </a:r>
            <a:r>
              <a:rPr sz="1800" b="1" spc="-25" dirty="0">
                <a:solidFill>
                  <a:srgbClr val="3C3C3C"/>
                </a:solidFill>
                <a:latin typeface="Consolas"/>
                <a:cs typeface="Consolas"/>
              </a:rPr>
              <a:t> </a:t>
            </a:r>
            <a:r>
              <a:rPr sz="1800" b="1" dirty="0">
                <a:solidFill>
                  <a:srgbClr val="3C3C3C"/>
                </a:solidFill>
                <a:latin typeface="Consolas"/>
                <a:cs typeface="Consolas"/>
              </a:rPr>
              <a:t>output</a:t>
            </a:r>
            <a:r>
              <a:rPr sz="1800" b="1" spc="-20" dirty="0">
                <a:solidFill>
                  <a:srgbClr val="3C3C3C"/>
                </a:solidFill>
                <a:latin typeface="Consolas"/>
                <a:cs typeface="Consolas"/>
              </a:rPr>
              <a:t> </a:t>
            </a:r>
            <a:r>
              <a:rPr sz="1800" b="1" dirty="0">
                <a:solidFill>
                  <a:srgbClr val="3C3C3C"/>
                </a:solidFill>
                <a:latin typeface="Consolas"/>
                <a:cs typeface="Consolas"/>
              </a:rPr>
              <a:t>=</a:t>
            </a:r>
            <a:r>
              <a:rPr sz="1800" b="1" spc="-20" dirty="0">
                <a:solidFill>
                  <a:srgbClr val="3C3C3C"/>
                </a:solidFill>
                <a:latin typeface="Consolas"/>
                <a:cs typeface="Consolas"/>
              </a:rPr>
              <a:t> </a:t>
            </a:r>
            <a:r>
              <a:rPr sz="1800" b="1" spc="-25" dirty="0">
                <a:solidFill>
                  <a:srgbClr val="3C3C3C"/>
                </a:solidFill>
                <a:latin typeface="Consolas"/>
                <a:cs typeface="Consolas"/>
              </a:rPr>
              <a:t>‘’;</a:t>
            </a:r>
            <a:endParaRPr sz="1800">
              <a:latin typeface="Consolas"/>
              <a:cs typeface="Consolas"/>
            </a:endParaRPr>
          </a:p>
          <a:p>
            <a:pPr marL="387350">
              <a:lnSpc>
                <a:spcPct val="100000"/>
              </a:lnSpc>
            </a:pPr>
            <a:r>
              <a:rPr sz="1800" b="1" spc="-20" dirty="0">
                <a:solidFill>
                  <a:srgbClr val="3C3C3C"/>
                </a:solidFill>
                <a:latin typeface="Consolas"/>
                <a:cs typeface="Consolas"/>
              </a:rPr>
              <a:t>CASE</a:t>
            </a:r>
            <a:endParaRPr sz="1800">
              <a:latin typeface="Consolas"/>
              <a:cs typeface="Consolas"/>
            </a:endParaRPr>
          </a:p>
          <a:p>
            <a:pPr marL="763905">
              <a:lnSpc>
                <a:spcPct val="100000"/>
              </a:lnSpc>
            </a:pPr>
            <a:r>
              <a:rPr sz="1800" b="1" dirty="0">
                <a:solidFill>
                  <a:srgbClr val="3C3C3C"/>
                </a:solidFill>
                <a:latin typeface="Consolas"/>
                <a:cs typeface="Consolas"/>
              </a:rPr>
              <a:t>WHEN</a:t>
            </a:r>
            <a:r>
              <a:rPr sz="1800" b="1" spc="-30" dirty="0">
                <a:solidFill>
                  <a:srgbClr val="3C3C3C"/>
                </a:solidFill>
                <a:latin typeface="Consolas"/>
                <a:cs typeface="Consolas"/>
              </a:rPr>
              <a:t> </a:t>
            </a:r>
            <a:r>
              <a:rPr sz="1800" b="1" dirty="0">
                <a:solidFill>
                  <a:srgbClr val="3C3C3C"/>
                </a:solidFill>
                <a:latin typeface="Consolas"/>
                <a:cs typeface="Consolas"/>
              </a:rPr>
              <a:t>number</a:t>
            </a:r>
            <a:r>
              <a:rPr sz="1800" b="1" spc="-10" dirty="0">
                <a:solidFill>
                  <a:srgbClr val="3C3C3C"/>
                </a:solidFill>
                <a:latin typeface="Consolas"/>
                <a:cs typeface="Consolas"/>
              </a:rPr>
              <a:t> </a:t>
            </a:r>
            <a:r>
              <a:rPr sz="1800" b="1" dirty="0">
                <a:solidFill>
                  <a:srgbClr val="3C3C3C"/>
                </a:solidFill>
                <a:latin typeface="Consolas"/>
                <a:cs typeface="Consolas"/>
              </a:rPr>
              <a:t>%</a:t>
            </a:r>
            <a:r>
              <a:rPr sz="1800" b="1" spc="-10" dirty="0">
                <a:solidFill>
                  <a:srgbClr val="3C3C3C"/>
                </a:solidFill>
                <a:latin typeface="Consolas"/>
                <a:cs typeface="Consolas"/>
              </a:rPr>
              <a:t> </a:t>
            </a:r>
            <a:r>
              <a:rPr sz="1800" b="1" dirty="0">
                <a:solidFill>
                  <a:srgbClr val="3C3C3C"/>
                </a:solidFill>
                <a:latin typeface="Consolas"/>
                <a:cs typeface="Consolas"/>
              </a:rPr>
              <a:t>2</a:t>
            </a:r>
            <a:r>
              <a:rPr sz="1800" b="1" spc="-20" dirty="0">
                <a:solidFill>
                  <a:srgbClr val="3C3C3C"/>
                </a:solidFill>
                <a:latin typeface="Consolas"/>
                <a:cs typeface="Consolas"/>
              </a:rPr>
              <a:t> </a:t>
            </a:r>
            <a:r>
              <a:rPr sz="1800" b="1" dirty="0">
                <a:solidFill>
                  <a:srgbClr val="3C3C3C"/>
                </a:solidFill>
                <a:latin typeface="Consolas"/>
                <a:cs typeface="Consolas"/>
              </a:rPr>
              <a:t>=</a:t>
            </a:r>
            <a:r>
              <a:rPr sz="1800" b="1" spc="-10" dirty="0">
                <a:solidFill>
                  <a:srgbClr val="3C3C3C"/>
                </a:solidFill>
                <a:latin typeface="Consolas"/>
                <a:cs typeface="Consolas"/>
              </a:rPr>
              <a:t> </a:t>
            </a:r>
            <a:r>
              <a:rPr sz="1800" b="1" dirty="0">
                <a:solidFill>
                  <a:srgbClr val="3C3C3C"/>
                </a:solidFill>
                <a:latin typeface="Consolas"/>
                <a:cs typeface="Consolas"/>
              </a:rPr>
              <a:t>0</a:t>
            </a:r>
            <a:r>
              <a:rPr sz="1800" b="1" spc="-20" dirty="0">
                <a:solidFill>
                  <a:srgbClr val="3C3C3C"/>
                </a:solidFill>
                <a:latin typeface="Consolas"/>
                <a:cs typeface="Consolas"/>
              </a:rPr>
              <a:t> THEN</a:t>
            </a:r>
            <a:endParaRPr sz="1800">
              <a:latin typeface="Consolas"/>
              <a:cs typeface="Consolas"/>
            </a:endParaRPr>
          </a:p>
          <a:p>
            <a:pPr marL="1140460">
              <a:lnSpc>
                <a:spcPct val="100000"/>
              </a:lnSpc>
            </a:pPr>
            <a:r>
              <a:rPr sz="1800" b="1" dirty="0">
                <a:solidFill>
                  <a:srgbClr val="3C3C3C"/>
                </a:solidFill>
                <a:latin typeface="Consolas"/>
                <a:cs typeface="Consolas"/>
              </a:rPr>
              <a:t>SET</a:t>
            </a:r>
            <a:r>
              <a:rPr sz="1800" b="1" spc="-35" dirty="0">
                <a:solidFill>
                  <a:srgbClr val="3C3C3C"/>
                </a:solidFill>
                <a:latin typeface="Consolas"/>
                <a:cs typeface="Consolas"/>
              </a:rPr>
              <a:t> </a:t>
            </a:r>
            <a:r>
              <a:rPr sz="1800" b="1" dirty="0">
                <a:solidFill>
                  <a:srgbClr val="3C3C3C"/>
                </a:solidFill>
                <a:latin typeface="Consolas"/>
                <a:cs typeface="Consolas"/>
              </a:rPr>
              <a:t>output</a:t>
            </a:r>
            <a:r>
              <a:rPr sz="1800" b="1" spc="-20" dirty="0">
                <a:solidFill>
                  <a:srgbClr val="3C3C3C"/>
                </a:solidFill>
                <a:latin typeface="Consolas"/>
                <a:cs typeface="Consolas"/>
              </a:rPr>
              <a:t> </a:t>
            </a:r>
            <a:r>
              <a:rPr sz="1800" b="1" dirty="0">
                <a:solidFill>
                  <a:srgbClr val="3C3C3C"/>
                </a:solidFill>
                <a:latin typeface="Consolas"/>
                <a:cs typeface="Consolas"/>
              </a:rPr>
              <a:t>=</a:t>
            </a:r>
            <a:r>
              <a:rPr sz="1800" b="1" spc="-30" dirty="0">
                <a:solidFill>
                  <a:srgbClr val="3C3C3C"/>
                </a:solidFill>
                <a:latin typeface="Consolas"/>
                <a:cs typeface="Consolas"/>
              </a:rPr>
              <a:t> </a:t>
            </a:r>
            <a:r>
              <a:rPr sz="1800" b="1" dirty="0">
                <a:solidFill>
                  <a:srgbClr val="3C3C3C"/>
                </a:solidFill>
                <a:latin typeface="Consolas"/>
                <a:cs typeface="Consolas"/>
              </a:rPr>
              <a:t>CONCAT(number,‘</a:t>
            </a:r>
            <a:r>
              <a:rPr sz="1800" b="1" spc="-30" dirty="0">
                <a:solidFill>
                  <a:srgbClr val="3C3C3C"/>
                </a:solidFill>
                <a:latin typeface="Consolas"/>
                <a:cs typeface="Consolas"/>
              </a:rPr>
              <a:t> </a:t>
            </a:r>
            <a:r>
              <a:rPr sz="1800" b="1" dirty="0">
                <a:solidFill>
                  <a:srgbClr val="3C3C3C"/>
                </a:solidFill>
                <a:latin typeface="Consolas"/>
                <a:cs typeface="Consolas"/>
              </a:rPr>
              <a:t>’,‘is</a:t>
            </a:r>
            <a:r>
              <a:rPr sz="1800" b="1" spc="-20" dirty="0">
                <a:solidFill>
                  <a:srgbClr val="3C3C3C"/>
                </a:solidFill>
                <a:latin typeface="Consolas"/>
                <a:cs typeface="Consolas"/>
              </a:rPr>
              <a:t> </a:t>
            </a:r>
            <a:r>
              <a:rPr sz="1800" b="1" dirty="0">
                <a:solidFill>
                  <a:srgbClr val="3C3C3C"/>
                </a:solidFill>
                <a:latin typeface="Consolas"/>
                <a:cs typeface="Consolas"/>
              </a:rPr>
              <a:t>an</a:t>
            </a:r>
            <a:r>
              <a:rPr sz="1800" b="1" spc="-30" dirty="0">
                <a:solidFill>
                  <a:srgbClr val="3C3C3C"/>
                </a:solidFill>
                <a:latin typeface="Consolas"/>
                <a:cs typeface="Consolas"/>
              </a:rPr>
              <a:t> </a:t>
            </a:r>
            <a:r>
              <a:rPr sz="1800" b="1" dirty="0">
                <a:solidFill>
                  <a:srgbClr val="3C3C3C"/>
                </a:solidFill>
                <a:latin typeface="Consolas"/>
                <a:cs typeface="Consolas"/>
              </a:rPr>
              <a:t>even</a:t>
            </a:r>
            <a:r>
              <a:rPr sz="1800" b="1" spc="-30" dirty="0">
                <a:solidFill>
                  <a:srgbClr val="3C3C3C"/>
                </a:solidFill>
                <a:latin typeface="Consolas"/>
                <a:cs typeface="Consolas"/>
              </a:rPr>
              <a:t> </a:t>
            </a:r>
            <a:r>
              <a:rPr sz="1800" b="1" spc="-10" dirty="0">
                <a:solidFill>
                  <a:srgbClr val="3C3C3C"/>
                </a:solidFill>
                <a:latin typeface="Consolas"/>
                <a:cs typeface="Consolas"/>
              </a:rPr>
              <a:t>number’);</a:t>
            </a:r>
            <a:endParaRPr sz="1800">
              <a:latin typeface="Consolas"/>
              <a:cs typeface="Consolas"/>
            </a:endParaRPr>
          </a:p>
          <a:p>
            <a:pPr marL="763905">
              <a:lnSpc>
                <a:spcPct val="100000"/>
              </a:lnSpc>
            </a:pPr>
            <a:r>
              <a:rPr sz="1800" b="1" spc="-20" dirty="0">
                <a:solidFill>
                  <a:srgbClr val="3C3C3C"/>
                </a:solidFill>
                <a:latin typeface="Consolas"/>
                <a:cs typeface="Consolas"/>
              </a:rPr>
              <a:t>ELSE</a:t>
            </a:r>
            <a:endParaRPr sz="1800">
              <a:latin typeface="Consolas"/>
              <a:cs typeface="Consolas"/>
            </a:endParaRPr>
          </a:p>
          <a:p>
            <a:pPr marL="1140460">
              <a:lnSpc>
                <a:spcPct val="100000"/>
              </a:lnSpc>
            </a:pPr>
            <a:r>
              <a:rPr sz="1800" b="1" dirty="0">
                <a:solidFill>
                  <a:srgbClr val="3C3C3C"/>
                </a:solidFill>
                <a:latin typeface="Consolas"/>
                <a:cs typeface="Consolas"/>
              </a:rPr>
              <a:t>SET</a:t>
            </a:r>
            <a:r>
              <a:rPr sz="1800" b="1" spc="-35" dirty="0">
                <a:solidFill>
                  <a:srgbClr val="3C3C3C"/>
                </a:solidFill>
                <a:latin typeface="Consolas"/>
                <a:cs typeface="Consolas"/>
              </a:rPr>
              <a:t> </a:t>
            </a:r>
            <a:r>
              <a:rPr sz="1800" b="1" dirty="0">
                <a:solidFill>
                  <a:srgbClr val="3C3C3C"/>
                </a:solidFill>
                <a:latin typeface="Consolas"/>
                <a:cs typeface="Consolas"/>
              </a:rPr>
              <a:t>output</a:t>
            </a:r>
            <a:r>
              <a:rPr sz="1800" b="1" spc="-20" dirty="0">
                <a:solidFill>
                  <a:srgbClr val="3C3C3C"/>
                </a:solidFill>
                <a:latin typeface="Consolas"/>
                <a:cs typeface="Consolas"/>
              </a:rPr>
              <a:t> </a:t>
            </a:r>
            <a:r>
              <a:rPr sz="1800" b="1" dirty="0">
                <a:solidFill>
                  <a:srgbClr val="3C3C3C"/>
                </a:solidFill>
                <a:latin typeface="Consolas"/>
                <a:cs typeface="Consolas"/>
              </a:rPr>
              <a:t>=</a:t>
            </a:r>
            <a:r>
              <a:rPr sz="1800" b="1" spc="-30" dirty="0">
                <a:solidFill>
                  <a:srgbClr val="3C3C3C"/>
                </a:solidFill>
                <a:latin typeface="Consolas"/>
                <a:cs typeface="Consolas"/>
              </a:rPr>
              <a:t> </a:t>
            </a:r>
            <a:r>
              <a:rPr sz="1800" b="1" dirty="0">
                <a:solidFill>
                  <a:srgbClr val="3C3C3C"/>
                </a:solidFill>
                <a:latin typeface="Consolas"/>
                <a:cs typeface="Consolas"/>
              </a:rPr>
              <a:t>CONCAT(number,‘</a:t>
            </a:r>
            <a:r>
              <a:rPr sz="1800" b="1" spc="-25" dirty="0">
                <a:solidFill>
                  <a:srgbClr val="3C3C3C"/>
                </a:solidFill>
                <a:latin typeface="Consolas"/>
                <a:cs typeface="Consolas"/>
              </a:rPr>
              <a:t> </a:t>
            </a:r>
            <a:r>
              <a:rPr sz="1800" b="1" dirty="0">
                <a:solidFill>
                  <a:srgbClr val="3C3C3C"/>
                </a:solidFill>
                <a:latin typeface="Consolas"/>
                <a:cs typeface="Consolas"/>
              </a:rPr>
              <a:t>’,‘is</a:t>
            </a:r>
            <a:r>
              <a:rPr sz="1800" b="1" spc="-25" dirty="0">
                <a:solidFill>
                  <a:srgbClr val="3C3C3C"/>
                </a:solidFill>
                <a:latin typeface="Consolas"/>
                <a:cs typeface="Consolas"/>
              </a:rPr>
              <a:t> </a:t>
            </a:r>
            <a:r>
              <a:rPr sz="1800" b="1" dirty="0">
                <a:solidFill>
                  <a:srgbClr val="3C3C3C"/>
                </a:solidFill>
                <a:latin typeface="Consolas"/>
                <a:cs typeface="Consolas"/>
              </a:rPr>
              <a:t>an</a:t>
            </a:r>
            <a:r>
              <a:rPr sz="1800" b="1" spc="-30" dirty="0">
                <a:solidFill>
                  <a:srgbClr val="3C3C3C"/>
                </a:solidFill>
                <a:latin typeface="Consolas"/>
                <a:cs typeface="Consolas"/>
              </a:rPr>
              <a:t> </a:t>
            </a:r>
            <a:r>
              <a:rPr sz="1800" b="1" dirty="0">
                <a:solidFill>
                  <a:srgbClr val="3C3C3C"/>
                </a:solidFill>
                <a:latin typeface="Consolas"/>
                <a:cs typeface="Consolas"/>
              </a:rPr>
              <a:t>odd</a:t>
            </a:r>
            <a:r>
              <a:rPr sz="1800" b="1" spc="-25" dirty="0">
                <a:solidFill>
                  <a:srgbClr val="3C3C3C"/>
                </a:solidFill>
                <a:latin typeface="Consolas"/>
                <a:cs typeface="Consolas"/>
              </a:rPr>
              <a:t> </a:t>
            </a:r>
            <a:r>
              <a:rPr sz="1800" b="1" spc="-10" dirty="0">
                <a:solidFill>
                  <a:srgbClr val="3C3C3C"/>
                </a:solidFill>
                <a:latin typeface="Consolas"/>
                <a:cs typeface="Consolas"/>
              </a:rPr>
              <a:t>number’);</a:t>
            </a:r>
            <a:endParaRPr sz="1800">
              <a:latin typeface="Consolas"/>
              <a:cs typeface="Consolas"/>
            </a:endParaRPr>
          </a:p>
        </p:txBody>
      </p:sp>
      <p:sp>
        <p:nvSpPr>
          <p:cNvPr id="4" name="object 4"/>
          <p:cNvSpPr txBox="1"/>
          <p:nvPr/>
        </p:nvSpPr>
        <p:spPr>
          <a:xfrm>
            <a:off x="659993" y="4669663"/>
            <a:ext cx="4035425" cy="848994"/>
          </a:xfrm>
          <a:prstGeom prst="rect">
            <a:avLst/>
          </a:prstGeom>
        </p:spPr>
        <p:txBody>
          <a:bodyPr vert="horz" wrap="square" lIns="0" tIns="12700" rIns="0" bIns="0" rtlCol="0">
            <a:spAutoFit/>
          </a:bodyPr>
          <a:lstStyle/>
          <a:p>
            <a:pPr marL="387350">
              <a:lnSpc>
                <a:spcPct val="100000"/>
              </a:lnSpc>
              <a:spcBef>
                <a:spcPts val="100"/>
              </a:spcBef>
            </a:pPr>
            <a:r>
              <a:rPr sz="1800" b="1" dirty="0">
                <a:solidFill>
                  <a:srgbClr val="3C3C3C"/>
                </a:solidFill>
                <a:latin typeface="Consolas"/>
                <a:cs typeface="Consolas"/>
              </a:rPr>
              <a:t>END</a:t>
            </a:r>
            <a:r>
              <a:rPr sz="1800" b="1" spc="-20" dirty="0">
                <a:solidFill>
                  <a:srgbClr val="3C3C3C"/>
                </a:solidFill>
                <a:latin typeface="Consolas"/>
                <a:cs typeface="Consolas"/>
              </a:rPr>
              <a:t> </a:t>
            </a:r>
            <a:r>
              <a:rPr sz="1800" b="1" spc="-10" dirty="0">
                <a:solidFill>
                  <a:srgbClr val="3C3C3C"/>
                </a:solidFill>
                <a:latin typeface="Consolas"/>
                <a:cs typeface="Consolas"/>
              </a:rPr>
              <a:t>CASE;</a:t>
            </a:r>
            <a:endParaRPr sz="1800">
              <a:latin typeface="Consolas"/>
              <a:cs typeface="Consolas"/>
            </a:endParaRPr>
          </a:p>
          <a:p>
            <a:pPr marL="387350">
              <a:lnSpc>
                <a:spcPct val="100000"/>
              </a:lnSpc>
            </a:pPr>
            <a:r>
              <a:rPr sz="1800" b="1" dirty="0">
                <a:solidFill>
                  <a:srgbClr val="3C3C3C"/>
                </a:solidFill>
                <a:latin typeface="Consolas"/>
                <a:cs typeface="Consolas"/>
              </a:rPr>
              <a:t>SELECT</a:t>
            </a:r>
            <a:r>
              <a:rPr sz="1800" b="1" spc="-40" dirty="0">
                <a:solidFill>
                  <a:srgbClr val="3C3C3C"/>
                </a:solidFill>
                <a:latin typeface="Consolas"/>
                <a:cs typeface="Consolas"/>
              </a:rPr>
              <a:t> </a:t>
            </a:r>
            <a:r>
              <a:rPr sz="1800" b="1" dirty="0">
                <a:solidFill>
                  <a:srgbClr val="3C3C3C"/>
                </a:solidFill>
                <a:latin typeface="Consolas"/>
                <a:cs typeface="Consolas"/>
              </a:rPr>
              <a:t>output</a:t>
            </a:r>
            <a:r>
              <a:rPr sz="1800" b="1" spc="-15" dirty="0">
                <a:solidFill>
                  <a:srgbClr val="3C3C3C"/>
                </a:solidFill>
                <a:latin typeface="Consolas"/>
                <a:cs typeface="Consolas"/>
              </a:rPr>
              <a:t> </a:t>
            </a:r>
            <a:r>
              <a:rPr sz="1800" b="1" dirty="0">
                <a:solidFill>
                  <a:srgbClr val="3C3C3C"/>
                </a:solidFill>
                <a:latin typeface="Consolas"/>
                <a:cs typeface="Consolas"/>
              </a:rPr>
              <a:t>“Odd</a:t>
            </a:r>
            <a:r>
              <a:rPr sz="1800" b="1" spc="-30" dirty="0">
                <a:solidFill>
                  <a:srgbClr val="3C3C3C"/>
                </a:solidFill>
                <a:latin typeface="Consolas"/>
                <a:cs typeface="Consolas"/>
              </a:rPr>
              <a:t> </a:t>
            </a:r>
            <a:r>
              <a:rPr sz="1800" b="1" dirty="0">
                <a:solidFill>
                  <a:srgbClr val="3C3C3C"/>
                </a:solidFill>
                <a:latin typeface="Consolas"/>
                <a:cs typeface="Consolas"/>
              </a:rPr>
              <a:t>Or</a:t>
            </a:r>
            <a:r>
              <a:rPr sz="1800" b="1" spc="-15" dirty="0">
                <a:solidFill>
                  <a:srgbClr val="3C3C3C"/>
                </a:solidFill>
                <a:latin typeface="Consolas"/>
                <a:cs typeface="Consolas"/>
              </a:rPr>
              <a:t> </a:t>
            </a:r>
            <a:r>
              <a:rPr sz="1800" b="1" spc="-10" dirty="0">
                <a:solidFill>
                  <a:srgbClr val="3C3C3C"/>
                </a:solidFill>
                <a:latin typeface="Consolas"/>
                <a:cs typeface="Consolas"/>
              </a:rPr>
              <a:t>Even?”;</a:t>
            </a:r>
            <a:endParaRPr sz="1800">
              <a:latin typeface="Consolas"/>
              <a:cs typeface="Consolas"/>
            </a:endParaRPr>
          </a:p>
          <a:p>
            <a:pPr marL="12700">
              <a:lnSpc>
                <a:spcPct val="100000"/>
              </a:lnSpc>
            </a:pPr>
            <a:r>
              <a:rPr sz="1800" b="1" spc="-25" dirty="0">
                <a:solidFill>
                  <a:srgbClr val="4590B8"/>
                </a:solidFill>
                <a:latin typeface="Consolas"/>
                <a:cs typeface="Consolas"/>
              </a:rPr>
              <a:t>END</a:t>
            </a:r>
            <a:endParaRPr sz="1800">
              <a:latin typeface="Consolas"/>
              <a:cs typeface="Consolas"/>
            </a:endParaRPr>
          </a:p>
        </p:txBody>
      </p:sp>
      <p:sp>
        <p:nvSpPr>
          <p:cNvPr id="5" name="object 5"/>
          <p:cNvSpPr txBox="1"/>
          <p:nvPr/>
        </p:nvSpPr>
        <p:spPr>
          <a:xfrm>
            <a:off x="6278117" y="4810505"/>
            <a:ext cx="5334000" cy="1754505"/>
          </a:xfrm>
          <a:prstGeom prst="rect">
            <a:avLst/>
          </a:prstGeom>
          <a:ln w="28575">
            <a:solidFill>
              <a:srgbClr val="1A315F"/>
            </a:solidFill>
          </a:ln>
        </p:spPr>
        <p:txBody>
          <a:bodyPr vert="horz" wrap="square" lIns="0" tIns="31750" rIns="0" bIns="0" rtlCol="0">
            <a:spAutoFit/>
          </a:bodyPr>
          <a:lstStyle/>
          <a:p>
            <a:pPr marL="90805">
              <a:lnSpc>
                <a:spcPct val="100000"/>
              </a:lnSpc>
              <a:spcBef>
                <a:spcPts val="250"/>
              </a:spcBef>
            </a:pPr>
            <a:r>
              <a:rPr sz="1800" b="1" spc="-20" dirty="0">
                <a:solidFill>
                  <a:srgbClr val="4590B8"/>
                </a:solidFill>
                <a:latin typeface="Consolas"/>
                <a:cs typeface="Consolas"/>
              </a:rPr>
              <a:t>CASE</a:t>
            </a:r>
            <a:endParaRPr sz="1800">
              <a:latin typeface="Consolas"/>
              <a:cs typeface="Consolas"/>
            </a:endParaRPr>
          </a:p>
          <a:p>
            <a:pPr marL="466090">
              <a:lnSpc>
                <a:spcPct val="100000"/>
              </a:lnSpc>
            </a:pPr>
            <a:r>
              <a:rPr sz="1800" b="1" dirty="0">
                <a:solidFill>
                  <a:srgbClr val="4590B8"/>
                </a:solidFill>
                <a:latin typeface="Consolas"/>
                <a:cs typeface="Consolas"/>
              </a:rPr>
              <a:t>WHEN</a:t>
            </a:r>
            <a:r>
              <a:rPr sz="1800" b="1" spc="-30" dirty="0">
                <a:solidFill>
                  <a:srgbClr val="4590B8"/>
                </a:solidFill>
                <a:latin typeface="Consolas"/>
                <a:cs typeface="Consolas"/>
              </a:rPr>
              <a:t> </a:t>
            </a:r>
            <a:r>
              <a:rPr sz="1800" b="1" dirty="0">
                <a:latin typeface="Consolas"/>
                <a:cs typeface="Consolas"/>
              </a:rPr>
              <a:t>condition</a:t>
            </a:r>
            <a:r>
              <a:rPr sz="1800" b="1" spc="-25" dirty="0">
                <a:latin typeface="Consolas"/>
                <a:cs typeface="Consolas"/>
              </a:rPr>
              <a:t> </a:t>
            </a:r>
            <a:r>
              <a:rPr sz="1800" b="1" dirty="0">
                <a:solidFill>
                  <a:srgbClr val="4590B8"/>
                </a:solidFill>
                <a:latin typeface="Consolas"/>
                <a:cs typeface="Consolas"/>
              </a:rPr>
              <a:t>THEN</a:t>
            </a:r>
            <a:r>
              <a:rPr sz="1800" b="1" spc="-25" dirty="0">
                <a:solidFill>
                  <a:srgbClr val="4590B8"/>
                </a:solidFill>
                <a:latin typeface="Consolas"/>
                <a:cs typeface="Consolas"/>
              </a:rPr>
              <a:t> </a:t>
            </a:r>
            <a:r>
              <a:rPr sz="1800" b="1" spc="-10" dirty="0">
                <a:latin typeface="Consolas"/>
                <a:cs typeface="Consolas"/>
              </a:rPr>
              <a:t>statement_list</a:t>
            </a:r>
            <a:endParaRPr sz="1800">
              <a:latin typeface="Consolas"/>
              <a:cs typeface="Consolas"/>
            </a:endParaRPr>
          </a:p>
          <a:p>
            <a:pPr marL="466090">
              <a:lnSpc>
                <a:spcPct val="100000"/>
              </a:lnSpc>
            </a:pPr>
            <a:r>
              <a:rPr sz="1800" b="1" dirty="0">
                <a:solidFill>
                  <a:srgbClr val="959FA7"/>
                </a:solidFill>
                <a:latin typeface="Consolas"/>
                <a:cs typeface="Consolas"/>
              </a:rPr>
              <a:t>[</a:t>
            </a:r>
            <a:r>
              <a:rPr sz="1800" b="1" spc="-35" dirty="0">
                <a:solidFill>
                  <a:srgbClr val="959FA7"/>
                </a:solidFill>
                <a:latin typeface="Consolas"/>
                <a:cs typeface="Consolas"/>
              </a:rPr>
              <a:t> </a:t>
            </a:r>
            <a:r>
              <a:rPr sz="1800" b="1" dirty="0">
                <a:solidFill>
                  <a:srgbClr val="4590B8"/>
                </a:solidFill>
                <a:latin typeface="Consolas"/>
                <a:cs typeface="Consolas"/>
              </a:rPr>
              <a:t>WHEN</a:t>
            </a:r>
            <a:r>
              <a:rPr sz="1800" b="1" spc="-40" dirty="0">
                <a:solidFill>
                  <a:srgbClr val="4590B8"/>
                </a:solidFill>
                <a:latin typeface="Consolas"/>
                <a:cs typeface="Consolas"/>
              </a:rPr>
              <a:t> </a:t>
            </a:r>
            <a:r>
              <a:rPr sz="1800" b="1" dirty="0">
                <a:latin typeface="Consolas"/>
                <a:cs typeface="Consolas"/>
              </a:rPr>
              <a:t>condition</a:t>
            </a:r>
            <a:r>
              <a:rPr sz="1800" b="1" spc="-25" dirty="0">
                <a:latin typeface="Consolas"/>
                <a:cs typeface="Consolas"/>
              </a:rPr>
              <a:t> </a:t>
            </a:r>
            <a:r>
              <a:rPr sz="1800" b="1" dirty="0">
                <a:solidFill>
                  <a:srgbClr val="4590B8"/>
                </a:solidFill>
                <a:latin typeface="Consolas"/>
                <a:cs typeface="Consolas"/>
              </a:rPr>
              <a:t>THEN</a:t>
            </a:r>
            <a:r>
              <a:rPr sz="1800" b="1" spc="-25" dirty="0">
                <a:solidFill>
                  <a:srgbClr val="4590B8"/>
                </a:solidFill>
                <a:latin typeface="Consolas"/>
                <a:cs typeface="Consolas"/>
              </a:rPr>
              <a:t> </a:t>
            </a:r>
            <a:r>
              <a:rPr sz="1800" b="1" dirty="0">
                <a:latin typeface="Consolas"/>
                <a:cs typeface="Consolas"/>
              </a:rPr>
              <a:t>statement_list</a:t>
            </a:r>
            <a:r>
              <a:rPr sz="1800" b="1" spc="-30" dirty="0">
                <a:latin typeface="Consolas"/>
                <a:cs typeface="Consolas"/>
              </a:rPr>
              <a:t> </a:t>
            </a:r>
            <a:r>
              <a:rPr sz="1800" b="1" spc="-50" dirty="0">
                <a:solidFill>
                  <a:srgbClr val="959FA7"/>
                </a:solidFill>
                <a:latin typeface="Consolas"/>
                <a:cs typeface="Consolas"/>
              </a:rPr>
              <a:t>]</a:t>
            </a:r>
            <a:endParaRPr sz="1800">
              <a:latin typeface="Consolas"/>
              <a:cs typeface="Consolas"/>
            </a:endParaRPr>
          </a:p>
          <a:p>
            <a:pPr marL="466090">
              <a:lnSpc>
                <a:spcPct val="100000"/>
              </a:lnSpc>
            </a:pPr>
            <a:r>
              <a:rPr sz="1800" b="1" spc="-25" dirty="0">
                <a:latin typeface="Consolas"/>
                <a:cs typeface="Consolas"/>
              </a:rPr>
              <a:t>...</a:t>
            </a:r>
            <a:endParaRPr sz="1800">
              <a:latin typeface="Consolas"/>
              <a:cs typeface="Consolas"/>
            </a:endParaRPr>
          </a:p>
          <a:p>
            <a:pPr marL="90805" marR="1975485" indent="375285">
              <a:lnSpc>
                <a:spcPct val="100000"/>
              </a:lnSpc>
            </a:pPr>
            <a:r>
              <a:rPr sz="1800" b="1" dirty="0">
                <a:solidFill>
                  <a:srgbClr val="959FA7"/>
                </a:solidFill>
                <a:latin typeface="Consolas"/>
                <a:cs typeface="Consolas"/>
              </a:rPr>
              <a:t>[</a:t>
            </a:r>
            <a:r>
              <a:rPr sz="1800" b="1" spc="-35" dirty="0">
                <a:solidFill>
                  <a:srgbClr val="959FA7"/>
                </a:solidFill>
                <a:latin typeface="Consolas"/>
                <a:cs typeface="Consolas"/>
              </a:rPr>
              <a:t> </a:t>
            </a:r>
            <a:r>
              <a:rPr sz="1800" b="1" dirty="0">
                <a:solidFill>
                  <a:srgbClr val="4590B8"/>
                </a:solidFill>
                <a:latin typeface="Consolas"/>
                <a:cs typeface="Consolas"/>
              </a:rPr>
              <a:t>ELSE</a:t>
            </a:r>
            <a:r>
              <a:rPr sz="1800" b="1" spc="-30" dirty="0">
                <a:solidFill>
                  <a:srgbClr val="4590B8"/>
                </a:solidFill>
                <a:latin typeface="Consolas"/>
                <a:cs typeface="Consolas"/>
              </a:rPr>
              <a:t> </a:t>
            </a:r>
            <a:r>
              <a:rPr sz="1800" b="1" dirty="0">
                <a:latin typeface="Consolas"/>
                <a:cs typeface="Consolas"/>
              </a:rPr>
              <a:t>statement_list</a:t>
            </a:r>
            <a:r>
              <a:rPr sz="1800" b="1" spc="-20" dirty="0">
                <a:latin typeface="Consolas"/>
                <a:cs typeface="Consolas"/>
              </a:rPr>
              <a:t> </a:t>
            </a:r>
            <a:r>
              <a:rPr sz="1800" b="1" spc="-50" dirty="0">
                <a:solidFill>
                  <a:srgbClr val="959FA7"/>
                </a:solidFill>
                <a:latin typeface="Consolas"/>
                <a:cs typeface="Consolas"/>
              </a:rPr>
              <a:t>] </a:t>
            </a:r>
            <a:r>
              <a:rPr sz="1800" b="1" dirty="0">
                <a:solidFill>
                  <a:srgbClr val="4590B8"/>
                </a:solidFill>
                <a:latin typeface="Consolas"/>
                <a:cs typeface="Consolas"/>
              </a:rPr>
              <a:t>END</a:t>
            </a:r>
            <a:r>
              <a:rPr sz="1800" b="1" spc="-25" dirty="0">
                <a:solidFill>
                  <a:srgbClr val="4590B8"/>
                </a:solidFill>
                <a:latin typeface="Consolas"/>
                <a:cs typeface="Consolas"/>
              </a:rPr>
              <a:t> </a:t>
            </a:r>
            <a:r>
              <a:rPr sz="1800" b="1" spc="-10" dirty="0">
                <a:solidFill>
                  <a:srgbClr val="4590B8"/>
                </a:solidFill>
                <a:latin typeface="Consolas"/>
                <a:cs typeface="Consolas"/>
              </a:rPr>
              <a:t>CASE;</a:t>
            </a:r>
            <a:endParaRPr sz="1800">
              <a:latin typeface="Consolas"/>
              <a:cs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1A315F"/>
          </a:solidFill>
        </p:spPr>
        <p:txBody>
          <a:bodyPr vert="horz" wrap="square" lIns="0" tIns="188595" rIns="0" bIns="0" rtlCol="0">
            <a:spAutoFit/>
          </a:bodyPr>
          <a:lstStyle/>
          <a:p>
            <a:pPr marL="231775" marR="6082030">
              <a:lnSpc>
                <a:spcPct val="100000"/>
              </a:lnSpc>
              <a:spcBef>
                <a:spcPts val="1485"/>
              </a:spcBef>
            </a:pPr>
            <a:r>
              <a:rPr sz="2800" dirty="0">
                <a:solidFill>
                  <a:srgbClr val="FFFFFF"/>
                </a:solidFill>
              </a:rPr>
              <a:t>FLOW-</a:t>
            </a:r>
            <a:r>
              <a:rPr sz="2800" spc="190" dirty="0">
                <a:solidFill>
                  <a:srgbClr val="FFFFFF"/>
                </a:solidFill>
              </a:rPr>
              <a:t>CONTROL</a:t>
            </a:r>
            <a:r>
              <a:rPr sz="2800" spc="120" dirty="0">
                <a:solidFill>
                  <a:srgbClr val="FFFFFF"/>
                </a:solidFill>
              </a:rPr>
              <a:t> </a:t>
            </a:r>
            <a:r>
              <a:rPr sz="2800" spc="-20" dirty="0">
                <a:solidFill>
                  <a:srgbClr val="FFFFFF"/>
                </a:solidFill>
              </a:rPr>
              <a:t>STATEMENTS: </a:t>
            </a:r>
            <a:r>
              <a:rPr sz="2800" spc="95" dirty="0">
                <a:solidFill>
                  <a:srgbClr val="FFFFFF"/>
                </a:solidFill>
              </a:rPr>
              <a:t>WHILE</a:t>
            </a:r>
            <a:r>
              <a:rPr sz="2800" spc="-75" dirty="0">
                <a:solidFill>
                  <a:srgbClr val="FFFFFF"/>
                </a:solidFill>
              </a:rPr>
              <a:t> </a:t>
            </a:r>
            <a:r>
              <a:rPr sz="2800" spc="-10" dirty="0">
                <a:solidFill>
                  <a:srgbClr val="FFFFFF"/>
                </a:solidFill>
              </a:rPr>
              <a:t>STATEMENT</a:t>
            </a:r>
            <a:endParaRPr sz="2800"/>
          </a:p>
        </p:txBody>
      </p:sp>
      <p:sp>
        <p:nvSpPr>
          <p:cNvPr id="3" name="object 3"/>
          <p:cNvSpPr txBox="1"/>
          <p:nvPr/>
        </p:nvSpPr>
        <p:spPr>
          <a:xfrm>
            <a:off x="659993" y="3142234"/>
            <a:ext cx="7672070" cy="3318510"/>
          </a:xfrm>
          <a:prstGeom prst="rect">
            <a:avLst/>
          </a:prstGeom>
        </p:spPr>
        <p:txBody>
          <a:bodyPr vert="horz" wrap="square" lIns="0" tIns="12700" rIns="0" bIns="0" rtlCol="0">
            <a:spAutoFit/>
          </a:bodyPr>
          <a:lstStyle/>
          <a:p>
            <a:pPr marL="12700" marR="631825">
              <a:lnSpc>
                <a:spcPct val="100000"/>
              </a:lnSpc>
              <a:spcBef>
                <a:spcPts val="100"/>
              </a:spcBef>
            </a:pPr>
            <a:r>
              <a:rPr sz="1800" b="1" dirty="0">
                <a:solidFill>
                  <a:srgbClr val="4590B8"/>
                </a:solidFill>
                <a:latin typeface="Consolas"/>
                <a:cs typeface="Consolas"/>
              </a:rPr>
              <a:t>CREATE</a:t>
            </a:r>
            <a:r>
              <a:rPr sz="1800" b="1" spc="-50" dirty="0">
                <a:solidFill>
                  <a:srgbClr val="4590B8"/>
                </a:solidFill>
                <a:latin typeface="Consolas"/>
                <a:cs typeface="Consolas"/>
              </a:rPr>
              <a:t> </a:t>
            </a:r>
            <a:r>
              <a:rPr sz="1800" b="1" dirty="0">
                <a:solidFill>
                  <a:srgbClr val="4590B8"/>
                </a:solidFill>
                <a:latin typeface="Consolas"/>
                <a:cs typeface="Consolas"/>
              </a:rPr>
              <a:t>PROCEDURE</a:t>
            </a:r>
            <a:r>
              <a:rPr sz="1800" b="1" spc="-25" dirty="0">
                <a:solidFill>
                  <a:srgbClr val="4590B8"/>
                </a:solidFill>
                <a:latin typeface="Consolas"/>
                <a:cs typeface="Consolas"/>
              </a:rPr>
              <a:t> </a:t>
            </a:r>
            <a:r>
              <a:rPr sz="1800" b="1" dirty="0">
                <a:solidFill>
                  <a:srgbClr val="3C3C3C"/>
                </a:solidFill>
                <a:latin typeface="Consolas"/>
                <a:cs typeface="Consolas"/>
              </a:rPr>
              <a:t>show_numbers</a:t>
            </a:r>
            <a:r>
              <a:rPr sz="1800" b="1" spc="-20" dirty="0">
                <a:solidFill>
                  <a:srgbClr val="3C3C3C"/>
                </a:solidFill>
                <a:latin typeface="Consolas"/>
                <a:cs typeface="Consolas"/>
              </a:rPr>
              <a:t> </a:t>
            </a:r>
            <a:r>
              <a:rPr sz="1800" b="1" dirty="0">
                <a:solidFill>
                  <a:srgbClr val="4590B8"/>
                </a:solidFill>
                <a:latin typeface="Consolas"/>
                <a:cs typeface="Consolas"/>
              </a:rPr>
              <a:t>(</a:t>
            </a:r>
            <a:r>
              <a:rPr sz="1800" b="1" spc="-25" dirty="0">
                <a:solidFill>
                  <a:srgbClr val="4590B8"/>
                </a:solidFill>
                <a:latin typeface="Consolas"/>
                <a:cs typeface="Consolas"/>
              </a:rPr>
              <a:t> </a:t>
            </a:r>
            <a:r>
              <a:rPr sz="1800" b="1" dirty="0">
                <a:solidFill>
                  <a:srgbClr val="3C3C3C"/>
                </a:solidFill>
                <a:latin typeface="Consolas"/>
                <a:cs typeface="Consolas"/>
              </a:rPr>
              <a:t>IN</a:t>
            </a:r>
            <a:r>
              <a:rPr sz="1800" b="1" spc="-35" dirty="0">
                <a:solidFill>
                  <a:srgbClr val="3C3C3C"/>
                </a:solidFill>
                <a:latin typeface="Consolas"/>
                <a:cs typeface="Consolas"/>
              </a:rPr>
              <a:t> </a:t>
            </a:r>
            <a:r>
              <a:rPr sz="1800" b="1" dirty="0">
                <a:solidFill>
                  <a:srgbClr val="3C3C3C"/>
                </a:solidFill>
                <a:latin typeface="Consolas"/>
                <a:cs typeface="Consolas"/>
              </a:rPr>
              <a:t>upper_limit</a:t>
            </a:r>
            <a:r>
              <a:rPr sz="1800" b="1" spc="-35" dirty="0">
                <a:solidFill>
                  <a:srgbClr val="3C3C3C"/>
                </a:solidFill>
                <a:latin typeface="Consolas"/>
                <a:cs typeface="Consolas"/>
              </a:rPr>
              <a:t> </a:t>
            </a:r>
            <a:r>
              <a:rPr sz="1800" b="1" dirty="0">
                <a:solidFill>
                  <a:srgbClr val="3C3C3C"/>
                </a:solidFill>
                <a:latin typeface="Consolas"/>
                <a:cs typeface="Consolas"/>
              </a:rPr>
              <a:t>INTEGER</a:t>
            </a:r>
            <a:r>
              <a:rPr sz="1800" b="1" spc="-30" dirty="0">
                <a:solidFill>
                  <a:srgbClr val="3C3C3C"/>
                </a:solidFill>
                <a:latin typeface="Consolas"/>
                <a:cs typeface="Consolas"/>
              </a:rPr>
              <a:t> </a:t>
            </a:r>
            <a:r>
              <a:rPr sz="1800" b="1" spc="-50" dirty="0">
                <a:solidFill>
                  <a:srgbClr val="4590B8"/>
                </a:solidFill>
                <a:latin typeface="Consolas"/>
                <a:cs typeface="Consolas"/>
              </a:rPr>
              <a:t>) </a:t>
            </a:r>
            <a:r>
              <a:rPr sz="1800" b="1" spc="-10" dirty="0">
                <a:solidFill>
                  <a:srgbClr val="4590B8"/>
                </a:solidFill>
                <a:latin typeface="Consolas"/>
                <a:cs typeface="Consolas"/>
              </a:rPr>
              <a:t>BEGIN</a:t>
            </a:r>
            <a:endParaRPr sz="1800">
              <a:latin typeface="Consolas"/>
              <a:cs typeface="Consolas"/>
            </a:endParaRPr>
          </a:p>
          <a:p>
            <a:pPr marL="387350">
              <a:lnSpc>
                <a:spcPct val="100000"/>
              </a:lnSpc>
            </a:pPr>
            <a:r>
              <a:rPr sz="1800" b="1" dirty="0">
                <a:solidFill>
                  <a:srgbClr val="3C3C3C"/>
                </a:solidFill>
                <a:latin typeface="Consolas"/>
                <a:cs typeface="Consolas"/>
              </a:rPr>
              <a:t>DECLARE</a:t>
            </a:r>
            <a:r>
              <a:rPr sz="1800" b="1" spc="-20" dirty="0">
                <a:solidFill>
                  <a:srgbClr val="3C3C3C"/>
                </a:solidFill>
                <a:latin typeface="Consolas"/>
                <a:cs typeface="Consolas"/>
              </a:rPr>
              <a:t> </a:t>
            </a:r>
            <a:r>
              <a:rPr sz="1800" b="1" dirty="0">
                <a:solidFill>
                  <a:srgbClr val="3C3C3C"/>
                </a:solidFill>
                <a:latin typeface="Consolas"/>
                <a:cs typeface="Consolas"/>
              </a:rPr>
              <a:t>i</a:t>
            </a:r>
            <a:r>
              <a:rPr sz="1800" b="1" spc="-10" dirty="0">
                <a:solidFill>
                  <a:srgbClr val="3C3C3C"/>
                </a:solidFill>
                <a:latin typeface="Consolas"/>
                <a:cs typeface="Consolas"/>
              </a:rPr>
              <a:t> INTEGER;</a:t>
            </a:r>
            <a:endParaRPr sz="1800">
              <a:latin typeface="Consolas"/>
              <a:cs typeface="Consolas"/>
            </a:endParaRPr>
          </a:p>
          <a:p>
            <a:pPr marL="387350">
              <a:lnSpc>
                <a:spcPct val="100000"/>
              </a:lnSpc>
            </a:pPr>
            <a:r>
              <a:rPr sz="1800" b="1" dirty="0">
                <a:solidFill>
                  <a:srgbClr val="3C3C3C"/>
                </a:solidFill>
                <a:latin typeface="Consolas"/>
                <a:cs typeface="Consolas"/>
              </a:rPr>
              <a:t>CREATE</a:t>
            </a:r>
            <a:r>
              <a:rPr sz="1800" b="1" spc="-60" dirty="0">
                <a:solidFill>
                  <a:srgbClr val="3C3C3C"/>
                </a:solidFill>
                <a:latin typeface="Consolas"/>
                <a:cs typeface="Consolas"/>
              </a:rPr>
              <a:t> </a:t>
            </a:r>
            <a:r>
              <a:rPr sz="1800" b="1" dirty="0">
                <a:solidFill>
                  <a:srgbClr val="3C3C3C"/>
                </a:solidFill>
                <a:latin typeface="Consolas"/>
                <a:cs typeface="Consolas"/>
              </a:rPr>
              <a:t>TEMPORARY</a:t>
            </a:r>
            <a:r>
              <a:rPr sz="1800" b="1" spc="-55" dirty="0">
                <a:solidFill>
                  <a:srgbClr val="3C3C3C"/>
                </a:solidFill>
                <a:latin typeface="Consolas"/>
                <a:cs typeface="Consolas"/>
              </a:rPr>
              <a:t> </a:t>
            </a:r>
            <a:r>
              <a:rPr sz="1800" b="1" dirty="0">
                <a:solidFill>
                  <a:srgbClr val="3C3C3C"/>
                </a:solidFill>
                <a:latin typeface="Consolas"/>
                <a:cs typeface="Consolas"/>
              </a:rPr>
              <a:t>TABLE</a:t>
            </a:r>
            <a:r>
              <a:rPr sz="1800" b="1" spc="-50" dirty="0">
                <a:solidFill>
                  <a:srgbClr val="3C3C3C"/>
                </a:solidFill>
                <a:latin typeface="Consolas"/>
                <a:cs typeface="Consolas"/>
              </a:rPr>
              <a:t> </a:t>
            </a:r>
            <a:r>
              <a:rPr sz="1800" b="1" dirty="0">
                <a:solidFill>
                  <a:srgbClr val="3C3C3C"/>
                </a:solidFill>
                <a:latin typeface="Consolas"/>
                <a:cs typeface="Consolas"/>
              </a:rPr>
              <a:t>sequence_numbers</a:t>
            </a:r>
            <a:r>
              <a:rPr sz="1800" b="1" spc="-50" dirty="0">
                <a:solidFill>
                  <a:srgbClr val="3C3C3C"/>
                </a:solidFill>
                <a:latin typeface="Consolas"/>
                <a:cs typeface="Consolas"/>
              </a:rPr>
              <a:t> </a:t>
            </a:r>
            <a:r>
              <a:rPr sz="1800" b="1" dirty="0">
                <a:solidFill>
                  <a:srgbClr val="3C3C3C"/>
                </a:solidFill>
                <a:latin typeface="Consolas"/>
                <a:cs typeface="Consolas"/>
              </a:rPr>
              <a:t>(numbers</a:t>
            </a:r>
            <a:r>
              <a:rPr sz="1800" b="1" spc="-60" dirty="0">
                <a:solidFill>
                  <a:srgbClr val="3C3C3C"/>
                </a:solidFill>
                <a:latin typeface="Consolas"/>
                <a:cs typeface="Consolas"/>
              </a:rPr>
              <a:t> </a:t>
            </a:r>
            <a:r>
              <a:rPr sz="1800" b="1" spc="-10" dirty="0">
                <a:solidFill>
                  <a:srgbClr val="3C3C3C"/>
                </a:solidFill>
                <a:latin typeface="Consolas"/>
                <a:cs typeface="Consolas"/>
              </a:rPr>
              <a:t>INTEGER);</a:t>
            </a:r>
            <a:endParaRPr sz="1800">
              <a:latin typeface="Consolas"/>
              <a:cs typeface="Consolas"/>
            </a:endParaRPr>
          </a:p>
          <a:p>
            <a:pPr marL="387350">
              <a:lnSpc>
                <a:spcPct val="100000"/>
              </a:lnSpc>
            </a:pPr>
            <a:r>
              <a:rPr sz="1800" b="1" dirty="0">
                <a:solidFill>
                  <a:srgbClr val="3C3C3C"/>
                </a:solidFill>
                <a:latin typeface="Consolas"/>
                <a:cs typeface="Consolas"/>
              </a:rPr>
              <a:t>SET</a:t>
            </a:r>
            <a:r>
              <a:rPr sz="1800" b="1" spc="-15" dirty="0">
                <a:solidFill>
                  <a:srgbClr val="3C3C3C"/>
                </a:solidFill>
                <a:latin typeface="Consolas"/>
                <a:cs typeface="Consolas"/>
              </a:rPr>
              <a:t> </a:t>
            </a:r>
            <a:r>
              <a:rPr sz="1800" b="1" dirty="0">
                <a:solidFill>
                  <a:srgbClr val="3C3C3C"/>
                </a:solidFill>
                <a:latin typeface="Consolas"/>
                <a:cs typeface="Consolas"/>
              </a:rPr>
              <a:t>i =</a:t>
            </a:r>
            <a:r>
              <a:rPr sz="1800" b="1" spc="-15" dirty="0">
                <a:solidFill>
                  <a:srgbClr val="3C3C3C"/>
                </a:solidFill>
                <a:latin typeface="Consolas"/>
                <a:cs typeface="Consolas"/>
              </a:rPr>
              <a:t> </a:t>
            </a:r>
            <a:r>
              <a:rPr sz="1800" b="1" spc="-25" dirty="0">
                <a:solidFill>
                  <a:srgbClr val="3C3C3C"/>
                </a:solidFill>
                <a:latin typeface="Consolas"/>
                <a:cs typeface="Consolas"/>
              </a:rPr>
              <a:t>0;</a:t>
            </a:r>
            <a:endParaRPr sz="1800">
              <a:latin typeface="Consolas"/>
              <a:cs typeface="Consolas"/>
            </a:endParaRPr>
          </a:p>
          <a:p>
            <a:pPr marL="387350">
              <a:lnSpc>
                <a:spcPct val="100000"/>
              </a:lnSpc>
            </a:pPr>
            <a:r>
              <a:rPr sz="1800" b="1" dirty="0">
                <a:solidFill>
                  <a:srgbClr val="3C3C3C"/>
                </a:solidFill>
                <a:latin typeface="Consolas"/>
                <a:cs typeface="Consolas"/>
              </a:rPr>
              <a:t>WHILE</a:t>
            </a:r>
            <a:r>
              <a:rPr sz="1800" b="1" spc="-15" dirty="0">
                <a:solidFill>
                  <a:srgbClr val="3C3C3C"/>
                </a:solidFill>
                <a:latin typeface="Consolas"/>
                <a:cs typeface="Consolas"/>
              </a:rPr>
              <a:t> </a:t>
            </a:r>
            <a:r>
              <a:rPr sz="1800" b="1" dirty="0">
                <a:solidFill>
                  <a:srgbClr val="3C3C3C"/>
                </a:solidFill>
                <a:latin typeface="Consolas"/>
                <a:cs typeface="Consolas"/>
              </a:rPr>
              <a:t>i</a:t>
            </a:r>
            <a:r>
              <a:rPr sz="1800" b="1" spc="-30" dirty="0">
                <a:solidFill>
                  <a:srgbClr val="3C3C3C"/>
                </a:solidFill>
                <a:latin typeface="Consolas"/>
                <a:cs typeface="Consolas"/>
              </a:rPr>
              <a:t> </a:t>
            </a:r>
            <a:r>
              <a:rPr sz="1800" b="1" dirty="0">
                <a:solidFill>
                  <a:srgbClr val="3C3C3C"/>
                </a:solidFill>
                <a:latin typeface="Consolas"/>
                <a:cs typeface="Consolas"/>
              </a:rPr>
              <a:t>&lt;</a:t>
            </a:r>
            <a:r>
              <a:rPr sz="1800" b="1" spc="-15" dirty="0">
                <a:solidFill>
                  <a:srgbClr val="3C3C3C"/>
                </a:solidFill>
                <a:latin typeface="Consolas"/>
                <a:cs typeface="Consolas"/>
              </a:rPr>
              <a:t> </a:t>
            </a:r>
            <a:r>
              <a:rPr sz="1800" b="1" dirty="0">
                <a:solidFill>
                  <a:srgbClr val="3C3C3C"/>
                </a:solidFill>
                <a:latin typeface="Consolas"/>
                <a:cs typeface="Consolas"/>
              </a:rPr>
              <a:t>upper_limit</a:t>
            </a:r>
            <a:r>
              <a:rPr sz="1800" b="1" spc="-10" dirty="0">
                <a:solidFill>
                  <a:srgbClr val="3C3C3C"/>
                </a:solidFill>
                <a:latin typeface="Consolas"/>
                <a:cs typeface="Consolas"/>
              </a:rPr>
              <a:t> </a:t>
            </a:r>
            <a:r>
              <a:rPr sz="1800" b="1" spc="-25" dirty="0">
                <a:solidFill>
                  <a:srgbClr val="3C3C3C"/>
                </a:solidFill>
                <a:latin typeface="Consolas"/>
                <a:cs typeface="Consolas"/>
              </a:rPr>
              <a:t>DO</a:t>
            </a:r>
            <a:endParaRPr sz="1800">
              <a:latin typeface="Consolas"/>
              <a:cs typeface="Consolas"/>
            </a:endParaRPr>
          </a:p>
          <a:p>
            <a:pPr marL="763905" marR="632460">
              <a:lnSpc>
                <a:spcPct val="100000"/>
              </a:lnSpc>
            </a:pPr>
            <a:r>
              <a:rPr sz="1800" b="1" dirty="0">
                <a:solidFill>
                  <a:srgbClr val="3C3C3C"/>
                </a:solidFill>
                <a:latin typeface="Consolas"/>
                <a:cs typeface="Consolas"/>
              </a:rPr>
              <a:t>INSERT</a:t>
            </a:r>
            <a:r>
              <a:rPr sz="1800" b="1" spc="-55" dirty="0">
                <a:solidFill>
                  <a:srgbClr val="3C3C3C"/>
                </a:solidFill>
                <a:latin typeface="Consolas"/>
                <a:cs typeface="Consolas"/>
              </a:rPr>
              <a:t> </a:t>
            </a:r>
            <a:r>
              <a:rPr sz="1800" b="1" dirty="0">
                <a:solidFill>
                  <a:srgbClr val="3C3C3C"/>
                </a:solidFill>
                <a:latin typeface="Consolas"/>
                <a:cs typeface="Consolas"/>
              </a:rPr>
              <a:t>INTO</a:t>
            </a:r>
            <a:r>
              <a:rPr sz="1800" b="1" spc="-45" dirty="0">
                <a:solidFill>
                  <a:srgbClr val="3C3C3C"/>
                </a:solidFill>
                <a:latin typeface="Consolas"/>
                <a:cs typeface="Consolas"/>
              </a:rPr>
              <a:t> </a:t>
            </a:r>
            <a:r>
              <a:rPr sz="1800" b="1" dirty="0">
                <a:solidFill>
                  <a:srgbClr val="3C3C3C"/>
                </a:solidFill>
                <a:latin typeface="Consolas"/>
                <a:cs typeface="Consolas"/>
              </a:rPr>
              <a:t>sequence_numbers(numbers)</a:t>
            </a:r>
            <a:r>
              <a:rPr sz="1800" b="1" spc="-40" dirty="0">
                <a:solidFill>
                  <a:srgbClr val="3C3C3C"/>
                </a:solidFill>
                <a:latin typeface="Consolas"/>
                <a:cs typeface="Consolas"/>
              </a:rPr>
              <a:t> </a:t>
            </a:r>
            <a:r>
              <a:rPr sz="1800" b="1" spc="-10" dirty="0">
                <a:solidFill>
                  <a:srgbClr val="3C3C3C"/>
                </a:solidFill>
                <a:latin typeface="Consolas"/>
                <a:cs typeface="Consolas"/>
              </a:rPr>
              <a:t>VALUES(i+1); </a:t>
            </a:r>
            <a:r>
              <a:rPr sz="1800" b="1" dirty="0">
                <a:solidFill>
                  <a:srgbClr val="3C3C3C"/>
                </a:solidFill>
                <a:latin typeface="Consolas"/>
                <a:cs typeface="Consolas"/>
              </a:rPr>
              <a:t>SET</a:t>
            </a:r>
            <a:r>
              <a:rPr sz="1800" b="1" spc="-15" dirty="0">
                <a:solidFill>
                  <a:srgbClr val="3C3C3C"/>
                </a:solidFill>
                <a:latin typeface="Consolas"/>
                <a:cs typeface="Consolas"/>
              </a:rPr>
              <a:t> </a:t>
            </a:r>
            <a:r>
              <a:rPr sz="1800" b="1" dirty="0">
                <a:solidFill>
                  <a:srgbClr val="3C3C3C"/>
                </a:solidFill>
                <a:latin typeface="Consolas"/>
                <a:cs typeface="Consolas"/>
              </a:rPr>
              <a:t>i =</a:t>
            </a:r>
            <a:r>
              <a:rPr sz="1800" b="1" spc="-15" dirty="0">
                <a:solidFill>
                  <a:srgbClr val="3C3C3C"/>
                </a:solidFill>
                <a:latin typeface="Consolas"/>
                <a:cs typeface="Consolas"/>
              </a:rPr>
              <a:t> </a:t>
            </a:r>
            <a:r>
              <a:rPr sz="1800" b="1" dirty="0">
                <a:solidFill>
                  <a:srgbClr val="3C3C3C"/>
                </a:solidFill>
                <a:latin typeface="Consolas"/>
                <a:cs typeface="Consolas"/>
              </a:rPr>
              <a:t>i</a:t>
            </a:r>
            <a:r>
              <a:rPr sz="1800" b="1" spc="-15" dirty="0">
                <a:solidFill>
                  <a:srgbClr val="3C3C3C"/>
                </a:solidFill>
                <a:latin typeface="Consolas"/>
                <a:cs typeface="Consolas"/>
              </a:rPr>
              <a:t> </a:t>
            </a:r>
            <a:r>
              <a:rPr sz="1800" b="1" dirty="0">
                <a:solidFill>
                  <a:srgbClr val="3C3C3C"/>
                </a:solidFill>
                <a:latin typeface="Consolas"/>
                <a:cs typeface="Consolas"/>
              </a:rPr>
              <a:t>+</a:t>
            </a:r>
            <a:r>
              <a:rPr sz="1800" b="1" spc="-5" dirty="0">
                <a:solidFill>
                  <a:srgbClr val="3C3C3C"/>
                </a:solidFill>
                <a:latin typeface="Consolas"/>
                <a:cs typeface="Consolas"/>
              </a:rPr>
              <a:t> </a:t>
            </a:r>
            <a:r>
              <a:rPr sz="1800" b="1" spc="-25" dirty="0">
                <a:solidFill>
                  <a:srgbClr val="3C3C3C"/>
                </a:solidFill>
                <a:latin typeface="Consolas"/>
                <a:cs typeface="Consolas"/>
              </a:rPr>
              <a:t>1;</a:t>
            </a:r>
            <a:endParaRPr sz="1800">
              <a:latin typeface="Consolas"/>
              <a:cs typeface="Consolas"/>
            </a:endParaRPr>
          </a:p>
          <a:p>
            <a:pPr marL="387350">
              <a:lnSpc>
                <a:spcPct val="100000"/>
              </a:lnSpc>
            </a:pPr>
            <a:r>
              <a:rPr sz="1800" b="1" dirty="0">
                <a:solidFill>
                  <a:srgbClr val="3C3C3C"/>
                </a:solidFill>
                <a:latin typeface="Consolas"/>
                <a:cs typeface="Consolas"/>
              </a:rPr>
              <a:t>END</a:t>
            </a:r>
            <a:r>
              <a:rPr sz="1800" b="1" spc="-30" dirty="0">
                <a:solidFill>
                  <a:srgbClr val="3C3C3C"/>
                </a:solidFill>
                <a:latin typeface="Consolas"/>
                <a:cs typeface="Consolas"/>
              </a:rPr>
              <a:t> </a:t>
            </a:r>
            <a:r>
              <a:rPr sz="1800" b="1" spc="-10" dirty="0">
                <a:solidFill>
                  <a:srgbClr val="3C3C3C"/>
                </a:solidFill>
                <a:latin typeface="Consolas"/>
                <a:cs typeface="Consolas"/>
              </a:rPr>
              <a:t>WHILE;</a:t>
            </a:r>
            <a:endParaRPr sz="1800">
              <a:latin typeface="Consolas"/>
              <a:cs typeface="Consolas"/>
            </a:endParaRPr>
          </a:p>
          <a:p>
            <a:pPr marL="387350" marR="1383030">
              <a:lnSpc>
                <a:spcPct val="100000"/>
              </a:lnSpc>
              <a:spcBef>
                <a:spcPts val="5"/>
              </a:spcBef>
            </a:pPr>
            <a:r>
              <a:rPr sz="1800" b="1" dirty="0">
                <a:solidFill>
                  <a:srgbClr val="3C3C3C"/>
                </a:solidFill>
                <a:latin typeface="Consolas"/>
                <a:cs typeface="Consolas"/>
              </a:rPr>
              <a:t>SELECT</a:t>
            </a:r>
            <a:r>
              <a:rPr sz="1800" b="1" spc="-45" dirty="0">
                <a:solidFill>
                  <a:srgbClr val="3C3C3C"/>
                </a:solidFill>
                <a:latin typeface="Consolas"/>
                <a:cs typeface="Consolas"/>
              </a:rPr>
              <a:t> </a:t>
            </a:r>
            <a:r>
              <a:rPr sz="1800" b="1" dirty="0">
                <a:solidFill>
                  <a:srgbClr val="3C3C3C"/>
                </a:solidFill>
                <a:latin typeface="Consolas"/>
                <a:cs typeface="Consolas"/>
              </a:rPr>
              <a:t>numbers</a:t>
            </a:r>
            <a:r>
              <a:rPr sz="1800" b="1" spc="-25" dirty="0">
                <a:solidFill>
                  <a:srgbClr val="3C3C3C"/>
                </a:solidFill>
                <a:latin typeface="Consolas"/>
                <a:cs typeface="Consolas"/>
              </a:rPr>
              <a:t> </a:t>
            </a:r>
            <a:r>
              <a:rPr sz="1800" b="1" dirty="0">
                <a:solidFill>
                  <a:srgbClr val="3C3C3C"/>
                </a:solidFill>
                <a:latin typeface="Consolas"/>
                <a:cs typeface="Consolas"/>
              </a:rPr>
              <a:t>“Numbers”</a:t>
            </a:r>
            <a:r>
              <a:rPr sz="1800" b="1" spc="-35" dirty="0">
                <a:solidFill>
                  <a:srgbClr val="3C3C3C"/>
                </a:solidFill>
                <a:latin typeface="Consolas"/>
                <a:cs typeface="Consolas"/>
              </a:rPr>
              <a:t> </a:t>
            </a:r>
            <a:r>
              <a:rPr sz="1800" b="1" dirty="0">
                <a:solidFill>
                  <a:srgbClr val="3C3C3C"/>
                </a:solidFill>
                <a:latin typeface="Consolas"/>
                <a:cs typeface="Consolas"/>
              </a:rPr>
              <a:t>FROM</a:t>
            </a:r>
            <a:r>
              <a:rPr sz="1800" b="1" spc="-10" dirty="0">
                <a:solidFill>
                  <a:srgbClr val="3C3C3C"/>
                </a:solidFill>
                <a:latin typeface="Consolas"/>
                <a:cs typeface="Consolas"/>
              </a:rPr>
              <a:t> sequence_numbers; </a:t>
            </a:r>
            <a:r>
              <a:rPr sz="1800" b="1" dirty="0">
                <a:solidFill>
                  <a:srgbClr val="3C3C3C"/>
                </a:solidFill>
                <a:latin typeface="Consolas"/>
                <a:cs typeface="Consolas"/>
              </a:rPr>
              <a:t>DROP</a:t>
            </a:r>
            <a:r>
              <a:rPr sz="1800" b="1" spc="-25" dirty="0">
                <a:solidFill>
                  <a:srgbClr val="3C3C3C"/>
                </a:solidFill>
                <a:latin typeface="Consolas"/>
                <a:cs typeface="Consolas"/>
              </a:rPr>
              <a:t> </a:t>
            </a:r>
            <a:r>
              <a:rPr sz="1800" b="1" dirty="0">
                <a:solidFill>
                  <a:srgbClr val="3C3C3C"/>
                </a:solidFill>
                <a:latin typeface="Consolas"/>
                <a:cs typeface="Consolas"/>
              </a:rPr>
              <a:t>TEMPORARY</a:t>
            </a:r>
            <a:r>
              <a:rPr sz="1800" b="1" spc="-25" dirty="0">
                <a:solidFill>
                  <a:srgbClr val="3C3C3C"/>
                </a:solidFill>
                <a:latin typeface="Consolas"/>
                <a:cs typeface="Consolas"/>
              </a:rPr>
              <a:t> </a:t>
            </a:r>
            <a:r>
              <a:rPr sz="1800" b="1" dirty="0">
                <a:solidFill>
                  <a:srgbClr val="3C3C3C"/>
                </a:solidFill>
                <a:latin typeface="Consolas"/>
                <a:cs typeface="Consolas"/>
              </a:rPr>
              <a:t>TABLE</a:t>
            </a:r>
            <a:r>
              <a:rPr sz="1800" b="1" spc="-15" dirty="0">
                <a:solidFill>
                  <a:srgbClr val="3C3C3C"/>
                </a:solidFill>
                <a:latin typeface="Consolas"/>
                <a:cs typeface="Consolas"/>
              </a:rPr>
              <a:t> </a:t>
            </a:r>
            <a:r>
              <a:rPr sz="1800" b="1" spc="-10" dirty="0">
                <a:solidFill>
                  <a:srgbClr val="3C3C3C"/>
                </a:solidFill>
                <a:latin typeface="Consolas"/>
                <a:cs typeface="Consolas"/>
              </a:rPr>
              <a:t>sequence_numbers;</a:t>
            </a:r>
            <a:endParaRPr sz="1800">
              <a:latin typeface="Consolas"/>
              <a:cs typeface="Consolas"/>
            </a:endParaRPr>
          </a:p>
          <a:p>
            <a:pPr marL="12700">
              <a:lnSpc>
                <a:spcPct val="100000"/>
              </a:lnSpc>
            </a:pPr>
            <a:r>
              <a:rPr sz="1800" b="1" spc="-25" dirty="0">
                <a:solidFill>
                  <a:srgbClr val="4590B8"/>
                </a:solidFill>
                <a:latin typeface="Consolas"/>
                <a:cs typeface="Consolas"/>
              </a:rPr>
              <a:t>END</a:t>
            </a:r>
            <a:endParaRPr sz="1800">
              <a:latin typeface="Consolas"/>
              <a:cs typeface="Consolas"/>
            </a:endParaRPr>
          </a:p>
        </p:txBody>
      </p:sp>
      <p:sp>
        <p:nvSpPr>
          <p:cNvPr id="4" name="object 4"/>
          <p:cNvSpPr txBox="1"/>
          <p:nvPr/>
        </p:nvSpPr>
        <p:spPr>
          <a:xfrm>
            <a:off x="581405" y="2058161"/>
            <a:ext cx="4575175" cy="922019"/>
          </a:xfrm>
          <a:prstGeom prst="rect">
            <a:avLst/>
          </a:prstGeom>
          <a:ln w="28575">
            <a:solidFill>
              <a:srgbClr val="1A315F"/>
            </a:solidFill>
          </a:ln>
        </p:spPr>
        <p:txBody>
          <a:bodyPr vert="horz" wrap="square" lIns="0" tIns="30480" rIns="0" bIns="0" rtlCol="0">
            <a:spAutoFit/>
          </a:bodyPr>
          <a:lstStyle/>
          <a:p>
            <a:pPr marL="466090" marR="88900" indent="-375285">
              <a:lnSpc>
                <a:spcPct val="100000"/>
              </a:lnSpc>
              <a:spcBef>
                <a:spcPts val="240"/>
              </a:spcBef>
            </a:pPr>
            <a:r>
              <a:rPr sz="1800" b="1" dirty="0">
                <a:solidFill>
                  <a:srgbClr val="959FA7"/>
                </a:solidFill>
                <a:latin typeface="Consolas"/>
                <a:cs typeface="Consolas"/>
              </a:rPr>
              <a:t>[</a:t>
            </a:r>
            <a:r>
              <a:rPr sz="1800" b="1" spc="-40" dirty="0">
                <a:solidFill>
                  <a:srgbClr val="959FA7"/>
                </a:solidFill>
                <a:latin typeface="Consolas"/>
                <a:cs typeface="Consolas"/>
              </a:rPr>
              <a:t> </a:t>
            </a:r>
            <a:r>
              <a:rPr sz="1800" b="1" dirty="0">
                <a:latin typeface="Consolas"/>
                <a:cs typeface="Consolas"/>
              </a:rPr>
              <a:t>label_name</a:t>
            </a:r>
            <a:r>
              <a:rPr sz="1800" b="1" spc="-15" dirty="0">
                <a:latin typeface="Consolas"/>
                <a:cs typeface="Consolas"/>
              </a:rPr>
              <a:t> </a:t>
            </a:r>
            <a:r>
              <a:rPr sz="1800" b="1" dirty="0">
                <a:latin typeface="Consolas"/>
                <a:cs typeface="Consolas"/>
              </a:rPr>
              <a:t>:</a:t>
            </a:r>
            <a:r>
              <a:rPr sz="1800" b="1" spc="-25" dirty="0">
                <a:latin typeface="Consolas"/>
                <a:cs typeface="Consolas"/>
              </a:rPr>
              <a:t> </a:t>
            </a:r>
            <a:r>
              <a:rPr sz="1800" b="1" dirty="0">
                <a:solidFill>
                  <a:srgbClr val="959FA7"/>
                </a:solidFill>
                <a:latin typeface="Consolas"/>
                <a:cs typeface="Consolas"/>
              </a:rPr>
              <a:t>]</a:t>
            </a:r>
            <a:r>
              <a:rPr sz="1800" b="1" spc="-15" dirty="0">
                <a:solidFill>
                  <a:srgbClr val="959FA7"/>
                </a:solidFill>
                <a:latin typeface="Consolas"/>
                <a:cs typeface="Consolas"/>
              </a:rPr>
              <a:t> </a:t>
            </a:r>
            <a:r>
              <a:rPr sz="1800" b="1" dirty="0">
                <a:solidFill>
                  <a:srgbClr val="4590B8"/>
                </a:solidFill>
                <a:latin typeface="Consolas"/>
                <a:cs typeface="Consolas"/>
              </a:rPr>
              <a:t>WHILE</a:t>
            </a:r>
            <a:r>
              <a:rPr sz="1800" b="1" spc="-30" dirty="0">
                <a:solidFill>
                  <a:srgbClr val="4590B8"/>
                </a:solidFill>
                <a:latin typeface="Consolas"/>
                <a:cs typeface="Consolas"/>
              </a:rPr>
              <a:t> </a:t>
            </a:r>
            <a:r>
              <a:rPr sz="1800" b="1" dirty="0">
                <a:latin typeface="Consolas"/>
                <a:cs typeface="Consolas"/>
              </a:rPr>
              <a:t>condition</a:t>
            </a:r>
            <a:r>
              <a:rPr sz="1800" b="1" spc="-10" dirty="0">
                <a:latin typeface="Consolas"/>
                <a:cs typeface="Consolas"/>
              </a:rPr>
              <a:t> </a:t>
            </a:r>
            <a:r>
              <a:rPr sz="1800" b="1" spc="-25" dirty="0">
                <a:solidFill>
                  <a:srgbClr val="4590B8"/>
                </a:solidFill>
                <a:latin typeface="Consolas"/>
                <a:cs typeface="Consolas"/>
              </a:rPr>
              <a:t>DO </a:t>
            </a:r>
            <a:r>
              <a:rPr sz="1800" b="1" spc="-10" dirty="0">
                <a:latin typeface="Consolas"/>
                <a:cs typeface="Consolas"/>
              </a:rPr>
              <a:t>statement_list</a:t>
            </a:r>
            <a:endParaRPr sz="1800">
              <a:latin typeface="Consolas"/>
              <a:cs typeface="Consolas"/>
            </a:endParaRPr>
          </a:p>
          <a:p>
            <a:pPr marL="90805">
              <a:lnSpc>
                <a:spcPct val="100000"/>
              </a:lnSpc>
              <a:spcBef>
                <a:spcPts val="5"/>
              </a:spcBef>
            </a:pPr>
            <a:r>
              <a:rPr sz="1800" b="1" dirty="0">
                <a:solidFill>
                  <a:srgbClr val="4590B8"/>
                </a:solidFill>
                <a:latin typeface="Consolas"/>
                <a:cs typeface="Consolas"/>
              </a:rPr>
              <a:t>END</a:t>
            </a:r>
            <a:r>
              <a:rPr sz="1800" b="1" spc="-40" dirty="0">
                <a:solidFill>
                  <a:srgbClr val="4590B8"/>
                </a:solidFill>
                <a:latin typeface="Consolas"/>
                <a:cs typeface="Consolas"/>
              </a:rPr>
              <a:t> </a:t>
            </a:r>
            <a:r>
              <a:rPr sz="1800" b="1" dirty="0">
                <a:solidFill>
                  <a:srgbClr val="4590B8"/>
                </a:solidFill>
                <a:latin typeface="Consolas"/>
                <a:cs typeface="Consolas"/>
              </a:rPr>
              <a:t>WHILE</a:t>
            </a:r>
            <a:r>
              <a:rPr sz="1800" b="1" spc="-30" dirty="0">
                <a:solidFill>
                  <a:srgbClr val="4590B8"/>
                </a:solidFill>
                <a:latin typeface="Consolas"/>
                <a:cs typeface="Consolas"/>
              </a:rPr>
              <a:t> </a:t>
            </a:r>
            <a:r>
              <a:rPr sz="1800" b="1" dirty="0">
                <a:solidFill>
                  <a:srgbClr val="959FA7"/>
                </a:solidFill>
                <a:latin typeface="Consolas"/>
                <a:cs typeface="Consolas"/>
              </a:rPr>
              <a:t>[</a:t>
            </a:r>
            <a:r>
              <a:rPr sz="1800" b="1" spc="-30" dirty="0">
                <a:solidFill>
                  <a:srgbClr val="959FA7"/>
                </a:solidFill>
                <a:latin typeface="Consolas"/>
                <a:cs typeface="Consolas"/>
              </a:rPr>
              <a:t> </a:t>
            </a:r>
            <a:r>
              <a:rPr sz="1800" b="1" dirty="0">
                <a:latin typeface="Consolas"/>
                <a:cs typeface="Consolas"/>
              </a:rPr>
              <a:t>label_name</a:t>
            </a:r>
            <a:r>
              <a:rPr sz="1800" b="1" spc="-35" dirty="0">
                <a:latin typeface="Consolas"/>
                <a:cs typeface="Consolas"/>
              </a:rPr>
              <a:t> </a:t>
            </a:r>
            <a:r>
              <a:rPr sz="1800" b="1" spc="-25" dirty="0">
                <a:solidFill>
                  <a:srgbClr val="959FA7"/>
                </a:solidFill>
                <a:latin typeface="Consolas"/>
                <a:cs typeface="Consolas"/>
              </a:rPr>
              <a:t>]</a:t>
            </a:r>
            <a:r>
              <a:rPr sz="1800" b="1" spc="-25" dirty="0">
                <a:solidFill>
                  <a:srgbClr val="4590B8"/>
                </a:solidFill>
                <a:latin typeface="Consolas"/>
                <a:cs typeface="Consolas"/>
              </a:rPr>
              <a:t>;</a:t>
            </a:r>
            <a:endParaRPr sz="1800">
              <a:latin typeface="Consolas"/>
              <a:cs typeface="Consola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1A315F"/>
          </a:solidFill>
        </p:spPr>
        <p:txBody>
          <a:bodyPr vert="horz" wrap="square" lIns="0" tIns="188595" rIns="0" bIns="0" rtlCol="0">
            <a:spAutoFit/>
          </a:bodyPr>
          <a:lstStyle/>
          <a:p>
            <a:pPr marL="231775" marR="6082030">
              <a:lnSpc>
                <a:spcPct val="100000"/>
              </a:lnSpc>
              <a:spcBef>
                <a:spcPts val="1485"/>
              </a:spcBef>
            </a:pPr>
            <a:r>
              <a:rPr sz="2800" dirty="0">
                <a:solidFill>
                  <a:srgbClr val="FFFFFF"/>
                </a:solidFill>
              </a:rPr>
              <a:t>FLOW-</a:t>
            </a:r>
            <a:r>
              <a:rPr sz="2800" spc="190" dirty="0">
                <a:solidFill>
                  <a:srgbClr val="FFFFFF"/>
                </a:solidFill>
              </a:rPr>
              <a:t>CONTROL</a:t>
            </a:r>
            <a:r>
              <a:rPr sz="2800" spc="120" dirty="0">
                <a:solidFill>
                  <a:srgbClr val="FFFFFF"/>
                </a:solidFill>
              </a:rPr>
              <a:t> </a:t>
            </a:r>
            <a:r>
              <a:rPr sz="2800" spc="-20" dirty="0">
                <a:solidFill>
                  <a:srgbClr val="FFFFFF"/>
                </a:solidFill>
              </a:rPr>
              <a:t>STATEMENTS: </a:t>
            </a:r>
            <a:r>
              <a:rPr sz="2800" spc="-40" dirty="0">
                <a:solidFill>
                  <a:srgbClr val="FFFFFF"/>
                </a:solidFill>
              </a:rPr>
              <a:t>REPEAT</a:t>
            </a:r>
            <a:r>
              <a:rPr sz="2800" spc="-160" dirty="0">
                <a:solidFill>
                  <a:srgbClr val="FFFFFF"/>
                </a:solidFill>
              </a:rPr>
              <a:t> </a:t>
            </a:r>
            <a:r>
              <a:rPr sz="2800" spc="-10" dirty="0">
                <a:solidFill>
                  <a:srgbClr val="FFFFFF"/>
                </a:solidFill>
              </a:rPr>
              <a:t>STATEMENT</a:t>
            </a:r>
            <a:endParaRPr sz="2800"/>
          </a:p>
        </p:txBody>
      </p:sp>
      <p:sp>
        <p:nvSpPr>
          <p:cNvPr id="3" name="object 3"/>
          <p:cNvSpPr txBox="1"/>
          <p:nvPr/>
        </p:nvSpPr>
        <p:spPr>
          <a:xfrm>
            <a:off x="659993" y="2220544"/>
            <a:ext cx="7672070" cy="222123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4590B8"/>
                </a:solidFill>
                <a:latin typeface="Consolas"/>
                <a:cs typeface="Consolas"/>
              </a:rPr>
              <a:t>CREATE</a:t>
            </a:r>
            <a:r>
              <a:rPr sz="1800" b="1" spc="-50" dirty="0">
                <a:solidFill>
                  <a:srgbClr val="4590B8"/>
                </a:solidFill>
                <a:latin typeface="Consolas"/>
                <a:cs typeface="Consolas"/>
              </a:rPr>
              <a:t> </a:t>
            </a:r>
            <a:r>
              <a:rPr sz="1800" b="1" dirty="0">
                <a:solidFill>
                  <a:srgbClr val="4590B8"/>
                </a:solidFill>
                <a:latin typeface="Consolas"/>
                <a:cs typeface="Consolas"/>
              </a:rPr>
              <a:t>PROCEDURE</a:t>
            </a:r>
            <a:r>
              <a:rPr sz="1800" b="1" spc="-40" dirty="0">
                <a:solidFill>
                  <a:srgbClr val="4590B8"/>
                </a:solidFill>
                <a:latin typeface="Consolas"/>
                <a:cs typeface="Consolas"/>
              </a:rPr>
              <a:t> </a:t>
            </a:r>
            <a:r>
              <a:rPr sz="1800" b="1" dirty="0">
                <a:solidFill>
                  <a:srgbClr val="3C3C3C"/>
                </a:solidFill>
                <a:latin typeface="Consolas"/>
                <a:cs typeface="Consolas"/>
              </a:rPr>
              <a:t>show_numbers</a:t>
            </a:r>
            <a:r>
              <a:rPr sz="1800" b="1" spc="-35" dirty="0">
                <a:solidFill>
                  <a:srgbClr val="3C3C3C"/>
                </a:solidFill>
                <a:latin typeface="Consolas"/>
                <a:cs typeface="Consolas"/>
              </a:rPr>
              <a:t> </a:t>
            </a:r>
            <a:r>
              <a:rPr sz="1800" b="1" dirty="0">
                <a:solidFill>
                  <a:srgbClr val="4590B8"/>
                </a:solidFill>
                <a:latin typeface="Consolas"/>
                <a:cs typeface="Consolas"/>
              </a:rPr>
              <a:t>(</a:t>
            </a:r>
            <a:r>
              <a:rPr sz="1800" b="1" spc="-45" dirty="0">
                <a:solidFill>
                  <a:srgbClr val="4590B8"/>
                </a:solidFill>
                <a:latin typeface="Consolas"/>
                <a:cs typeface="Consolas"/>
              </a:rPr>
              <a:t> </a:t>
            </a:r>
            <a:r>
              <a:rPr sz="1800" b="1" dirty="0">
                <a:solidFill>
                  <a:srgbClr val="3C3C3C"/>
                </a:solidFill>
                <a:latin typeface="Consolas"/>
                <a:cs typeface="Consolas"/>
              </a:rPr>
              <a:t>IN</a:t>
            </a:r>
            <a:r>
              <a:rPr sz="1800" b="1" spc="-50" dirty="0">
                <a:solidFill>
                  <a:srgbClr val="3C3C3C"/>
                </a:solidFill>
                <a:latin typeface="Consolas"/>
                <a:cs typeface="Consolas"/>
              </a:rPr>
              <a:t> </a:t>
            </a:r>
            <a:r>
              <a:rPr sz="1800" b="1" dirty="0">
                <a:solidFill>
                  <a:srgbClr val="3C3C3C"/>
                </a:solidFill>
                <a:latin typeface="Consolas"/>
                <a:cs typeface="Consolas"/>
              </a:rPr>
              <a:t>upper_limit</a:t>
            </a:r>
            <a:r>
              <a:rPr sz="1800" b="1" spc="-55" dirty="0">
                <a:solidFill>
                  <a:srgbClr val="3C3C3C"/>
                </a:solidFill>
                <a:latin typeface="Consolas"/>
                <a:cs typeface="Consolas"/>
              </a:rPr>
              <a:t> </a:t>
            </a:r>
            <a:r>
              <a:rPr sz="1800" b="1" dirty="0">
                <a:solidFill>
                  <a:srgbClr val="3C3C3C"/>
                </a:solidFill>
                <a:latin typeface="Consolas"/>
                <a:cs typeface="Consolas"/>
              </a:rPr>
              <a:t>INTEGER</a:t>
            </a:r>
            <a:r>
              <a:rPr sz="1800" b="1" spc="-45" dirty="0">
                <a:solidFill>
                  <a:srgbClr val="3C3C3C"/>
                </a:solidFill>
                <a:latin typeface="Consolas"/>
                <a:cs typeface="Consolas"/>
              </a:rPr>
              <a:t> </a:t>
            </a:r>
            <a:r>
              <a:rPr sz="1800" b="1" spc="-50" dirty="0">
                <a:solidFill>
                  <a:srgbClr val="4590B8"/>
                </a:solidFill>
                <a:latin typeface="Consolas"/>
                <a:cs typeface="Consolas"/>
              </a:rPr>
              <a:t>)</a:t>
            </a:r>
            <a:endParaRPr sz="1800">
              <a:latin typeface="Consolas"/>
              <a:cs typeface="Consolas"/>
            </a:endParaRPr>
          </a:p>
          <a:p>
            <a:pPr marL="12700">
              <a:lnSpc>
                <a:spcPct val="100000"/>
              </a:lnSpc>
              <a:spcBef>
                <a:spcPts val="5"/>
              </a:spcBef>
            </a:pPr>
            <a:r>
              <a:rPr sz="1800" b="1" spc="-10" dirty="0">
                <a:solidFill>
                  <a:srgbClr val="4590B8"/>
                </a:solidFill>
                <a:latin typeface="Consolas"/>
                <a:cs typeface="Consolas"/>
              </a:rPr>
              <a:t>BEGIN</a:t>
            </a:r>
            <a:endParaRPr sz="1800">
              <a:latin typeface="Consolas"/>
              <a:cs typeface="Consolas"/>
            </a:endParaRPr>
          </a:p>
          <a:p>
            <a:pPr marL="387350">
              <a:lnSpc>
                <a:spcPct val="100000"/>
              </a:lnSpc>
            </a:pPr>
            <a:r>
              <a:rPr sz="1800" b="1" dirty="0">
                <a:solidFill>
                  <a:srgbClr val="3C3C3C"/>
                </a:solidFill>
                <a:latin typeface="Consolas"/>
                <a:cs typeface="Consolas"/>
              </a:rPr>
              <a:t>DECLARE</a:t>
            </a:r>
            <a:r>
              <a:rPr sz="1800" b="1" spc="-20" dirty="0">
                <a:solidFill>
                  <a:srgbClr val="3C3C3C"/>
                </a:solidFill>
                <a:latin typeface="Consolas"/>
                <a:cs typeface="Consolas"/>
              </a:rPr>
              <a:t> </a:t>
            </a:r>
            <a:r>
              <a:rPr sz="1800" b="1" dirty="0">
                <a:solidFill>
                  <a:srgbClr val="3C3C3C"/>
                </a:solidFill>
                <a:latin typeface="Consolas"/>
                <a:cs typeface="Consolas"/>
              </a:rPr>
              <a:t>i</a:t>
            </a:r>
            <a:r>
              <a:rPr sz="1800" b="1" spc="-10" dirty="0">
                <a:solidFill>
                  <a:srgbClr val="3C3C3C"/>
                </a:solidFill>
                <a:latin typeface="Consolas"/>
                <a:cs typeface="Consolas"/>
              </a:rPr>
              <a:t> INTEGER;</a:t>
            </a:r>
            <a:endParaRPr sz="1800">
              <a:latin typeface="Consolas"/>
              <a:cs typeface="Consolas"/>
            </a:endParaRPr>
          </a:p>
          <a:p>
            <a:pPr marL="387350" marR="5080">
              <a:lnSpc>
                <a:spcPct val="100000"/>
              </a:lnSpc>
            </a:pPr>
            <a:r>
              <a:rPr sz="1800" b="1" dirty="0">
                <a:solidFill>
                  <a:srgbClr val="3C3C3C"/>
                </a:solidFill>
                <a:latin typeface="Consolas"/>
                <a:cs typeface="Consolas"/>
              </a:rPr>
              <a:t>CREATE</a:t>
            </a:r>
            <a:r>
              <a:rPr sz="1800" b="1" spc="-55" dirty="0">
                <a:solidFill>
                  <a:srgbClr val="3C3C3C"/>
                </a:solidFill>
                <a:latin typeface="Consolas"/>
                <a:cs typeface="Consolas"/>
              </a:rPr>
              <a:t> </a:t>
            </a:r>
            <a:r>
              <a:rPr sz="1800" b="1" dirty="0">
                <a:solidFill>
                  <a:srgbClr val="3C3C3C"/>
                </a:solidFill>
                <a:latin typeface="Consolas"/>
                <a:cs typeface="Consolas"/>
              </a:rPr>
              <a:t>TEMPORARY</a:t>
            </a:r>
            <a:r>
              <a:rPr sz="1800" b="1" spc="-35" dirty="0">
                <a:solidFill>
                  <a:srgbClr val="3C3C3C"/>
                </a:solidFill>
                <a:latin typeface="Consolas"/>
                <a:cs typeface="Consolas"/>
              </a:rPr>
              <a:t> </a:t>
            </a:r>
            <a:r>
              <a:rPr sz="1800" b="1" dirty="0">
                <a:solidFill>
                  <a:srgbClr val="3C3C3C"/>
                </a:solidFill>
                <a:latin typeface="Consolas"/>
                <a:cs typeface="Consolas"/>
              </a:rPr>
              <a:t>TABLE</a:t>
            </a:r>
            <a:r>
              <a:rPr sz="1800" b="1" spc="-30" dirty="0">
                <a:solidFill>
                  <a:srgbClr val="3C3C3C"/>
                </a:solidFill>
                <a:latin typeface="Consolas"/>
                <a:cs typeface="Consolas"/>
              </a:rPr>
              <a:t> </a:t>
            </a:r>
            <a:r>
              <a:rPr sz="1800" b="1" dirty="0">
                <a:solidFill>
                  <a:srgbClr val="3C3C3C"/>
                </a:solidFill>
                <a:latin typeface="Consolas"/>
                <a:cs typeface="Consolas"/>
              </a:rPr>
              <a:t>sequence_numbers</a:t>
            </a:r>
            <a:r>
              <a:rPr sz="1800" b="1" spc="-40" dirty="0">
                <a:solidFill>
                  <a:srgbClr val="3C3C3C"/>
                </a:solidFill>
                <a:latin typeface="Consolas"/>
                <a:cs typeface="Consolas"/>
              </a:rPr>
              <a:t> </a:t>
            </a:r>
            <a:r>
              <a:rPr sz="1800" b="1" dirty="0">
                <a:solidFill>
                  <a:srgbClr val="3C3C3C"/>
                </a:solidFill>
                <a:latin typeface="Consolas"/>
                <a:cs typeface="Consolas"/>
              </a:rPr>
              <a:t>(numbers</a:t>
            </a:r>
            <a:r>
              <a:rPr sz="1800" b="1" spc="-40" dirty="0">
                <a:solidFill>
                  <a:srgbClr val="3C3C3C"/>
                </a:solidFill>
                <a:latin typeface="Consolas"/>
                <a:cs typeface="Consolas"/>
              </a:rPr>
              <a:t> </a:t>
            </a:r>
            <a:r>
              <a:rPr sz="1800" b="1" spc="-10" dirty="0">
                <a:solidFill>
                  <a:srgbClr val="3C3C3C"/>
                </a:solidFill>
                <a:latin typeface="Consolas"/>
                <a:cs typeface="Consolas"/>
              </a:rPr>
              <a:t>INTEGER); </a:t>
            </a:r>
            <a:r>
              <a:rPr sz="1800" b="1" dirty="0">
                <a:solidFill>
                  <a:srgbClr val="3C3C3C"/>
                </a:solidFill>
                <a:latin typeface="Consolas"/>
                <a:cs typeface="Consolas"/>
              </a:rPr>
              <a:t>SET</a:t>
            </a:r>
            <a:r>
              <a:rPr sz="1800" b="1" spc="-15" dirty="0">
                <a:solidFill>
                  <a:srgbClr val="3C3C3C"/>
                </a:solidFill>
                <a:latin typeface="Consolas"/>
                <a:cs typeface="Consolas"/>
              </a:rPr>
              <a:t> </a:t>
            </a:r>
            <a:r>
              <a:rPr sz="1800" b="1" dirty="0">
                <a:solidFill>
                  <a:srgbClr val="3C3C3C"/>
                </a:solidFill>
                <a:latin typeface="Consolas"/>
                <a:cs typeface="Consolas"/>
              </a:rPr>
              <a:t>i =</a:t>
            </a:r>
            <a:r>
              <a:rPr sz="1800" b="1" spc="-15" dirty="0">
                <a:solidFill>
                  <a:srgbClr val="3C3C3C"/>
                </a:solidFill>
                <a:latin typeface="Consolas"/>
                <a:cs typeface="Consolas"/>
              </a:rPr>
              <a:t> </a:t>
            </a:r>
            <a:r>
              <a:rPr sz="1800" b="1" spc="-25" dirty="0">
                <a:solidFill>
                  <a:srgbClr val="3C3C3C"/>
                </a:solidFill>
                <a:latin typeface="Consolas"/>
                <a:cs typeface="Consolas"/>
              </a:rPr>
              <a:t>0;</a:t>
            </a:r>
            <a:endParaRPr sz="1800">
              <a:latin typeface="Consolas"/>
              <a:cs typeface="Consolas"/>
            </a:endParaRPr>
          </a:p>
          <a:p>
            <a:pPr marL="387350">
              <a:lnSpc>
                <a:spcPct val="100000"/>
              </a:lnSpc>
            </a:pPr>
            <a:r>
              <a:rPr sz="1800" b="1" spc="-10" dirty="0">
                <a:solidFill>
                  <a:srgbClr val="3C3C3C"/>
                </a:solidFill>
                <a:latin typeface="Consolas"/>
                <a:cs typeface="Consolas"/>
              </a:rPr>
              <a:t>REPEAT</a:t>
            </a:r>
            <a:endParaRPr sz="1800">
              <a:latin typeface="Consolas"/>
              <a:cs typeface="Consolas"/>
            </a:endParaRPr>
          </a:p>
          <a:p>
            <a:pPr marL="763905">
              <a:lnSpc>
                <a:spcPct val="100000"/>
              </a:lnSpc>
            </a:pPr>
            <a:r>
              <a:rPr sz="1800" b="1" dirty="0">
                <a:solidFill>
                  <a:srgbClr val="3C3C3C"/>
                </a:solidFill>
                <a:latin typeface="Consolas"/>
                <a:cs typeface="Consolas"/>
              </a:rPr>
              <a:t>INSERT</a:t>
            </a:r>
            <a:r>
              <a:rPr sz="1800" b="1" spc="-80" dirty="0">
                <a:solidFill>
                  <a:srgbClr val="3C3C3C"/>
                </a:solidFill>
                <a:latin typeface="Consolas"/>
                <a:cs typeface="Consolas"/>
              </a:rPr>
              <a:t> </a:t>
            </a:r>
            <a:r>
              <a:rPr sz="1800" b="1" dirty="0">
                <a:solidFill>
                  <a:srgbClr val="3C3C3C"/>
                </a:solidFill>
                <a:latin typeface="Consolas"/>
                <a:cs typeface="Consolas"/>
              </a:rPr>
              <a:t>INTO</a:t>
            </a:r>
            <a:r>
              <a:rPr sz="1800" b="1" spc="-70" dirty="0">
                <a:solidFill>
                  <a:srgbClr val="3C3C3C"/>
                </a:solidFill>
                <a:latin typeface="Consolas"/>
                <a:cs typeface="Consolas"/>
              </a:rPr>
              <a:t> </a:t>
            </a:r>
            <a:r>
              <a:rPr sz="1800" b="1" dirty="0">
                <a:solidFill>
                  <a:srgbClr val="3C3C3C"/>
                </a:solidFill>
                <a:latin typeface="Consolas"/>
                <a:cs typeface="Consolas"/>
              </a:rPr>
              <a:t>sequence_numbers(numbers)</a:t>
            </a:r>
            <a:r>
              <a:rPr sz="1800" b="1" spc="-75" dirty="0">
                <a:solidFill>
                  <a:srgbClr val="3C3C3C"/>
                </a:solidFill>
                <a:latin typeface="Consolas"/>
                <a:cs typeface="Consolas"/>
              </a:rPr>
              <a:t> </a:t>
            </a:r>
            <a:r>
              <a:rPr sz="1800" b="1" spc="-10" dirty="0">
                <a:solidFill>
                  <a:srgbClr val="3C3C3C"/>
                </a:solidFill>
                <a:latin typeface="Consolas"/>
                <a:cs typeface="Consolas"/>
              </a:rPr>
              <a:t>VALUES(i+1);</a:t>
            </a:r>
            <a:endParaRPr sz="1800">
              <a:latin typeface="Consolas"/>
              <a:cs typeface="Consolas"/>
            </a:endParaRPr>
          </a:p>
          <a:p>
            <a:pPr marL="763905">
              <a:lnSpc>
                <a:spcPct val="100000"/>
              </a:lnSpc>
            </a:pPr>
            <a:r>
              <a:rPr sz="1800" b="1" dirty="0">
                <a:solidFill>
                  <a:srgbClr val="3C3C3C"/>
                </a:solidFill>
                <a:latin typeface="Consolas"/>
                <a:cs typeface="Consolas"/>
              </a:rPr>
              <a:t>SET</a:t>
            </a:r>
            <a:r>
              <a:rPr sz="1800" b="1" spc="-15" dirty="0">
                <a:solidFill>
                  <a:srgbClr val="3C3C3C"/>
                </a:solidFill>
                <a:latin typeface="Consolas"/>
                <a:cs typeface="Consolas"/>
              </a:rPr>
              <a:t> </a:t>
            </a:r>
            <a:r>
              <a:rPr sz="1800" b="1" dirty="0">
                <a:solidFill>
                  <a:srgbClr val="3C3C3C"/>
                </a:solidFill>
                <a:latin typeface="Consolas"/>
                <a:cs typeface="Consolas"/>
              </a:rPr>
              <a:t>i =</a:t>
            </a:r>
            <a:r>
              <a:rPr sz="1800" b="1" spc="-15" dirty="0">
                <a:solidFill>
                  <a:srgbClr val="3C3C3C"/>
                </a:solidFill>
                <a:latin typeface="Consolas"/>
                <a:cs typeface="Consolas"/>
              </a:rPr>
              <a:t> </a:t>
            </a:r>
            <a:r>
              <a:rPr sz="1800" b="1" dirty="0">
                <a:solidFill>
                  <a:srgbClr val="3C3C3C"/>
                </a:solidFill>
                <a:latin typeface="Consolas"/>
                <a:cs typeface="Consolas"/>
              </a:rPr>
              <a:t>i</a:t>
            </a:r>
            <a:r>
              <a:rPr sz="1800" b="1" spc="-15" dirty="0">
                <a:solidFill>
                  <a:srgbClr val="3C3C3C"/>
                </a:solidFill>
                <a:latin typeface="Consolas"/>
                <a:cs typeface="Consolas"/>
              </a:rPr>
              <a:t> </a:t>
            </a:r>
            <a:r>
              <a:rPr sz="1800" b="1" dirty="0">
                <a:solidFill>
                  <a:srgbClr val="3C3C3C"/>
                </a:solidFill>
                <a:latin typeface="Consolas"/>
                <a:cs typeface="Consolas"/>
              </a:rPr>
              <a:t>+</a:t>
            </a:r>
            <a:r>
              <a:rPr sz="1800" b="1" spc="-5" dirty="0">
                <a:solidFill>
                  <a:srgbClr val="3C3C3C"/>
                </a:solidFill>
                <a:latin typeface="Consolas"/>
                <a:cs typeface="Consolas"/>
              </a:rPr>
              <a:t> </a:t>
            </a:r>
            <a:r>
              <a:rPr sz="1800" b="1" spc="-25" dirty="0">
                <a:solidFill>
                  <a:srgbClr val="3C3C3C"/>
                </a:solidFill>
                <a:latin typeface="Consolas"/>
                <a:cs typeface="Consolas"/>
              </a:rPr>
              <a:t>1;</a:t>
            </a:r>
            <a:endParaRPr sz="1800">
              <a:latin typeface="Consolas"/>
              <a:cs typeface="Consolas"/>
            </a:endParaRPr>
          </a:p>
        </p:txBody>
      </p:sp>
      <p:sp>
        <p:nvSpPr>
          <p:cNvPr id="4" name="object 4"/>
          <p:cNvSpPr txBox="1"/>
          <p:nvPr/>
        </p:nvSpPr>
        <p:spPr>
          <a:xfrm>
            <a:off x="659993" y="4416044"/>
            <a:ext cx="6294120" cy="1397635"/>
          </a:xfrm>
          <a:prstGeom prst="rect">
            <a:avLst/>
          </a:prstGeom>
        </p:spPr>
        <p:txBody>
          <a:bodyPr vert="horz" wrap="square" lIns="0" tIns="12700" rIns="0" bIns="0" rtlCol="0">
            <a:spAutoFit/>
          </a:bodyPr>
          <a:lstStyle/>
          <a:p>
            <a:pPr marL="387350" marR="3140075">
              <a:lnSpc>
                <a:spcPct val="100000"/>
              </a:lnSpc>
              <a:spcBef>
                <a:spcPts val="100"/>
              </a:spcBef>
            </a:pPr>
            <a:r>
              <a:rPr sz="1800" b="1" dirty="0">
                <a:solidFill>
                  <a:srgbClr val="3C3C3C"/>
                </a:solidFill>
                <a:latin typeface="Consolas"/>
                <a:cs typeface="Consolas"/>
              </a:rPr>
              <a:t>UNTIL</a:t>
            </a:r>
            <a:r>
              <a:rPr sz="1800" b="1" spc="-5" dirty="0">
                <a:solidFill>
                  <a:srgbClr val="3C3C3C"/>
                </a:solidFill>
                <a:latin typeface="Consolas"/>
                <a:cs typeface="Consolas"/>
              </a:rPr>
              <a:t> </a:t>
            </a:r>
            <a:r>
              <a:rPr sz="1800" b="1" dirty="0">
                <a:solidFill>
                  <a:srgbClr val="3C3C3C"/>
                </a:solidFill>
                <a:latin typeface="Consolas"/>
                <a:cs typeface="Consolas"/>
              </a:rPr>
              <a:t>i</a:t>
            </a:r>
            <a:r>
              <a:rPr sz="1800" b="1" spc="-20" dirty="0">
                <a:solidFill>
                  <a:srgbClr val="3C3C3C"/>
                </a:solidFill>
                <a:latin typeface="Consolas"/>
                <a:cs typeface="Consolas"/>
              </a:rPr>
              <a:t> </a:t>
            </a:r>
            <a:r>
              <a:rPr sz="1800" b="1" dirty="0">
                <a:solidFill>
                  <a:srgbClr val="3C3C3C"/>
                </a:solidFill>
                <a:latin typeface="Consolas"/>
                <a:cs typeface="Consolas"/>
              </a:rPr>
              <a:t>&gt;=</a:t>
            </a:r>
            <a:r>
              <a:rPr sz="1800" b="1" spc="-15" dirty="0">
                <a:solidFill>
                  <a:srgbClr val="3C3C3C"/>
                </a:solidFill>
                <a:latin typeface="Consolas"/>
                <a:cs typeface="Consolas"/>
              </a:rPr>
              <a:t> </a:t>
            </a:r>
            <a:r>
              <a:rPr sz="1800" b="1" spc="-10" dirty="0">
                <a:solidFill>
                  <a:srgbClr val="3C3C3C"/>
                </a:solidFill>
                <a:latin typeface="Consolas"/>
                <a:cs typeface="Consolas"/>
              </a:rPr>
              <a:t>upper_limit </a:t>
            </a:r>
            <a:r>
              <a:rPr sz="1800" b="1" dirty="0">
                <a:solidFill>
                  <a:srgbClr val="3C3C3C"/>
                </a:solidFill>
                <a:latin typeface="Consolas"/>
                <a:cs typeface="Consolas"/>
              </a:rPr>
              <a:t>END</a:t>
            </a:r>
            <a:r>
              <a:rPr sz="1800" b="1" spc="-20" dirty="0">
                <a:solidFill>
                  <a:srgbClr val="3C3C3C"/>
                </a:solidFill>
                <a:latin typeface="Consolas"/>
                <a:cs typeface="Consolas"/>
              </a:rPr>
              <a:t> </a:t>
            </a:r>
            <a:r>
              <a:rPr sz="1800" b="1" spc="-10" dirty="0">
                <a:solidFill>
                  <a:srgbClr val="3C3C3C"/>
                </a:solidFill>
                <a:latin typeface="Consolas"/>
                <a:cs typeface="Consolas"/>
              </a:rPr>
              <a:t>REPEAT;</a:t>
            </a:r>
            <a:endParaRPr sz="1800">
              <a:latin typeface="Consolas"/>
              <a:cs typeface="Consolas"/>
            </a:endParaRPr>
          </a:p>
          <a:p>
            <a:pPr marL="387350" marR="5080">
              <a:lnSpc>
                <a:spcPct val="100000"/>
              </a:lnSpc>
            </a:pPr>
            <a:r>
              <a:rPr sz="1800" b="1" dirty="0">
                <a:solidFill>
                  <a:srgbClr val="3C3C3C"/>
                </a:solidFill>
                <a:latin typeface="Consolas"/>
                <a:cs typeface="Consolas"/>
              </a:rPr>
              <a:t>SELECT</a:t>
            </a:r>
            <a:r>
              <a:rPr sz="1800" b="1" spc="-45" dirty="0">
                <a:solidFill>
                  <a:srgbClr val="3C3C3C"/>
                </a:solidFill>
                <a:latin typeface="Consolas"/>
                <a:cs typeface="Consolas"/>
              </a:rPr>
              <a:t> </a:t>
            </a:r>
            <a:r>
              <a:rPr sz="1800" b="1" dirty="0">
                <a:solidFill>
                  <a:srgbClr val="3C3C3C"/>
                </a:solidFill>
                <a:latin typeface="Consolas"/>
                <a:cs typeface="Consolas"/>
              </a:rPr>
              <a:t>numbers</a:t>
            </a:r>
            <a:r>
              <a:rPr sz="1800" b="1" spc="-25" dirty="0">
                <a:solidFill>
                  <a:srgbClr val="3C3C3C"/>
                </a:solidFill>
                <a:latin typeface="Consolas"/>
                <a:cs typeface="Consolas"/>
              </a:rPr>
              <a:t> </a:t>
            </a:r>
            <a:r>
              <a:rPr sz="1800" b="1" dirty="0">
                <a:solidFill>
                  <a:srgbClr val="3C3C3C"/>
                </a:solidFill>
                <a:latin typeface="Consolas"/>
                <a:cs typeface="Consolas"/>
              </a:rPr>
              <a:t>“Numbers”</a:t>
            </a:r>
            <a:r>
              <a:rPr sz="1800" b="1" spc="-35" dirty="0">
                <a:solidFill>
                  <a:srgbClr val="3C3C3C"/>
                </a:solidFill>
                <a:latin typeface="Consolas"/>
                <a:cs typeface="Consolas"/>
              </a:rPr>
              <a:t> </a:t>
            </a:r>
            <a:r>
              <a:rPr sz="1800" b="1" dirty="0">
                <a:solidFill>
                  <a:srgbClr val="3C3C3C"/>
                </a:solidFill>
                <a:latin typeface="Consolas"/>
                <a:cs typeface="Consolas"/>
              </a:rPr>
              <a:t>FROM</a:t>
            </a:r>
            <a:r>
              <a:rPr sz="1800" b="1" spc="-10" dirty="0">
                <a:solidFill>
                  <a:srgbClr val="3C3C3C"/>
                </a:solidFill>
                <a:latin typeface="Consolas"/>
                <a:cs typeface="Consolas"/>
              </a:rPr>
              <a:t> sequence_numbers; </a:t>
            </a:r>
            <a:r>
              <a:rPr sz="1800" b="1" dirty="0">
                <a:solidFill>
                  <a:srgbClr val="3C3C3C"/>
                </a:solidFill>
                <a:latin typeface="Consolas"/>
                <a:cs typeface="Consolas"/>
              </a:rPr>
              <a:t>DROP</a:t>
            </a:r>
            <a:r>
              <a:rPr sz="1800" b="1" spc="-25" dirty="0">
                <a:solidFill>
                  <a:srgbClr val="3C3C3C"/>
                </a:solidFill>
                <a:latin typeface="Consolas"/>
                <a:cs typeface="Consolas"/>
              </a:rPr>
              <a:t> </a:t>
            </a:r>
            <a:r>
              <a:rPr sz="1800" b="1" dirty="0">
                <a:solidFill>
                  <a:srgbClr val="3C3C3C"/>
                </a:solidFill>
                <a:latin typeface="Consolas"/>
                <a:cs typeface="Consolas"/>
              </a:rPr>
              <a:t>TEMPORARY</a:t>
            </a:r>
            <a:r>
              <a:rPr sz="1800" b="1" spc="-25" dirty="0">
                <a:solidFill>
                  <a:srgbClr val="3C3C3C"/>
                </a:solidFill>
                <a:latin typeface="Consolas"/>
                <a:cs typeface="Consolas"/>
              </a:rPr>
              <a:t> </a:t>
            </a:r>
            <a:r>
              <a:rPr sz="1800" b="1" dirty="0">
                <a:solidFill>
                  <a:srgbClr val="3C3C3C"/>
                </a:solidFill>
                <a:latin typeface="Consolas"/>
                <a:cs typeface="Consolas"/>
              </a:rPr>
              <a:t>TABLE</a:t>
            </a:r>
            <a:r>
              <a:rPr sz="1800" b="1" spc="-15" dirty="0">
                <a:solidFill>
                  <a:srgbClr val="3C3C3C"/>
                </a:solidFill>
                <a:latin typeface="Consolas"/>
                <a:cs typeface="Consolas"/>
              </a:rPr>
              <a:t> </a:t>
            </a:r>
            <a:r>
              <a:rPr sz="1800" b="1" spc="-10" dirty="0">
                <a:solidFill>
                  <a:srgbClr val="3C3C3C"/>
                </a:solidFill>
                <a:latin typeface="Consolas"/>
                <a:cs typeface="Consolas"/>
              </a:rPr>
              <a:t>sequence_numbers;</a:t>
            </a:r>
            <a:endParaRPr sz="1800">
              <a:latin typeface="Consolas"/>
              <a:cs typeface="Consolas"/>
            </a:endParaRPr>
          </a:p>
          <a:p>
            <a:pPr marL="12700">
              <a:lnSpc>
                <a:spcPct val="100000"/>
              </a:lnSpc>
            </a:pPr>
            <a:r>
              <a:rPr sz="1800" b="1" spc="-25" dirty="0">
                <a:solidFill>
                  <a:srgbClr val="4590B8"/>
                </a:solidFill>
                <a:latin typeface="Consolas"/>
                <a:cs typeface="Consolas"/>
              </a:rPr>
              <a:t>END</a:t>
            </a:r>
            <a:endParaRPr sz="1800">
              <a:latin typeface="Consolas"/>
              <a:cs typeface="Consolas"/>
            </a:endParaRPr>
          </a:p>
        </p:txBody>
      </p:sp>
      <p:sp>
        <p:nvSpPr>
          <p:cNvPr id="5" name="object 5"/>
          <p:cNvSpPr txBox="1"/>
          <p:nvPr/>
        </p:nvSpPr>
        <p:spPr>
          <a:xfrm>
            <a:off x="7520178" y="4659629"/>
            <a:ext cx="3453765" cy="1199515"/>
          </a:xfrm>
          <a:prstGeom prst="rect">
            <a:avLst/>
          </a:prstGeom>
          <a:ln w="28575">
            <a:solidFill>
              <a:srgbClr val="1A315F"/>
            </a:solidFill>
          </a:ln>
        </p:spPr>
        <p:txBody>
          <a:bodyPr vert="horz" wrap="square" lIns="0" tIns="31750" rIns="0" bIns="0" rtlCol="0">
            <a:spAutoFit/>
          </a:bodyPr>
          <a:lstStyle/>
          <a:p>
            <a:pPr marL="466725" marR="470534" indent="-375285">
              <a:lnSpc>
                <a:spcPct val="100000"/>
              </a:lnSpc>
              <a:spcBef>
                <a:spcPts val="250"/>
              </a:spcBef>
            </a:pPr>
            <a:r>
              <a:rPr sz="1800" b="1" dirty="0">
                <a:solidFill>
                  <a:srgbClr val="959FA7"/>
                </a:solidFill>
                <a:latin typeface="Consolas"/>
                <a:cs typeface="Consolas"/>
              </a:rPr>
              <a:t>[</a:t>
            </a:r>
            <a:r>
              <a:rPr sz="1800" b="1" spc="-25" dirty="0">
                <a:solidFill>
                  <a:srgbClr val="959FA7"/>
                </a:solidFill>
                <a:latin typeface="Consolas"/>
                <a:cs typeface="Consolas"/>
              </a:rPr>
              <a:t> </a:t>
            </a:r>
            <a:r>
              <a:rPr sz="1800" b="1" dirty="0">
                <a:latin typeface="Consolas"/>
                <a:cs typeface="Consolas"/>
              </a:rPr>
              <a:t>label_name</a:t>
            </a:r>
            <a:r>
              <a:rPr sz="1800" b="1" spc="-10" dirty="0">
                <a:latin typeface="Consolas"/>
                <a:cs typeface="Consolas"/>
              </a:rPr>
              <a:t> </a:t>
            </a:r>
            <a:r>
              <a:rPr sz="1800" b="1" dirty="0">
                <a:latin typeface="Consolas"/>
                <a:cs typeface="Consolas"/>
              </a:rPr>
              <a:t>:</a:t>
            </a:r>
            <a:r>
              <a:rPr sz="1800" b="1" spc="-25" dirty="0">
                <a:latin typeface="Consolas"/>
                <a:cs typeface="Consolas"/>
              </a:rPr>
              <a:t> </a:t>
            </a:r>
            <a:r>
              <a:rPr sz="1800" b="1" dirty="0">
                <a:solidFill>
                  <a:srgbClr val="959FA7"/>
                </a:solidFill>
                <a:latin typeface="Consolas"/>
                <a:cs typeface="Consolas"/>
              </a:rPr>
              <a:t>]</a:t>
            </a:r>
            <a:r>
              <a:rPr sz="1800" b="1" spc="-5" dirty="0">
                <a:solidFill>
                  <a:srgbClr val="959FA7"/>
                </a:solidFill>
                <a:latin typeface="Consolas"/>
                <a:cs typeface="Consolas"/>
              </a:rPr>
              <a:t> </a:t>
            </a:r>
            <a:r>
              <a:rPr sz="1800" b="1" spc="-10" dirty="0">
                <a:solidFill>
                  <a:srgbClr val="4590B8"/>
                </a:solidFill>
                <a:latin typeface="Consolas"/>
                <a:cs typeface="Consolas"/>
              </a:rPr>
              <a:t>REPEAT </a:t>
            </a:r>
            <a:r>
              <a:rPr sz="1800" b="1" spc="-10" dirty="0">
                <a:latin typeface="Consolas"/>
                <a:cs typeface="Consolas"/>
              </a:rPr>
              <a:t>statement_list</a:t>
            </a:r>
            <a:endParaRPr sz="1800">
              <a:latin typeface="Consolas"/>
              <a:cs typeface="Consolas"/>
            </a:endParaRPr>
          </a:p>
          <a:p>
            <a:pPr marL="92075">
              <a:lnSpc>
                <a:spcPct val="100000"/>
              </a:lnSpc>
            </a:pPr>
            <a:r>
              <a:rPr sz="1800" b="1" dirty="0">
                <a:solidFill>
                  <a:srgbClr val="4590B8"/>
                </a:solidFill>
                <a:latin typeface="Consolas"/>
                <a:cs typeface="Consolas"/>
              </a:rPr>
              <a:t>UNTIL</a:t>
            </a:r>
            <a:r>
              <a:rPr sz="1800" b="1" spc="-40" dirty="0">
                <a:solidFill>
                  <a:srgbClr val="4590B8"/>
                </a:solidFill>
                <a:latin typeface="Consolas"/>
                <a:cs typeface="Consolas"/>
              </a:rPr>
              <a:t> </a:t>
            </a:r>
            <a:r>
              <a:rPr sz="1800" b="1" spc="-10" dirty="0">
                <a:latin typeface="Consolas"/>
                <a:cs typeface="Consolas"/>
              </a:rPr>
              <a:t>condition</a:t>
            </a:r>
            <a:endParaRPr sz="1800">
              <a:latin typeface="Consolas"/>
              <a:cs typeface="Consolas"/>
            </a:endParaRPr>
          </a:p>
          <a:p>
            <a:pPr marL="92075">
              <a:lnSpc>
                <a:spcPct val="100000"/>
              </a:lnSpc>
            </a:pPr>
            <a:r>
              <a:rPr sz="1800" b="1" dirty="0">
                <a:solidFill>
                  <a:srgbClr val="4590B8"/>
                </a:solidFill>
                <a:latin typeface="Consolas"/>
                <a:cs typeface="Consolas"/>
              </a:rPr>
              <a:t>END</a:t>
            </a:r>
            <a:r>
              <a:rPr sz="1800" b="1" spc="-40" dirty="0">
                <a:solidFill>
                  <a:srgbClr val="4590B8"/>
                </a:solidFill>
                <a:latin typeface="Consolas"/>
                <a:cs typeface="Consolas"/>
              </a:rPr>
              <a:t> </a:t>
            </a:r>
            <a:r>
              <a:rPr sz="1800" b="1" dirty="0">
                <a:solidFill>
                  <a:srgbClr val="4590B8"/>
                </a:solidFill>
                <a:latin typeface="Consolas"/>
                <a:cs typeface="Consolas"/>
              </a:rPr>
              <a:t>REPEAT</a:t>
            </a:r>
            <a:r>
              <a:rPr sz="1800" b="1" spc="-40" dirty="0">
                <a:solidFill>
                  <a:srgbClr val="4590B8"/>
                </a:solidFill>
                <a:latin typeface="Consolas"/>
                <a:cs typeface="Consolas"/>
              </a:rPr>
              <a:t> </a:t>
            </a:r>
            <a:r>
              <a:rPr sz="1800" b="1" dirty="0">
                <a:solidFill>
                  <a:srgbClr val="959FA7"/>
                </a:solidFill>
                <a:latin typeface="Consolas"/>
                <a:cs typeface="Consolas"/>
              </a:rPr>
              <a:t>[</a:t>
            </a:r>
            <a:r>
              <a:rPr sz="1800" b="1" spc="-30" dirty="0">
                <a:solidFill>
                  <a:srgbClr val="959FA7"/>
                </a:solidFill>
                <a:latin typeface="Consolas"/>
                <a:cs typeface="Consolas"/>
              </a:rPr>
              <a:t> </a:t>
            </a:r>
            <a:r>
              <a:rPr sz="1800" b="1" dirty="0">
                <a:latin typeface="Consolas"/>
                <a:cs typeface="Consolas"/>
              </a:rPr>
              <a:t>label_name</a:t>
            </a:r>
            <a:r>
              <a:rPr sz="1800" b="1" spc="-20" dirty="0">
                <a:latin typeface="Consolas"/>
                <a:cs typeface="Consolas"/>
              </a:rPr>
              <a:t> </a:t>
            </a:r>
            <a:r>
              <a:rPr sz="1800" b="1" spc="-25" dirty="0">
                <a:solidFill>
                  <a:srgbClr val="959FA7"/>
                </a:solidFill>
                <a:latin typeface="Consolas"/>
                <a:cs typeface="Consolas"/>
              </a:rPr>
              <a:t>]</a:t>
            </a:r>
            <a:r>
              <a:rPr sz="1800" b="1" spc="-25" dirty="0">
                <a:solidFill>
                  <a:srgbClr val="4590B8"/>
                </a:solidFill>
                <a:latin typeface="Consolas"/>
                <a:cs typeface="Consolas"/>
              </a:rPr>
              <a:t>;</a:t>
            </a:r>
            <a:endParaRPr sz="1800">
              <a:latin typeface="Consolas"/>
              <a:cs typeface="Consola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1A315F"/>
          </a:solidFill>
        </p:spPr>
        <p:txBody>
          <a:bodyPr vert="horz" wrap="square" lIns="0" tIns="188595" rIns="0" bIns="0" rtlCol="0">
            <a:spAutoFit/>
          </a:bodyPr>
          <a:lstStyle/>
          <a:p>
            <a:pPr marL="231775" marR="5358130">
              <a:lnSpc>
                <a:spcPct val="100000"/>
              </a:lnSpc>
              <a:spcBef>
                <a:spcPts val="1485"/>
              </a:spcBef>
            </a:pPr>
            <a:r>
              <a:rPr sz="2800" dirty="0">
                <a:solidFill>
                  <a:srgbClr val="FFFFFF"/>
                </a:solidFill>
              </a:rPr>
              <a:t>FLOW-</a:t>
            </a:r>
            <a:r>
              <a:rPr sz="2800" spc="190" dirty="0">
                <a:solidFill>
                  <a:srgbClr val="FFFFFF"/>
                </a:solidFill>
              </a:rPr>
              <a:t>CONTROL</a:t>
            </a:r>
            <a:r>
              <a:rPr sz="2800" spc="120" dirty="0">
                <a:solidFill>
                  <a:srgbClr val="FFFFFF"/>
                </a:solidFill>
              </a:rPr>
              <a:t> </a:t>
            </a:r>
            <a:r>
              <a:rPr sz="2800" spc="-10" dirty="0">
                <a:solidFill>
                  <a:srgbClr val="FFFFFF"/>
                </a:solidFill>
              </a:rPr>
              <a:t>STATEMENTS: </a:t>
            </a:r>
            <a:r>
              <a:rPr sz="2800" spc="-45" dirty="0">
                <a:solidFill>
                  <a:srgbClr val="FFFFFF"/>
                </a:solidFill>
              </a:rPr>
              <a:t>LOOP,</a:t>
            </a:r>
            <a:r>
              <a:rPr sz="2800" spc="-350" dirty="0">
                <a:solidFill>
                  <a:srgbClr val="FFFFFF"/>
                </a:solidFill>
              </a:rPr>
              <a:t> </a:t>
            </a:r>
            <a:r>
              <a:rPr sz="2800" spc="-120" dirty="0">
                <a:solidFill>
                  <a:srgbClr val="FFFFFF"/>
                </a:solidFill>
              </a:rPr>
              <a:t>LEAVE,</a:t>
            </a:r>
            <a:r>
              <a:rPr sz="2800" spc="-350" dirty="0">
                <a:solidFill>
                  <a:srgbClr val="FFFFFF"/>
                </a:solidFill>
              </a:rPr>
              <a:t> </a:t>
            </a:r>
            <a:r>
              <a:rPr sz="2800" spc="-245" dirty="0">
                <a:solidFill>
                  <a:srgbClr val="FFFFFF"/>
                </a:solidFill>
              </a:rPr>
              <a:t>&amp;</a:t>
            </a:r>
            <a:r>
              <a:rPr sz="2800" spc="-55" dirty="0">
                <a:solidFill>
                  <a:srgbClr val="FFFFFF"/>
                </a:solidFill>
              </a:rPr>
              <a:t> </a:t>
            </a:r>
            <a:r>
              <a:rPr sz="2800" spc="-20" dirty="0">
                <a:solidFill>
                  <a:srgbClr val="FFFFFF"/>
                </a:solidFill>
              </a:rPr>
              <a:t>ITERATE</a:t>
            </a:r>
            <a:r>
              <a:rPr sz="2800" spc="-75" dirty="0">
                <a:solidFill>
                  <a:srgbClr val="FFFFFF"/>
                </a:solidFill>
              </a:rPr>
              <a:t> </a:t>
            </a:r>
            <a:r>
              <a:rPr sz="2800" spc="-10" dirty="0">
                <a:solidFill>
                  <a:srgbClr val="FFFFFF"/>
                </a:solidFill>
              </a:rPr>
              <a:t>STATEMENT</a:t>
            </a:r>
            <a:endParaRPr sz="2800"/>
          </a:p>
        </p:txBody>
      </p:sp>
      <p:sp>
        <p:nvSpPr>
          <p:cNvPr id="3" name="object 3"/>
          <p:cNvSpPr txBox="1"/>
          <p:nvPr/>
        </p:nvSpPr>
        <p:spPr>
          <a:xfrm>
            <a:off x="659993" y="2237689"/>
            <a:ext cx="7546975" cy="3510915"/>
          </a:xfrm>
          <a:prstGeom prst="rect">
            <a:avLst/>
          </a:prstGeom>
        </p:spPr>
        <p:txBody>
          <a:bodyPr vert="horz" wrap="square" lIns="0" tIns="12700" rIns="0" bIns="0" rtlCol="0">
            <a:spAutoFit/>
          </a:bodyPr>
          <a:lstStyle/>
          <a:p>
            <a:pPr marL="12700">
              <a:lnSpc>
                <a:spcPts val="2055"/>
              </a:lnSpc>
              <a:spcBef>
                <a:spcPts val="100"/>
              </a:spcBef>
            </a:pPr>
            <a:r>
              <a:rPr sz="1800" b="1" dirty="0">
                <a:solidFill>
                  <a:srgbClr val="4590B8"/>
                </a:solidFill>
                <a:latin typeface="Consolas"/>
                <a:cs typeface="Consolas"/>
              </a:rPr>
              <a:t>CREATE</a:t>
            </a:r>
            <a:r>
              <a:rPr sz="1800" b="1" spc="-50" dirty="0">
                <a:solidFill>
                  <a:srgbClr val="4590B8"/>
                </a:solidFill>
                <a:latin typeface="Consolas"/>
                <a:cs typeface="Consolas"/>
              </a:rPr>
              <a:t> </a:t>
            </a:r>
            <a:r>
              <a:rPr sz="1800" b="1" dirty="0">
                <a:solidFill>
                  <a:srgbClr val="4590B8"/>
                </a:solidFill>
                <a:latin typeface="Consolas"/>
                <a:cs typeface="Consolas"/>
              </a:rPr>
              <a:t>PROCEDURE</a:t>
            </a:r>
            <a:r>
              <a:rPr sz="1800" b="1" spc="-40" dirty="0">
                <a:solidFill>
                  <a:srgbClr val="4590B8"/>
                </a:solidFill>
                <a:latin typeface="Consolas"/>
                <a:cs typeface="Consolas"/>
              </a:rPr>
              <a:t> </a:t>
            </a:r>
            <a:r>
              <a:rPr sz="1800" b="1" dirty="0">
                <a:solidFill>
                  <a:srgbClr val="3C3C3C"/>
                </a:solidFill>
                <a:latin typeface="Consolas"/>
                <a:cs typeface="Consolas"/>
              </a:rPr>
              <a:t>show_odd_numbers</a:t>
            </a:r>
            <a:r>
              <a:rPr sz="1800" b="1" spc="-45" dirty="0">
                <a:solidFill>
                  <a:srgbClr val="3C3C3C"/>
                </a:solidFill>
                <a:latin typeface="Consolas"/>
                <a:cs typeface="Consolas"/>
              </a:rPr>
              <a:t> </a:t>
            </a:r>
            <a:r>
              <a:rPr sz="1800" b="1" dirty="0">
                <a:solidFill>
                  <a:srgbClr val="4590B8"/>
                </a:solidFill>
                <a:latin typeface="Consolas"/>
                <a:cs typeface="Consolas"/>
              </a:rPr>
              <a:t>(</a:t>
            </a:r>
            <a:r>
              <a:rPr sz="1800" b="1" spc="-40" dirty="0">
                <a:solidFill>
                  <a:srgbClr val="4590B8"/>
                </a:solidFill>
                <a:latin typeface="Consolas"/>
                <a:cs typeface="Consolas"/>
              </a:rPr>
              <a:t> </a:t>
            </a:r>
            <a:r>
              <a:rPr sz="1800" b="1" dirty="0">
                <a:solidFill>
                  <a:srgbClr val="3C3C3C"/>
                </a:solidFill>
                <a:latin typeface="Consolas"/>
                <a:cs typeface="Consolas"/>
              </a:rPr>
              <a:t>IN</a:t>
            </a:r>
            <a:r>
              <a:rPr sz="1800" b="1" spc="-55" dirty="0">
                <a:solidFill>
                  <a:srgbClr val="3C3C3C"/>
                </a:solidFill>
                <a:latin typeface="Consolas"/>
                <a:cs typeface="Consolas"/>
              </a:rPr>
              <a:t> </a:t>
            </a:r>
            <a:r>
              <a:rPr sz="1800" b="1" dirty="0">
                <a:solidFill>
                  <a:srgbClr val="3C3C3C"/>
                </a:solidFill>
                <a:latin typeface="Consolas"/>
                <a:cs typeface="Consolas"/>
              </a:rPr>
              <a:t>upper_limit</a:t>
            </a:r>
            <a:r>
              <a:rPr sz="1800" b="1" spc="-55" dirty="0">
                <a:solidFill>
                  <a:srgbClr val="3C3C3C"/>
                </a:solidFill>
                <a:latin typeface="Consolas"/>
                <a:cs typeface="Consolas"/>
              </a:rPr>
              <a:t> </a:t>
            </a:r>
            <a:r>
              <a:rPr sz="1800" b="1" dirty="0">
                <a:solidFill>
                  <a:srgbClr val="3C3C3C"/>
                </a:solidFill>
                <a:latin typeface="Consolas"/>
                <a:cs typeface="Consolas"/>
              </a:rPr>
              <a:t>INTEGER</a:t>
            </a:r>
            <a:r>
              <a:rPr sz="1800" b="1" spc="-50" dirty="0">
                <a:solidFill>
                  <a:srgbClr val="3C3C3C"/>
                </a:solidFill>
                <a:latin typeface="Consolas"/>
                <a:cs typeface="Consolas"/>
              </a:rPr>
              <a:t> </a:t>
            </a:r>
            <a:r>
              <a:rPr sz="1800" b="1" spc="-50" dirty="0">
                <a:solidFill>
                  <a:srgbClr val="4590B8"/>
                </a:solidFill>
                <a:latin typeface="Consolas"/>
                <a:cs typeface="Consolas"/>
              </a:rPr>
              <a:t>)</a:t>
            </a:r>
            <a:endParaRPr sz="1800">
              <a:latin typeface="Consolas"/>
              <a:cs typeface="Consolas"/>
            </a:endParaRPr>
          </a:p>
          <a:p>
            <a:pPr marL="12700">
              <a:lnSpc>
                <a:spcPts val="1945"/>
              </a:lnSpc>
            </a:pPr>
            <a:r>
              <a:rPr sz="1800" b="1" spc="-10" dirty="0">
                <a:solidFill>
                  <a:srgbClr val="4590B8"/>
                </a:solidFill>
                <a:latin typeface="Consolas"/>
                <a:cs typeface="Consolas"/>
              </a:rPr>
              <a:t>BEGIN</a:t>
            </a:r>
            <a:endParaRPr sz="1800">
              <a:latin typeface="Consolas"/>
              <a:cs typeface="Consolas"/>
            </a:endParaRPr>
          </a:p>
          <a:p>
            <a:pPr marL="387350">
              <a:lnSpc>
                <a:spcPts val="1945"/>
              </a:lnSpc>
            </a:pPr>
            <a:r>
              <a:rPr sz="1800" b="1" dirty="0">
                <a:solidFill>
                  <a:srgbClr val="3C3C3C"/>
                </a:solidFill>
                <a:latin typeface="Consolas"/>
                <a:cs typeface="Consolas"/>
              </a:rPr>
              <a:t>DECLARE</a:t>
            </a:r>
            <a:r>
              <a:rPr sz="1800" b="1" spc="-20" dirty="0">
                <a:solidFill>
                  <a:srgbClr val="3C3C3C"/>
                </a:solidFill>
                <a:latin typeface="Consolas"/>
                <a:cs typeface="Consolas"/>
              </a:rPr>
              <a:t> </a:t>
            </a:r>
            <a:r>
              <a:rPr sz="1800" b="1" dirty="0">
                <a:solidFill>
                  <a:srgbClr val="3C3C3C"/>
                </a:solidFill>
                <a:latin typeface="Consolas"/>
                <a:cs typeface="Consolas"/>
              </a:rPr>
              <a:t>i</a:t>
            </a:r>
            <a:r>
              <a:rPr sz="1800" b="1" spc="-10" dirty="0">
                <a:solidFill>
                  <a:srgbClr val="3C3C3C"/>
                </a:solidFill>
                <a:latin typeface="Consolas"/>
                <a:cs typeface="Consolas"/>
              </a:rPr>
              <a:t> INTEGER;</a:t>
            </a:r>
            <a:endParaRPr sz="1800">
              <a:latin typeface="Consolas"/>
              <a:cs typeface="Consolas"/>
            </a:endParaRPr>
          </a:p>
          <a:p>
            <a:pPr marL="387350" marR="506730">
              <a:lnSpc>
                <a:spcPts val="1939"/>
              </a:lnSpc>
              <a:spcBef>
                <a:spcPts val="140"/>
              </a:spcBef>
            </a:pPr>
            <a:r>
              <a:rPr sz="1800" b="1" dirty="0">
                <a:solidFill>
                  <a:srgbClr val="3C3C3C"/>
                </a:solidFill>
                <a:latin typeface="Consolas"/>
                <a:cs typeface="Consolas"/>
              </a:rPr>
              <a:t>CREATE</a:t>
            </a:r>
            <a:r>
              <a:rPr sz="1800" b="1" spc="-50" dirty="0">
                <a:solidFill>
                  <a:srgbClr val="3C3C3C"/>
                </a:solidFill>
                <a:latin typeface="Consolas"/>
                <a:cs typeface="Consolas"/>
              </a:rPr>
              <a:t> </a:t>
            </a:r>
            <a:r>
              <a:rPr sz="1800" b="1" dirty="0">
                <a:solidFill>
                  <a:srgbClr val="3C3C3C"/>
                </a:solidFill>
                <a:latin typeface="Consolas"/>
                <a:cs typeface="Consolas"/>
              </a:rPr>
              <a:t>TEMPORARY</a:t>
            </a:r>
            <a:r>
              <a:rPr sz="1800" b="1" spc="-30" dirty="0">
                <a:solidFill>
                  <a:srgbClr val="3C3C3C"/>
                </a:solidFill>
                <a:latin typeface="Consolas"/>
                <a:cs typeface="Consolas"/>
              </a:rPr>
              <a:t> </a:t>
            </a:r>
            <a:r>
              <a:rPr sz="1800" b="1" dirty="0">
                <a:solidFill>
                  <a:srgbClr val="3C3C3C"/>
                </a:solidFill>
                <a:latin typeface="Consolas"/>
                <a:cs typeface="Consolas"/>
              </a:rPr>
              <a:t>TABLE</a:t>
            </a:r>
            <a:r>
              <a:rPr sz="1800" b="1" spc="-30" dirty="0">
                <a:solidFill>
                  <a:srgbClr val="3C3C3C"/>
                </a:solidFill>
                <a:latin typeface="Consolas"/>
                <a:cs typeface="Consolas"/>
              </a:rPr>
              <a:t> </a:t>
            </a:r>
            <a:r>
              <a:rPr sz="1800" b="1" dirty="0">
                <a:solidFill>
                  <a:srgbClr val="3C3C3C"/>
                </a:solidFill>
                <a:latin typeface="Consolas"/>
                <a:cs typeface="Consolas"/>
              </a:rPr>
              <a:t>odd_numbers</a:t>
            </a:r>
            <a:r>
              <a:rPr sz="1800" b="1" spc="-35" dirty="0">
                <a:solidFill>
                  <a:srgbClr val="3C3C3C"/>
                </a:solidFill>
                <a:latin typeface="Consolas"/>
                <a:cs typeface="Consolas"/>
              </a:rPr>
              <a:t> </a:t>
            </a:r>
            <a:r>
              <a:rPr sz="1800" b="1" dirty="0">
                <a:solidFill>
                  <a:srgbClr val="3C3C3C"/>
                </a:solidFill>
                <a:latin typeface="Consolas"/>
                <a:cs typeface="Consolas"/>
              </a:rPr>
              <a:t>(numbers</a:t>
            </a:r>
            <a:r>
              <a:rPr sz="1800" b="1" spc="-35" dirty="0">
                <a:solidFill>
                  <a:srgbClr val="3C3C3C"/>
                </a:solidFill>
                <a:latin typeface="Consolas"/>
                <a:cs typeface="Consolas"/>
              </a:rPr>
              <a:t> </a:t>
            </a:r>
            <a:r>
              <a:rPr sz="1800" b="1" spc="-10" dirty="0">
                <a:solidFill>
                  <a:srgbClr val="3C3C3C"/>
                </a:solidFill>
                <a:latin typeface="Consolas"/>
                <a:cs typeface="Consolas"/>
              </a:rPr>
              <a:t>INTEGER); </a:t>
            </a:r>
            <a:r>
              <a:rPr sz="1800" b="1" dirty="0">
                <a:solidFill>
                  <a:srgbClr val="3C3C3C"/>
                </a:solidFill>
                <a:latin typeface="Consolas"/>
                <a:cs typeface="Consolas"/>
              </a:rPr>
              <a:t>SET</a:t>
            </a:r>
            <a:r>
              <a:rPr sz="1800" b="1" spc="-15" dirty="0">
                <a:solidFill>
                  <a:srgbClr val="3C3C3C"/>
                </a:solidFill>
                <a:latin typeface="Consolas"/>
                <a:cs typeface="Consolas"/>
              </a:rPr>
              <a:t> </a:t>
            </a:r>
            <a:r>
              <a:rPr sz="1800" b="1" dirty="0">
                <a:solidFill>
                  <a:srgbClr val="3C3C3C"/>
                </a:solidFill>
                <a:latin typeface="Consolas"/>
                <a:cs typeface="Consolas"/>
              </a:rPr>
              <a:t>i =</a:t>
            </a:r>
            <a:r>
              <a:rPr sz="1800" b="1" spc="-15" dirty="0">
                <a:solidFill>
                  <a:srgbClr val="3C3C3C"/>
                </a:solidFill>
                <a:latin typeface="Consolas"/>
                <a:cs typeface="Consolas"/>
              </a:rPr>
              <a:t> </a:t>
            </a:r>
            <a:r>
              <a:rPr sz="1800" b="1" spc="-25" dirty="0">
                <a:solidFill>
                  <a:srgbClr val="3C3C3C"/>
                </a:solidFill>
                <a:latin typeface="Consolas"/>
                <a:cs typeface="Consolas"/>
              </a:rPr>
              <a:t>0;</a:t>
            </a:r>
            <a:endParaRPr sz="1800">
              <a:latin typeface="Consolas"/>
              <a:cs typeface="Consolas"/>
            </a:endParaRPr>
          </a:p>
          <a:p>
            <a:pPr marL="387350">
              <a:lnSpc>
                <a:spcPts val="1810"/>
              </a:lnSpc>
            </a:pPr>
            <a:r>
              <a:rPr sz="1800" b="1" dirty="0">
                <a:solidFill>
                  <a:srgbClr val="3C3C3C"/>
                </a:solidFill>
                <a:latin typeface="Consolas"/>
                <a:cs typeface="Consolas"/>
              </a:rPr>
              <a:t>odd:</a:t>
            </a:r>
            <a:r>
              <a:rPr sz="1800" b="1" spc="-25" dirty="0">
                <a:solidFill>
                  <a:srgbClr val="3C3C3C"/>
                </a:solidFill>
                <a:latin typeface="Consolas"/>
                <a:cs typeface="Consolas"/>
              </a:rPr>
              <a:t> </a:t>
            </a:r>
            <a:r>
              <a:rPr sz="1800" b="1" spc="-20" dirty="0">
                <a:solidFill>
                  <a:srgbClr val="3C3C3C"/>
                </a:solidFill>
                <a:latin typeface="Consolas"/>
                <a:cs typeface="Consolas"/>
              </a:rPr>
              <a:t>LOOP</a:t>
            </a:r>
            <a:endParaRPr sz="1800">
              <a:latin typeface="Consolas"/>
              <a:cs typeface="Consolas"/>
            </a:endParaRPr>
          </a:p>
          <a:p>
            <a:pPr marL="763905">
              <a:lnSpc>
                <a:spcPts val="1945"/>
              </a:lnSpc>
            </a:pPr>
            <a:r>
              <a:rPr sz="1800" b="1" dirty="0">
                <a:solidFill>
                  <a:srgbClr val="3C3C3C"/>
                </a:solidFill>
                <a:latin typeface="Consolas"/>
                <a:cs typeface="Consolas"/>
              </a:rPr>
              <a:t>SET</a:t>
            </a:r>
            <a:r>
              <a:rPr sz="1800" b="1" spc="-15" dirty="0">
                <a:solidFill>
                  <a:srgbClr val="3C3C3C"/>
                </a:solidFill>
                <a:latin typeface="Consolas"/>
                <a:cs typeface="Consolas"/>
              </a:rPr>
              <a:t> </a:t>
            </a:r>
            <a:r>
              <a:rPr sz="1800" b="1" dirty="0">
                <a:solidFill>
                  <a:srgbClr val="3C3C3C"/>
                </a:solidFill>
                <a:latin typeface="Consolas"/>
                <a:cs typeface="Consolas"/>
              </a:rPr>
              <a:t>i</a:t>
            </a:r>
            <a:r>
              <a:rPr sz="1800" b="1" spc="-5" dirty="0">
                <a:solidFill>
                  <a:srgbClr val="3C3C3C"/>
                </a:solidFill>
                <a:latin typeface="Consolas"/>
                <a:cs typeface="Consolas"/>
              </a:rPr>
              <a:t> </a:t>
            </a:r>
            <a:r>
              <a:rPr sz="1800" b="1" dirty="0">
                <a:solidFill>
                  <a:srgbClr val="3C3C3C"/>
                </a:solidFill>
                <a:latin typeface="Consolas"/>
                <a:cs typeface="Consolas"/>
              </a:rPr>
              <a:t>=</a:t>
            </a:r>
            <a:r>
              <a:rPr sz="1800" b="1" spc="-20" dirty="0">
                <a:solidFill>
                  <a:srgbClr val="3C3C3C"/>
                </a:solidFill>
                <a:latin typeface="Consolas"/>
                <a:cs typeface="Consolas"/>
              </a:rPr>
              <a:t> </a:t>
            </a:r>
            <a:r>
              <a:rPr sz="1800" b="1" dirty="0">
                <a:solidFill>
                  <a:srgbClr val="3C3C3C"/>
                </a:solidFill>
                <a:latin typeface="Consolas"/>
                <a:cs typeface="Consolas"/>
              </a:rPr>
              <a:t>i</a:t>
            </a:r>
            <a:r>
              <a:rPr sz="1800" b="1" spc="-15" dirty="0">
                <a:solidFill>
                  <a:srgbClr val="3C3C3C"/>
                </a:solidFill>
                <a:latin typeface="Consolas"/>
                <a:cs typeface="Consolas"/>
              </a:rPr>
              <a:t> </a:t>
            </a:r>
            <a:r>
              <a:rPr sz="1800" b="1" dirty="0">
                <a:solidFill>
                  <a:srgbClr val="3C3C3C"/>
                </a:solidFill>
                <a:latin typeface="Consolas"/>
                <a:cs typeface="Consolas"/>
              </a:rPr>
              <a:t>+ </a:t>
            </a:r>
            <a:r>
              <a:rPr sz="1800" b="1" spc="-25" dirty="0">
                <a:solidFill>
                  <a:srgbClr val="3C3C3C"/>
                </a:solidFill>
                <a:latin typeface="Consolas"/>
                <a:cs typeface="Consolas"/>
              </a:rPr>
              <a:t>1;</a:t>
            </a:r>
            <a:endParaRPr sz="1800">
              <a:latin typeface="Consolas"/>
              <a:cs typeface="Consolas"/>
            </a:endParaRPr>
          </a:p>
          <a:p>
            <a:pPr marL="763905" marR="1510030">
              <a:lnSpc>
                <a:spcPts val="1939"/>
              </a:lnSpc>
              <a:spcBef>
                <a:spcPts val="140"/>
              </a:spcBef>
            </a:pPr>
            <a:r>
              <a:rPr sz="1800" b="1" dirty="0">
                <a:solidFill>
                  <a:srgbClr val="3C3C3C"/>
                </a:solidFill>
                <a:latin typeface="Consolas"/>
                <a:cs typeface="Consolas"/>
              </a:rPr>
              <a:t>IF</a:t>
            </a:r>
            <a:r>
              <a:rPr sz="1800" b="1" spc="-25" dirty="0">
                <a:solidFill>
                  <a:srgbClr val="3C3C3C"/>
                </a:solidFill>
                <a:latin typeface="Consolas"/>
                <a:cs typeface="Consolas"/>
              </a:rPr>
              <a:t> </a:t>
            </a:r>
            <a:r>
              <a:rPr sz="1800" b="1" dirty="0">
                <a:solidFill>
                  <a:srgbClr val="3C3C3C"/>
                </a:solidFill>
                <a:latin typeface="Consolas"/>
                <a:cs typeface="Consolas"/>
              </a:rPr>
              <a:t>i</a:t>
            </a:r>
            <a:r>
              <a:rPr sz="1800" b="1" spc="-25" dirty="0">
                <a:solidFill>
                  <a:srgbClr val="3C3C3C"/>
                </a:solidFill>
                <a:latin typeface="Consolas"/>
                <a:cs typeface="Consolas"/>
              </a:rPr>
              <a:t> </a:t>
            </a:r>
            <a:r>
              <a:rPr sz="1800" b="1" dirty="0">
                <a:solidFill>
                  <a:srgbClr val="3C3C3C"/>
                </a:solidFill>
                <a:latin typeface="Consolas"/>
                <a:cs typeface="Consolas"/>
              </a:rPr>
              <a:t>&gt;</a:t>
            </a:r>
            <a:r>
              <a:rPr sz="1800" b="1" spc="-15" dirty="0">
                <a:solidFill>
                  <a:srgbClr val="3C3C3C"/>
                </a:solidFill>
                <a:latin typeface="Consolas"/>
                <a:cs typeface="Consolas"/>
              </a:rPr>
              <a:t> </a:t>
            </a:r>
            <a:r>
              <a:rPr sz="1800" b="1" dirty="0">
                <a:solidFill>
                  <a:srgbClr val="3C3C3C"/>
                </a:solidFill>
                <a:latin typeface="Consolas"/>
                <a:cs typeface="Consolas"/>
              </a:rPr>
              <a:t>upper_limit</a:t>
            </a:r>
            <a:r>
              <a:rPr sz="1800" b="1" spc="-10" dirty="0">
                <a:solidFill>
                  <a:srgbClr val="3C3C3C"/>
                </a:solidFill>
                <a:latin typeface="Consolas"/>
                <a:cs typeface="Consolas"/>
              </a:rPr>
              <a:t> </a:t>
            </a:r>
            <a:r>
              <a:rPr sz="1800" b="1" dirty="0">
                <a:solidFill>
                  <a:srgbClr val="3C3C3C"/>
                </a:solidFill>
                <a:latin typeface="Consolas"/>
                <a:cs typeface="Consolas"/>
              </a:rPr>
              <a:t>THEN</a:t>
            </a:r>
            <a:r>
              <a:rPr sz="1800" b="1" spc="-20" dirty="0">
                <a:solidFill>
                  <a:srgbClr val="3C3C3C"/>
                </a:solidFill>
                <a:latin typeface="Consolas"/>
                <a:cs typeface="Consolas"/>
              </a:rPr>
              <a:t> </a:t>
            </a:r>
            <a:r>
              <a:rPr sz="1800" b="1" dirty="0">
                <a:solidFill>
                  <a:srgbClr val="3C3C3C"/>
                </a:solidFill>
                <a:latin typeface="Consolas"/>
                <a:cs typeface="Consolas"/>
              </a:rPr>
              <a:t>LEAVE</a:t>
            </a:r>
            <a:r>
              <a:rPr sz="1800" b="1" spc="-15" dirty="0">
                <a:solidFill>
                  <a:srgbClr val="3C3C3C"/>
                </a:solidFill>
                <a:latin typeface="Consolas"/>
                <a:cs typeface="Consolas"/>
              </a:rPr>
              <a:t> </a:t>
            </a:r>
            <a:r>
              <a:rPr sz="1800" b="1" dirty="0">
                <a:solidFill>
                  <a:srgbClr val="3C3C3C"/>
                </a:solidFill>
                <a:latin typeface="Consolas"/>
                <a:cs typeface="Consolas"/>
              </a:rPr>
              <a:t>odd;</a:t>
            </a:r>
            <a:r>
              <a:rPr sz="1800" b="1" spc="-20" dirty="0">
                <a:solidFill>
                  <a:srgbClr val="3C3C3C"/>
                </a:solidFill>
                <a:latin typeface="Consolas"/>
                <a:cs typeface="Consolas"/>
              </a:rPr>
              <a:t> </a:t>
            </a:r>
            <a:r>
              <a:rPr sz="1800" b="1" dirty="0">
                <a:solidFill>
                  <a:srgbClr val="3C3C3C"/>
                </a:solidFill>
                <a:latin typeface="Consolas"/>
                <a:cs typeface="Consolas"/>
              </a:rPr>
              <a:t>END</a:t>
            </a:r>
            <a:r>
              <a:rPr sz="1800" b="1" spc="-15" dirty="0">
                <a:solidFill>
                  <a:srgbClr val="3C3C3C"/>
                </a:solidFill>
                <a:latin typeface="Consolas"/>
                <a:cs typeface="Consolas"/>
              </a:rPr>
              <a:t> </a:t>
            </a:r>
            <a:r>
              <a:rPr sz="1800" b="1" spc="-25" dirty="0">
                <a:solidFill>
                  <a:srgbClr val="3C3C3C"/>
                </a:solidFill>
                <a:latin typeface="Consolas"/>
                <a:cs typeface="Consolas"/>
              </a:rPr>
              <a:t>IF; </a:t>
            </a:r>
            <a:r>
              <a:rPr sz="1800" b="1" dirty="0">
                <a:solidFill>
                  <a:srgbClr val="3C3C3C"/>
                </a:solidFill>
                <a:latin typeface="Consolas"/>
                <a:cs typeface="Consolas"/>
              </a:rPr>
              <a:t>IF</a:t>
            </a:r>
            <a:r>
              <a:rPr sz="1800" b="1" spc="-20" dirty="0">
                <a:solidFill>
                  <a:srgbClr val="3C3C3C"/>
                </a:solidFill>
                <a:latin typeface="Consolas"/>
                <a:cs typeface="Consolas"/>
              </a:rPr>
              <a:t> </a:t>
            </a:r>
            <a:r>
              <a:rPr sz="1800" b="1" dirty="0">
                <a:solidFill>
                  <a:srgbClr val="3C3C3C"/>
                </a:solidFill>
                <a:latin typeface="Consolas"/>
                <a:cs typeface="Consolas"/>
              </a:rPr>
              <a:t>i</a:t>
            </a:r>
            <a:r>
              <a:rPr sz="1800" b="1" spc="-20" dirty="0">
                <a:solidFill>
                  <a:srgbClr val="3C3C3C"/>
                </a:solidFill>
                <a:latin typeface="Consolas"/>
                <a:cs typeface="Consolas"/>
              </a:rPr>
              <a:t> </a:t>
            </a:r>
            <a:r>
              <a:rPr sz="1800" b="1" dirty="0">
                <a:solidFill>
                  <a:srgbClr val="3C3C3C"/>
                </a:solidFill>
                <a:latin typeface="Consolas"/>
                <a:cs typeface="Consolas"/>
              </a:rPr>
              <a:t>%</a:t>
            </a:r>
            <a:r>
              <a:rPr sz="1800" b="1" spc="-10" dirty="0">
                <a:solidFill>
                  <a:srgbClr val="3C3C3C"/>
                </a:solidFill>
                <a:latin typeface="Consolas"/>
                <a:cs typeface="Consolas"/>
              </a:rPr>
              <a:t> </a:t>
            </a:r>
            <a:r>
              <a:rPr sz="1800" b="1" dirty="0">
                <a:solidFill>
                  <a:srgbClr val="3C3C3C"/>
                </a:solidFill>
                <a:latin typeface="Consolas"/>
                <a:cs typeface="Consolas"/>
              </a:rPr>
              <a:t>2</a:t>
            </a:r>
            <a:r>
              <a:rPr sz="1800" b="1" spc="-25" dirty="0">
                <a:solidFill>
                  <a:srgbClr val="3C3C3C"/>
                </a:solidFill>
                <a:latin typeface="Consolas"/>
                <a:cs typeface="Consolas"/>
              </a:rPr>
              <a:t> </a:t>
            </a:r>
            <a:r>
              <a:rPr sz="1800" b="1" dirty="0">
                <a:solidFill>
                  <a:srgbClr val="3C3C3C"/>
                </a:solidFill>
                <a:latin typeface="Consolas"/>
                <a:cs typeface="Consolas"/>
              </a:rPr>
              <a:t>=</a:t>
            </a:r>
            <a:r>
              <a:rPr sz="1800" b="1" spc="-10" dirty="0">
                <a:solidFill>
                  <a:srgbClr val="3C3C3C"/>
                </a:solidFill>
                <a:latin typeface="Consolas"/>
                <a:cs typeface="Consolas"/>
              </a:rPr>
              <a:t> </a:t>
            </a:r>
            <a:r>
              <a:rPr sz="1800" b="1" dirty="0">
                <a:solidFill>
                  <a:srgbClr val="3C3C3C"/>
                </a:solidFill>
                <a:latin typeface="Consolas"/>
                <a:cs typeface="Consolas"/>
              </a:rPr>
              <a:t>0</a:t>
            </a:r>
            <a:r>
              <a:rPr sz="1800" b="1" spc="-20" dirty="0">
                <a:solidFill>
                  <a:srgbClr val="3C3C3C"/>
                </a:solidFill>
                <a:latin typeface="Consolas"/>
                <a:cs typeface="Consolas"/>
              </a:rPr>
              <a:t> </a:t>
            </a:r>
            <a:r>
              <a:rPr sz="1800" b="1" dirty="0">
                <a:solidFill>
                  <a:srgbClr val="3C3C3C"/>
                </a:solidFill>
                <a:latin typeface="Consolas"/>
                <a:cs typeface="Consolas"/>
              </a:rPr>
              <a:t>THEN</a:t>
            </a:r>
            <a:r>
              <a:rPr sz="1800" b="1" spc="-15" dirty="0">
                <a:solidFill>
                  <a:srgbClr val="3C3C3C"/>
                </a:solidFill>
                <a:latin typeface="Consolas"/>
                <a:cs typeface="Consolas"/>
              </a:rPr>
              <a:t> </a:t>
            </a:r>
            <a:r>
              <a:rPr sz="1800" b="1" dirty="0">
                <a:solidFill>
                  <a:srgbClr val="3C3C3C"/>
                </a:solidFill>
                <a:latin typeface="Consolas"/>
                <a:cs typeface="Consolas"/>
              </a:rPr>
              <a:t>ITERATE</a:t>
            </a:r>
            <a:r>
              <a:rPr sz="1800" b="1" spc="-10" dirty="0">
                <a:solidFill>
                  <a:srgbClr val="3C3C3C"/>
                </a:solidFill>
                <a:latin typeface="Consolas"/>
                <a:cs typeface="Consolas"/>
              </a:rPr>
              <a:t> </a:t>
            </a:r>
            <a:r>
              <a:rPr sz="1800" b="1" dirty="0">
                <a:solidFill>
                  <a:srgbClr val="3C3C3C"/>
                </a:solidFill>
                <a:latin typeface="Consolas"/>
                <a:cs typeface="Consolas"/>
              </a:rPr>
              <a:t>odd;</a:t>
            </a:r>
            <a:r>
              <a:rPr sz="1800" b="1" spc="-10" dirty="0">
                <a:solidFill>
                  <a:srgbClr val="3C3C3C"/>
                </a:solidFill>
                <a:latin typeface="Consolas"/>
                <a:cs typeface="Consolas"/>
              </a:rPr>
              <a:t> </a:t>
            </a:r>
            <a:r>
              <a:rPr sz="1800" b="1" dirty="0">
                <a:solidFill>
                  <a:srgbClr val="3C3C3C"/>
                </a:solidFill>
                <a:latin typeface="Consolas"/>
                <a:cs typeface="Consolas"/>
              </a:rPr>
              <a:t>END</a:t>
            </a:r>
            <a:r>
              <a:rPr sz="1800" b="1" spc="-10" dirty="0">
                <a:solidFill>
                  <a:srgbClr val="3C3C3C"/>
                </a:solidFill>
                <a:latin typeface="Consolas"/>
                <a:cs typeface="Consolas"/>
              </a:rPr>
              <a:t> </a:t>
            </a:r>
            <a:r>
              <a:rPr sz="1800" b="1" spc="-25" dirty="0">
                <a:solidFill>
                  <a:srgbClr val="3C3C3C"/>
                </a:solidFill>
                <a:latin typeface="Consolas"/>
                <a:cs typeface="Consolas"/>
              </a:rPr>
              <a:t>IF;</a:t>
            </a:r>
            <a:endParaRPr sz="1800">
              <a:latin typeface="Consolas"/>
              <a:cs typeface="Consolas"/>
            </a:endParaRPr>
          </a:p>
          <a:p>
            <a:pPr marL="387350" marR="1381760" indent="375920">
              <a:lnSpc>
                <a:spcPts val="1939"/>
              </a:lnSpc>
              <a:spcBef>
                <a:spcPts val="10"/>
              </a:spcBef>
            </a:pPr>
            <a:r>
              <a:rPr sz="1800" b="1" dirty="0">
                <a:solidFill>
                  <a:srgbClr val="3C3C3C"/>
                </a:solidFill>
                <a:latin typeface="Consolas"/>
                <a:cs typeface="Consolas"/>
              </a:rPr>
              <a:t>INSERT</a:t>
            </a:r>
            <a:r>
              <a:rPr sz="1800" b="1" spc="-50" dirty="0">
                <a:solidFill>
                  <a:srgbClr val="3C3C3C"/>
                </a:solidFill>
                <a:latin typeface="Consolas"/>
                <a:cs typeface="Consolas"/>
              </a:rPr>
              <a:t> </a:t>
            </a:r>
            <a:r>
              <a:rPr sz="1800" b="1" dirty="0">
                <a:solidFill>
                  <a:srgbClr val="3C3C3C"/>
                </a:solidFill>
                <a:latin typeface="Consolas"/>
                <a:cs typeface="Consolas"/>
              </a:rPr>
              <a:t>INTO</a:t>
            </a:r>
            <a:r>
              <a:rPr sz="1800" b="1" spc="-35" dirty="0">
                <a:solidFill>
                  <a:srgbClr val="3C3C3C"/>
                </a:solidFill>
                <a:latin typeface="Consolas"/>
                <a:cs typeface="Consolas"/>
              </a:rPr>
              <a:t> </a:t>
            </a:r>
            <a:r>
              <a:rPr sz="1800" b="1" dirty="0">
                <a:solidFill>
                  <a:srgbClr val="3C3C3C"/>
                </a:solidFill>
                <a:latin typeface="Consolas"/>
                <a:cs typeface="Consolas"/>
              </a:rPr>
              <a:t>odd_numbers(numbers)</a:t>
            </a:r>
            <a:r>
              <a:rPr sz="1800" b="1" spc="-45" dirty="0">
                <a:solidFill>
                  <a:srgbClr val="3C3C3C"/>
                </a:solidFill>
                <a:latin typeface="Consolas"/>
                <a:cs typeface="Consolas"/>
              </a:rPr>
              <a:t> </a:t>
            </a:r>
            <a:r>
              <a:rPr sz="1800" b="1" spc="-10" dirty="0">
                <a:solidFill>
                  <a:srgbClr val="3C3C3C"/>
                </a:solidFill>
                <a:latin typeface="Consolas"/>
                <a:cs typeface="Consolas"/>
              </a:rPr>
              <a:t>VALUES(i); </a:t>
            </a:r>
            <a:r>
              <a:rPr sz="1800" b="1" dirty="0">
                <a:solidFill>
                  <a:srgbClr val="3C3C3C"/>
                </a:solidFill>
                <a:latin typeface="Consolas"/>
                <a:cs typeface="Consolas"/>
              </a:rPr>
              <a:t>END</a:t>
            </a:r>
            <a:r>
              <a:rPr sz="1800" b="1" spc="-35" dirty="0">
                <a:solidFill>
                  <a:srgbClr val="3C3C3C"/>
                </a:solidFill>
                <a:latin typeface="Consolas"/>
                <a:cs typeface="Consolas"/>
              </a:rPr>
              <a:t> </a:t>
            </a:r>
            <a:r>
              <a:rPr sz="1800" b="1" dirty="0">
                <a:solidFill>
                  <a:srgbClr val="3C3C3C"/>
                </a:solidFill>
                <a:latin typeface="Consolas"/>
                <a:cs typeface="Consolas"/>
              </a:rPr>
              <a:t>LOOP</a:t>
            </a:r>
            <a:r>
              <a:rPr sz="1800" b="1" spc="-10" dirty="0">
                <a:solidFill>
                  <a:srgbClr val="3C3C3C"/>
                </a:solidFill>
                <a:latin typeface="Consolas"/>
                <a:cs typeface="Consolas"/>
              </a:rPr>
              <a:t> </a:t>
            </a:r>
            <a:r>
              <a:rPr sz="1800" b="1" spc="-20" dirty="0">
                <a:solidFill>
                  <a:srgbClr val="3C3C3C"/>
                </a:solidFill>
                <a:latin typeface="Consolas"/>
                <a:cs typeface="Consolas"/>
              </a:rPr>
              <a:t>odd;</a:t>
            </a:r>
            <a:endParaRPr sz="1800">
              <a:latin typeface="Consolas"/>
              <a:cs typeface="Consolas"/>
            </a:endParaRPr>
          </a:p>
          <a:p>
            <a:pPr marL="387350" marR="1884045">
              <a:lnSpc>
                <a:spcPts val="1939"/>
              </a:lnSpc>
              <a:spcBef>
                <a:spcPts val="10"/>
              </a:spcBef>
            </a:pPr>
            <a:r>
              <a:rPr sz="1800" b="1" dirty="0">
                <a:solidFill>
                  <a:srgbClr val="3C3C3C"/>
                </a:solidFill>
                <a:latin typeface="Consolas"/>
                <a:cs typeface="Consolas"/>
              </a:rPr>
              <a:t>SELECT</a:t>
            </a:r>
            <a:r>
              <a:rPr sz="1800" b="1" spc="-45" dirty="0">
                <a:solidFill>
                  <a:srgbClr val="3C3C3C"/>
                </a:solidFill>
                <a:latin typeface="Consolas"/>
                <a:cs typeface="Consolas"/>
              </a:rPr>
              <a:t> </a:t>
            </a:r>
            <a:r>
              <a:rPr sz="1800" b="1" dirty="0">
                <a:solidFill>
                  <a:srgbClr val="3C3C3C"/>
                </a:solidFill>
                <a:latin typeface="Consolas"/>
                <a:cs typeface="Consolas"/>
              </a:rPr>
              <a:t>numbers</a:t>
            </a:r>
            <a:r>
              <a:rPr sz="1800" b="1" spc="-25" dirty="0">
                <a:solidFill>
                  <a:srgbClr val="3C3C3C"/>
                </a:solidFill>
                <a:latin typeface="Consolas"/>
                <a:cs typeface="Consolas"/>
              </a:rPr>
              <a:t> </a:t>
            </a:r>
            <a:r>
              <a:rPr sz="1800" b="1" dirty="0">
                <a:solidFill>
                  <a:srgbClr val="3C3C3C"/>
                </a:solidFill>
                <a:latin typeface="Consolas"/>
                <a:cs typeface="Consolas"/>
              </a:rPr>
              <a:t>“Numbers”</a:t>
            </a:r>
            <a:r>
              <a:rPr sz="1800" b="1" spc="-35" dirty="0">
                <a:solidFill>
                  <a:srgbClr val="3C3C3C"/>
                </a:solidFill>
                <a:latin typeface="Consolas"/>
                <a:cs typeface="Consolas"/>
              </a:rPr>
              <a:t> </a:t>
            </a:r>
            <a:r>
              <a:rPr sz="1800" b="1" dirty="0">
                <a:solidFill>
                  <a:srgbClr val="3C3C3C"/>
                </a:solidFill>
                <a:latin typeface="Consolas"/>
                <a:cs typeface="Consolas"/>
              </a:rPr>
              <a:t>FROM</a:t>
            </a:r>
            <a:r>
              <a:rPr sz="1800" b="1" spc="-10" dirty="0">
                <a:solidFill>
                  <a:srgbClr val="3C3C3C"/>
                </a:solidFill>
                <a:latin typeface="Consolas"/>
                <a:cs typeface="Consolas"/>
              </a:rPr>
              <a:t> odd_numbers; </a:t>
            </a:r>
            <a:r>
              <a:rPr sz="1800" b="1" dirty="0">
                <a:solidFill>
                  <a:srgbClr val="3C3C3C"/>
                </a:solidFill>
                <a:latin typeface="Consolas"/>
                <a:cs typeface="Consolas"/>
              </a:rPr>
              <a:t>DROP</a:t>
            </a:r>
            <a:r>
              <a:rPr sz="1800" b="1" spc="-25" dirty="0">
                <a:solidFill>
                  <a:srgbClr val="3C3C3C"/>
                </a:solidFill>
                <a:latin typeface="Consolas"/>
                <a:cs typeface="Consolas"/>
              </a:rPr>
              <a:t> </a:t>
            </a:r>
            <a:r>
              <a:rPr sz="1800" b="1" dirty="0">
                <a:solidFill>
                  <a:srgbClr val="3C3C3C"/>
                </a:solidFill>
                <a:latin typeface="Consolas"/>
                <a:cs typeface="Consolas"/>
              </a:rPr>
              <a:t>TEMPORARY</a:t>
            </a:r>
            <a:r>
              <a:rPr sz="1800" b="1" spc="-25" dirty="0">
                <a:solidFill>
                  <a:srgbClr val="3C3C3C"/>
                </a:solidFill>
                <a:latin typeface="Consolas"/>
                <a:cs typeface="Consolas"/>
              </a:rPr>
              <a:t> </a:t>
            </a:r>
            <a:r>
              <a:rPr sz="1800" b="1" dirty="0">
                <a:solidFill>
                  <a:srgbClr val="3C3C3C"/>
                </a:solidFill>
                <a:latin typeface="Consolas"/>
                <a:cs typeface="Consolas"/>
              </a:rPr>
              <a:t>TABLE</a:t>
            </a:r>
            <a:r>
              <a:rPr sz="1800" b="1" spc="-15" dirty="0">
                <a:solidFill>
                  <a:srgbClr val="3C3C3C"/>
                </a:solidFill>
                <a:latin typeface="Consolas"/>
                <a:cs typeface="Consolas"/>
              </a:rPr>
              <a:t> </a:t>
            </a:r>
            <a:r>
              <a:rPr sz="1800" b="1" spc="-10" dirty="0">
                <a:solidFill>
                  <a:srgbClr val="3C3C3C"/>
                </a:solidFill>
                <a:latin typeface="Consolas"/>
                <a:cs typeface="Consolas"/>
              </a:rPr>
              <a:t>odd_numbers;</a:t>
            </a:r>
            <a:endParaRPr sz="1800">
              <a:latin typeface="Consolas"/>
              <a:cs typeface="Consolas"/>
            </a:endParaRPr>
          </a:p>
          <a:p>
            <a:pPr marL="12700">
              <a:lnSpc>
                <a:spcPts val="1925"/>
              </a:lnSpc>
            </a:pPr>
            <a:r>
              <a:rPr sz="1800" b="1" spc="-25" dirty="0">
                <a:solidFill>
                  <a:srgbClr val="4590B8"/>
                </a:solidFill>
                <a:latin typeface="Consolas"/>
                <a:cs typeface="Consolas"/>
              </a:rPr>
              <a:t>END</a:t>
            </a:r>
            <a:endParaRPr sz="1800">
              <a:latin typeface="Consolas"/>
              <a:cs typeface="Consolas"/>
            </a:endParaRPr>
          </a:p>
        </p:txBody>
      </p:sp>
      <p:sp>
        <p:nvSpPr>
          <p:cNvPr id="4" name="object 4"/>
          <p:cNvSpPr txBox="1"/>
          <p:nvPr/>
        </p:nvSpPr>
        <p:spPr>
          <a:xfrm>
            <a:off x="8410193" y="3483102"/>
            <a:ext cx="3202305" cy="923925"/>
          </a:xfrm>
          <a:prstGeom prst="rect">
            <a:avLst/>
          </a:prstGeom>
          <a:ln w="28575">
            <a:solidFill>
              <a:srgbClr val="1A315F"/>
            </a:solidFill>
          </a:ln>
        </p:spPr>
        <p:txBody>
          <a:bodyPr vert="horz" wrap="square" lIns="0" tIns="31750" rIns="0" bIns="0" rtlCol="0">
            <a:spAutoFit/>
          </a:bodyPr>
          <a:lstStyle/>
          <a:p>
            <a:pPr marL="91440">
              <a:lnSpc>
                <a:spcPct val="100000"/>
              </a:lnSpc>
              <a:spcBef>
                <a:spcPts val="250"/>
              </a:spcBef>
            </a:pPr>
            <a:r>
              <a:rPr sz="1800" b="1" dirty="0">
                <a:solidFill>
                  <a:srgbClr val="959FA7"/>
                </a:solidFill>
                <a:latin typeface="Consolas"/>
                <a:cs typeface="Consolas"/>
              </a:rPr>
              <a:t>[</a:t>
            </a:r>
            <a:r>
              <a:rPr sz="1800" b="1" spc="-40" dirty="0">
                <a:solidFill>
                  <a:srgbClr val="959FA7"/>
                </a:solidFill>
                <a:latin typeface="Consolas"/>
                <a:cs typeface="Consolas"/>
              </a:rPr>
              <a:t> </a:t>
            </a:r>
            <a:r>
              <a:rPr sz="1800" b="1" dirty="0">
                <a:latin typeface="Consolas"/>
                <a:cs typeface="Consolas"/>
              </a:rPr>
              <a:t>label_name</a:t>
            </a:r>
            <a:r>
              <a:rPr sz="1800" b="1" spc="-15" dirty="0">
                <a:latin typeface="Consolas"/>
                <a:cs typeface="Consolas"/>
              </a:rPr>
              <a:t> </a:t>
            </a:r>
            <a:r>
              <a:rPr sz="1800" b="1" dirty="0">
                <a:latin typeface="Consolas"/>
                <a:cs typeface="Consolas"/>
              </a:rPr>
              <a:t>:</a:t>
            </a:r>
            <a:r>
              <a:rPr sz="1800" b="1" spc="-30" dirty="0">
                <a:latin typeface="Consolas"/>
                <a:cs typeface="Consolas"/>
              </a:rPr>
              <a:t> </a:t>
            </a:r>
            <a:r>
              <a:rPr sz="1800" b="1" dirty="0">
                <a:solidFill>
                  <a:srgbClr val="959FA7"/>
                </a:solidFill>
                <a:latin typeface="Consolas"/>
                <a:cs typeface="Consolas"/>
              </a:rPr>
              <a:t>]</a:t>
            </a:r>
            <a:r>
              <a:rPr sz="1800" b="1" spc="-20" dirty="0">
                <a:solidFill>
                  <a:srgbClr val="959FA7"/>
                </a:solidFill>
                <a:latin typeface="Consolas"/>
                <a:cs typeface="Consolas"/>
              </a:rPr>
              <a:t> </a:t>
            </a:r>
            <a:r>
              <a:rPr sz="1800" b="1" spc="-20" dirty="0">
                <a:solidFill>
                  <a:srgbClr val="4590B8"/>
                </a:solidFill>
                <a:latin typeface="Consolas"/>
                <a:cs typeface="Consolas"/>
              </a:rPr>
              <a:t>LOOP</a:t>
            </a:r>
            <a:endParaRPr sz="1800">
              <a:latin typeface="Consolas"/>
              <a:cs typeface="Consolas"/>
            </a:endParaRPr>
          </a:p>
          <a:p>
            <a:pPr marL="466725">
              <a:lnSpc>
                <a:spcPct val="100000"/>
              </a:lnSpc>
            </a:pPr>
            <a:r>
              <a:rPr sz="1800" b="1" spc="-10" dirty="0">
                <a:latin typeface="Consolas"/>
                <a:cs typeface="Consolas"/>
              </a:rPr>
              <a:t>statement_list</a:t>
            </a:r>
            <a:endParaRPr sz="1800">
              <a:latin typeface="Consolas"/>
              <a:cs typeface="Consolas"/>
            </a:endParaRPr>
          </a:p>
          <a:p>
            <a:pPr marL="91440">
              <a:lnSpc>
                <a:spcPct val="100000"/>
              </a:lnSpc>
            </a:pPr>
            <a:r>
              <a:rPr sz="1800" b="1" dirty="0">
                <a:solidFill>
                  <a:srgbClr val="4590B8"/>
                </a:solidFill>
                <a:latin typeface="Consolas"/>
                <a:cs typeface="Consolas"/>
              </a:rPr>
              <a:t>END</a:t>
            </a:r>
            <a:r>
              <a:rPr sz="1800" b="1" spc="-30" dirty="0">
                <a:solidFill>
                  <a:srgbClr val="4590B8"/>
                </a:solidFill>
                <a:latin typeface="Consolas"/>
                <a:cs typeface="Consolas"/>
              </a:rPr>
              <a:t> </a:t>
            </a:r>
            <a:r>
              <a:rPr sz="1800" b="1" dirty="0">
                <a:solidFill>
                  <a:srgbClr val="4590B8"/>
                </a:solidFill>
                <a:latin typeface="Consolas"/>
                <a:cs typeface="Consolas"/>
              </a:rPr>
              <a:t>LOOP</a:t>
            </a:r>
            <a:r>
              <a:rPr sz="1800" b="1" spc="-15" dirty="0">
                <a:solidFill>
                  <a:srgbClr val="4590B8"/>
                </a:solidFill>
                <a:latin typeface="Consolas"/>
                <a:cs typeface="Consolas"/>
              </a:rPr>
              <a:t> </a:t>
            </a:r>
            <a:r>
              <a:rPr sz="1800" b="1" dirty="0">
                <a:solidFill>
                  <a:srgbClr val="959FA7"/>
                </a:solidFill>
                <a:latin typeface="Consolas"/>
                <a:cs typeface="Consolas"/>
              </a:rPr>
              <a:t>[</a:t>
            </a:r>
            <a:r>
              <a:rPr sz="1800" b="1" spc="-25" dirty="0">
                <a:solidFill>
                  <a:srgbClr val="959FA7"/>
                </a:solidFill>
                <a:latin typeface="Consolas"/>
                <a:cs typeface="Consolas"/>
              </a:rPr>
              <a:t> </a:t>
            </a:r>
            <a:r>
              <a:rPr sz="1800" b="1" dirty="0">
                <a:latin typeface="Consolas"/>
                <a:cs typeface="Consolas"/>
              </a:rPr>
              <a:t>label_name</a:t>
            </a:r>
            <a:r>
              <a:rPr sz="1800" b="1" spc="-20" dirty="0">
                <a:latin typeface="Consolas"/>
                <a:cs typeface="Consolas"/>
              </a:rPr>
              <a:t> </a:t>
            </a:r>
            <a:r>
              <a:rPr sz="1800" b="1" spc="-25" dirty="0">
                <a:solidFill>
                  <a:srgbClr val="959FA7"/>
                </a:solidFill>
                <a:latin typeface="Consolas"/>
                <a:cs typeface="Consolas"/>
              </a:rPr>
              <a:t>]</a:t>
            </a:r>
            <a:r>
              <a:rPr sz="1800" b="1" spc="-25" dirty="0">
                <a:solidFill>
                  <a:srgbClr val="4590B8"/>
                </a:solidFill>
                <a:latin typeface="Consolas"/>
                <a:cs typeface="Consolas"/>
              </a:rPr>
              <a:t>;</a:t>
            </a:r>
            <a:endParaRPr sz="1800">
              <a:latin typeface="Consolas"/>
              <a:cs typeface="Consolas"/>
            </a:endParaRPr>
          </a:p>
        </p:txBody>
      </p:sp>
      <p:sp>
        <p:nvSpPr>
          <p:cNvPr id="5" name="object 5"/>
          <p:cNvSpPr txBox="1"/>
          <p:nvPr/>
        </p:nvSpPr>
        <p:spPr>
          <a:xfrm>
            <a:off x="9283445" y="4763261"/>
            <a:ext cx="2329180" cy="370840"/>
          </a:xfrm>
          <a:prstGeom prst="rect">
            <a:avLst/>
          </a:prstGeom>
          <a:ln w="28575">
            <a:solidFill>
              <a:srgbClr val="1A315F"/>
            </a:solidFill>
          </a:ln>
        </p:spPr>
        <p:txBody>
          <a:bodyPr vert="horz" wrap="square" lIns="0" tIns="32384" rIns="0" bIns="0" rtlCol="0">
            <a:spAutoFit/>
          </a:bodyPr>
          <a:lstStyle/>
          <a:p>
            <a:pPr marL="92075">
              <a:lnSpc>
                <a:spcPct val="100000"/>
              </a:lnSpc>
              <a:spcBef>
                <a:spcPts val="254"/>
              </a:spcBef>
            </a:pPr>
            <a:r>
              <a:rPr sz="1800" b="1" dirty="0">
                <a:solidFill>
                  <a:srgbClr val="4590B8"/>
                </a:solidFill>
                <a:latin typeface="Consolas"/>
                <a:cs typeface="Consolas"/>
              </a:rPr>
              <a:t>LEAVE</a:t>
            </a:r>
            <a:r>
              <a:rPr sz="1800" b="1" spc="-20" dirty="0">
                <a:solidFill>
                  <a:srgbClr val="4590B8"/>
                </a:solidFill>
                <a:latin typeface="Consolas"/>
                <a:cs typeface="Consolas"/>
              </a:rPr>
              <a:t> </a:t>
            </a:r>
            <a:r>
              <a:rPr sz="1800" b="1" spc="-10" dirty="0">
                <a:latin typeface="Consolas"/>
                <a:cs typeface="Consolas"/>
              </a:rPr>
              <a:t>label_name</a:t>
            </a:r>
            <a:r>
              <a:rPr sz="1800" b="1" spc="-10" dirty="0">
                <a:solidFill>
                  <a:srgbClr val="4590B8"/>
                </a:solidFill>
                <a:latin typeface="Consolas"/>
                <a:cs typeface="Consolas"/>
              </a:rPr>
              <a:t>;</a:t>
            </a:r>
            <a:endParaRPr sz="1800">
              <a:latin typeface="Consolas"/>
              <a:cs typeface="Consolas"/>
            </a:endParaRPr>
          </a:p>
        </p:txBody>
      </p:sp>
      <p:sp>
        <p:nvSpPr>
          <p:cNvPr id="6" name="object 6"/>
          <p:cNvSpPr txBox="1"/>
          <p:nvPr/>
        </p:nvSpPr>
        <p:spPr>
          <a:xfrm>
            <a:off x="9031985" y="5490209"/>
            <a:ext cx="2580640" cy="368935"/>
          </a:xfrm>
          <a:prstGeom prst="rect">
            <a:avLst/>
          </a:prstGeom>
          <a:ln w="28575">
            <a:solidFill>
              <a:srgbClr val="1A315F"/>
            </a:solidFill>
          </a:ln>
        </p:spPr>
        <p:txBody>
          <a:bodyPr vert="horz" wrap="square" lIns="0" tIns="32384" rIns="0" bIns="0" rtlCol="0">
            <a:spAutoFit/>
          </a:bodyPr>
          <a:lstStyle/>
          <a:p>
            <a:pPr marL="92075">
              <a:lnSpc>
                <a:spcPct val="100000"/>
              </a:lnSpc>
              <a:spcBef>
                <a:spcPts val="254"/>
              </a:spcBef>
            </a:pPr>
            <a:r>
              <a:rPr sz="1800" b="1" dirty="0">
                <a:solidFill>
                  <a:srgbClr val="4590B8"/>
                </a:solidFill>
                <a:latin typeface="Consolas"/>
                <a:cs typeface="Consolas"/>
              </a:rPr>
              <a:t>ITERATE</a:t>
            </a:r>
            <a:r>
              <a:rPr sz="1800" b="1" spc="-25" dirty="0">
                <a:solidFill>
                  <a:srgbClr val="4590B8"/>
                </a:solidFill>
                <a:latin typeface="Consolas"/>
                <a:cs typeface="Consolas"/>
              </a:rPr>
              <a:t> </a:t>
            </a:r>
            <a:r>
              <a:rPr sz="1800" b="1" spc="-10" dirty="0">
                <a:latin typeface="Consolas"/>
                <a:cs typeface="Consolas"/>
              </a:rPr>
              <a:t>label_name</a:t>
            </a:r>
            <a:r>
              <a:rPr sz="1800" b="1" spc="-10" dirty="0">
                <a:solidFill>
                  <a:srgbClr val="4590B8"/>
                </a:solidFill>
                <a:latin typeface="Consolas"/>
                <a:cs typeface="Consolas"/>
              </a:rPr>
              <a:t>;</a:t>
            </a:r>
            <a:endParaRPr sz="1800">
              <a:latin typeface="Consolas"/>
              <a:cs typeface="Consola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1A315F"/>
          </a:solidFill>
        </p:spPr>
        <p:txBody>
          <a:bodyPr vert="horz" wrap="square" lIns="0" tIns="206375" rIns="0" bIns="0" rtlCol="0">
            <a:spAutoFit/>
          </a:bodyPr>
          <a:lstStyle/>
          <a:p>
            <a:pPr>
              <a:lnSpc>
                <a:spcPct val="100000"/>
              </a:lnSpc>
              <a:spcBef>
                <a:spcPts val="1625"/>
              </a:spcBef>
            </a:pPr>
            <a:endParaRPr sz="2800">
              <a:latin typeface="Times New Roman"/>
              <a:cs typeface="Times New Roman"/>
            </a:endParaRPr>
          </a:p>
          <a:p>
            <a:pPr marL="231775">
              <a:lnSpc>
                <a:spcPct val="100000"/>
              </a:lnSpc>
            </a:pPr>
            <a:r>
              <a:rPr sz="2800" spc="130" dirty="0">
                <a:solidFill>
                  <a:srgbClr val="FFFFFF"/>
                </a:solidFill>
              </a:rPr>
              <a:t>CALLING</a:t>
            </a:r>
            <a:r>
              <a:rPr sz="2800" spc="-30" dirty="0">
                <a:solidFill>
                  <a:srgbClr val="FFFFFF"/>
                </a:solidFill>
              </a:rPr>
              <a:t> </a:t>
            </a:r>
            <a:r>
              <a:rPr sz="2800" spc="85" dirty="0">
                <a:solidFill>
                  <a:srgbClr val="FFFFFF"/>
                </a:solidFill>
              </a:rPr>
              <a:t>STORED</a:t>
            </a:r>
            <a:r>
              <a:rPr sz="2800" spc="-80" dirty="0">
                <a:solidFill>
                  <a:srgbClr val="FFFFFF"/>
                </a:solidFill>
              </a:rPr>
              <a:t> </a:t>
            </a:r>
            <a:r>
              <a:rPr sz="2800" spc="65" dirty="0">
                <a:solidFill>
                  <a:srgbClr val="FFFFFF"/>
                </a:solidFill>
              </a:rPr>
              <a:t>PROCEDURES</a:t>
            </a:r>
            <a:endParaRPr sz="2800"/>
          </a:p>
        </p:txBody>
      </p:sp>
      <p:sp>
        <p:nvSpPr>
          <p:cNvPr id="3" name="object 3"/>
          <p:cNvSpPr txBox="1"/>
          <p:nvPr/>
        </p:nvSpPr>
        <p:spPr>
          <a:xfrm>
            <a:off x="659993" y="2645155"/>
            <a:ext cx="9012555" cy="1110615"/>
          </a:xfrm>
          <a:prstGeom prst="rect">
            <a:avLst/>
          </a:prstGeom>
        </p:spPr>
        <p:txBody>
          <a:bodyPr vert="horz" wrap="square" lIns="0" tIns="12700" rIns="0" bIns="0" rtlCol="0">
            <a:spAutoFit/>
          </a:bodyPr>
          <a:lstStyle/>
          <a:p>
            <a:pPr marL="318770" indent="-306070">
              <a:lnSpc>
                <a:spcPct val="100000"/>
              </a:lnSpc>
              <a:spcBef>
                <a:spcPts val="100"/>
              </a:spcBef>
              <a:buClr>
                <a:srgbClr val="4590B8"/>
              </a:buClr>
              <a:buSzPct val="91666"/>
              <a:buFont typeface="Cambria"/>
              <a:buChar char="◾"/>
              <a:tabLst>
                <a:tab pos="318770" algn="l"/>
              </a:tabLst>
            </a:pPr>
            <a:r>
              <a:rPr sz="1800" spc="125" dirty="0">
                <a:solidFill>
                  <a:srgbClr val="3C3C3C"/>
                </a:solidFill>
                <a:latin typeface="Trebuchet MS"/>
                <a:cs typeface="Trebuchet MS"/>
              </a:rPr>
              <a:t>A</a:t>
            </a:r>
            <a:r>
              <a:rPr sz="1800" spc="-25" dirty="0">
                <a:solidFill>
                  <a:srgbClr val="3C3C3C"/>
                </a:solidFill>
                <a:latin typeface="Trebuchet MS"/>
                <a:cs typeface="Trebuchet MS"/>
              </a:rPr>
              <a:t> </a:t>
            </a:r>
            <a:r>
              <a:rPr sz="1800" spc="-85" dirty="0">
                <a:solidFill>
                  <a:srgbClr val="3C3C3C"/>
                </a:solidFill>
                <a:latin typeface="Trebuchet MS"/>
                <a:cs typeface="Trebuchet MS"/>
              </a:rPr>
              <a:t>procedure</a:t>
            </a:r>
            <a:r>
              <a:rPr sz="1800" spc="-20" dirty="0">
                <a:solidFill>
                  <a:srgbClr val="3C3C3C"/>
                </a:solidFill>
                <a:latin typeface="Trebuchet MS"/>
                <a:cs typeface="Trebuchet MS"/>
              </a:rPr>
              <a:t> </a:t>
            </a:r>
            <a:r>
              <a:rPr sz="1800" spc="-140" dirty="0">
                <a:solidFill>
                  <a:srgbClr val="3C3C3C"/>
                </a:solidFill>
                <a:latin typeface="Trebuchet MS"/>
                <a:cs typeface="Trebuchet MS"/>
              </a:rPr>
              <a:t>can</a:t>
            </a:r>
            <a:r>
              <a:rPr sz="1800" spc="-30" dirty="0">
                <a:solidFill>
                  <a:srgbClr val="3C3C3C"/>
                </a:solidFill>
                <a:latin typeface="Trebuchet MS"/>
                <a:cs typeface="Trebuchet MS"/>
              </a:rPr>
              <a:t> </a:t>
            </a:r>
            <a:r>
              <a:rPr sz="1800" spc="-120" dirty="0">
                <a:solidFill>
                  <a:srgbClr val="3C3C3C"/>
                </a:solidFill>
                <a:latin typeface="Trebuchet MS"/>
                <a:cs typeface="Trebuchet MS"/>
              </a:rPr>
              <a:t>be</a:t>
            </a:r>
            <a:r>
              <a:rPr sz="1800" spc="-25" dirty="0">
                <a:solidFill>
                  <a:srgbClr val="3C3C3C"/>
                </a:solidFill>
                <a:latin typeface="Trebuchet MS"/>
                <a:cs typeface="Trebuchet MS"/>
              </a:rPr>
              <a:t> </a:t>
            </a:r>
            <a:r>
              <a:rPr sz="1800" spc="-135" dirty="0">
                <a:solidFill>
                  <a:srgbClr val="3C3C3C"/>
                </a:solidFill>
                <a:latin typeface="Trebuchet MS"/>
                <a:cs typeface="Trebuchet MS"/>
              </a:rPr>
              <a:t>called</a:t>
            </a:r>
            <a:r>
              <a:rPr sz="1800" spc="-15" dirty="0">
                <a:solidFill>
                  <a:srgbClr val="3C3C3C"/>
                </a:solidFill>
                <a:latin typeface="Trebuchet MS"/>
                <a:cs typeface="Trebuchet MS"/>
              </a:rPr>
              <a:t> </a:t>
            </a:r>
            <a:r>
              <a:rPr sz="1800" spc="-100" dirty="0">
                <a:solidFill>
                  <a:srgbClr val="3C3C3C"/>
                </a:solidFill>
                <a:latin typeface="Trebuchet MS"/>
                <a:cs typeface="Trebuchet MS"/>
              </a:rPr>
              <a:t>from</a:t>
            </a:r>
            <a:r>
              <a:rPr sz="1800" spc="-10" dirty="0">
                <a:solidFill>
                  <a:srgbClr val="3C3C3C"/>
                </a:solidFill>
                <a:latin typeface="Trebuchet MS"/>
                <a:cs typeface="Trebuchet MS"/>
              </a:rPr>
              <a:t> </a:t>
            </a:r>
            <a:r>
              <a:rPr sz="1800" spc="-190" dirty="0">
                <a:solidFill>
                  <a:srgbClr val="3C3C3C"/>
                </a:solidFill>
                <a:latin typeface="Trebuchet MS"/>
                <a:cs typeface="Trebuchet MS"/>
              </a:rPr>
              <a:t>a</a:t>
            </a:r>
            <a:r>
              <a:rPr sz="1800" spc="-35" dirty="0">
                <a:solidFill>
                  <a:srgbClr val="3C3C3C"/>
                </a:solidFill>
                <a:latin typeface="Trebuchet MS"/>
                <a:cs typeface="Trebuchet MS"/>
              </a:rPr>
              <a:t> </a:t>
            </a:r>
            <a:r>
              <a:rPr sz="1800" spc="-114" dirty="0">
                <a:solidFill>
                  <a:srgbClr val="3C3C3C"/>
                </a:solidFill>
                <a:latin typeface="Trebuchet MS"/>
                <a:cs typeface="Trebuchet MS"/>
              </a:rPr>
              <a:t>program,</a:t>
            </a:r>
            <a:r>
              <a:rPr sz="1800" spc="-210" dirty="0">
                <a:solidFill>
                  <a:srgbClr val="3C3C3C"/>
                </a:solidFill>
                <a:latin typeface="Trebuchet MS"/>
                <a:cs typeface="Trebuchet MS"/>
              </a:rPr>
              <a:t> </a:t>
            </a:r>
            <a:r>
              <a:rPr sz="1800" spc="-95" dirty="0">
                <a:solidFill>
                  <a:srgbClr val="3C3C3C"/>
                </a:solidFill>
                <a:latin typeface="Trebuchet MS"/>
                <a:cs typeface="Trebuchet MS"/>
              </a:rPr>
              <a:t>from</a:t>
            </a:r>
            <a:r>
              <a:rPr sz="1800" spc="-35" dirty="0">
                <a:solidFill>
                  <a:srgbClr val="3C3C3C"/>
                </a:solidFill>
                <a:latin typeface="Trebuchet MS"/>
                <a:cs typeface="Trebuchet MS"/>
              </a:rPr>
              <a:t> </a:t>
            </a:r>
            <a:r>
              <a:rPr sz="1800" spc="-114" dirty="0">
                <a:solidFill>
                  <a:srgbClr val="3C3C3C"/>
                </a:solidFill>
                <a:latin typeface="Trebuchet MS"/>
                <a:cs typeface="Trebuchet MS"/>
              </a:rPr>
              <a:t>interactive</a:t>
            </a:r>
            <a:r>
              <a:rPr sz="1800" spc="-15" dirty="0">
                <a:solidFill>
                  <a:srgbClr val="3C3C3C"/>
                </a:solidFill>
                <a:latin typeface="Trebuchet MS"/>
                <a:cs typeface="Trebuchet MS"/>
              </a:rPr>
              <a:t> </a:t>
            </a:r>
            <a:r>
              <a:rPr sz="1800" spc="-30" dirty="0">
                <a:solidFill>
                  <a:srgbClr val="3C3C3C"/>
                </a:solidFill>
                <a:latin typeface="Trebuchet MS"/>
                <a:cs typeface="Trebuchet MS"/>
              </a:rPr>
              <a:t>SQL,</a:t>
            </a:r>
            <a:r>
              <a:rPr sz="1800" spc="-195" dirty="0">
                <a:solidFill>
                  <a:srgbClr val="3C3C3C"/>
                </a:solidFill>
                <a:latin typeface="Trebuchet MS"/>
                <a:cs typeface="Trebuchet MS"/>
              </a:rPr>
              <a:t> </a:t>
            </a:r>
            <a:r>
              <a:rPr sz="1800" spc="-130" dirty="0">
                <a:solidFill>
                  <a:srgbClr val="3C3C3C"/>
                </a:solidFill>
                <a:latin typeface="Trebuchet MS"/>
                <a:cs typeface="Trebuchet MS"/>
              </a:rPr>
              <a:t>and</a:t>
            </a:r>
            <a:r>
              <a:rPr sz="1800" spc="-20" dirty="0">
                <a:solidFill>
                  <a:srgbClr val="3C3C3C"/>
                </a:solidFill>
                <a:latin typeface="Trebuchet MS"/>
                <a:cs typeface="Trebuchet MS"/>
              </a:rPr>
              <a:t> </a:t>
            </a:r>
            <a:r>
              <a:rPr sz="1800" spc="-95" dirty="0">
                <a:solidFill>
                  <a:srgbClr val="3C3C3C"/>
                </a:solidFill>
                <a:latin typeface="Trebuchet MS"/>
                <a:cs typeface="Trebuchet MS"/>
              </a:rPr>
              <a:t>from</a:t>
            </a:r>
            <a:r>
              <a:rPr sz="1800" spc="-30" dirty="0">
                <a:solidFill>
                  <a:srgbClr val="3C3C3C"/>
                </a:solidFill>
                <a:latin typeface="Trebuchet MS"/>
                <a:cs typeface="Trebuchet MS"/>
              </a:rPr>
              <a:t> </a:t>
            </a:r>
            <a:r>
              <a:rPr sz="1800" spc="-65" dirty="0">
                <a:solidFill>
                  <a:srgbClr val="3C3C3C"/>
                </a:solidFill>
                <a:latin typeface="Trebuchet MS"/>
                <a:cs typeface="Trebuchet MS"/>
              </a:rPr>
              <a:t>stored</a:t>
            </a:r>
            <a:r>
              <a:rPr sz="1800" spc="-30" dirty="0">
                <a:solidFill>
                  <a:srgbClr val="3C3C3C"/>
                </a:solidFill>
                <a:latin typeface="Trebuchet MS"/>
                <a:cs typeface="Trebuchet MS"/>
              </a:rPr>
              <a:t> </a:t>
            </a:r>
            <a:r>
              <a:rPr sz="1800" spc="-20" dirty="0">
                <a:solidFill>
                  <a:srgbClr val="3C3C3C"/>
                </a:solidFill>
                <a:latin typeface="Trebuchet MS"/>
                <a:cs typeface="Trebuchet MS"/>
              </a:rPr>
              <a:t>procedures</a:t>
            </a:r>
            <a:endParaRPr sz="1800">
              <a:latin typeface="Trebuchet MS"/>
              <a:cs typeface="Trebuchet MS"/>
            </a:endParaRPr>
          </a:p>
          <a:p>
            <a:pPr>
              <a:lnSpc>
                <a:spcPct val="100000"/>
              </a:lnSpc>
              <a:buClr>
                <a:srgbClr val="4590B8"/>
              </a:buClr>
              <a:buFont typeface="Cambria"/>
              <a:buChar char="◾"/>
            </a:pPr>
            <a:endParaRPr sz="1800">
              <a:latin typeface="Trebuchet MS"/>
              <a:cs typeface="Trebuchet MS"/>
            </a:endParaRPr>
          </a:p>
          <a:p>
            <a:pPr>
              <a:lnSpc>
                <a:spcPct val="100000"/>
              </a:lnSpc>
              <a:spcBef>
                <a:spcPts val="40"/>
              </a:spcBef>
              <a:buClr>
                <a:srgbClr val="4590B8"/>
              </a:buClr>
              <a:buFont typeface="Cambria"/>
              <a:buChar char="◾"/>
            </a:pPr>
            <a:endParaRPr sz="1800">
              <a:latin typeface="Trebuchet MS"/>
              <a:cs typeface="Trebuchet MS"/>
            </a:endParaRPr>
          </a:p>
          <a:p>
            <a:pPr marL="318770" indent="-306070">
              <a:lnSpc>
                <a:spcPct val="100000"/>
              </a:lnSpc>
              <a:buClr>
                <a:srgbClr val="4590B8"/>
              </a:buClr>
              <a:buSzPct val="91666"/>
              <a:buFont typeface="Cambria"/>
              <a:buChar char="◾"/>
              <a:tabLst>
                <a:tab pos="318770" algn="l"/>
              </a:tabLst>
            </a:pPr>
            <a:r>
              <a:rPr sz="1800" spc="-50" dirty="0">
                <a:solidFill>
                  <a:srgbClr val="3C3C3C"/>
                </a:solidFill>
                <a:latin typeface="Trebuchet MS"/>
                <a:cs typeface="Trebuchet MS"/>
              </a:rPr>
              <a:t>The </a:t>
            </a:r>
            <a:r>
              <a:rPr sz="1800" spc="70" dirty="0">
                <a:solidFill>
                  <a:srgbClr val="3C3C3C"/>
                </a:solidFill>
                <a:latin typeface="Trebuchet MS"/>
                <a:cs typeface="Trebuchet MS"/>
              </a:rPr>
              <a:t>CALL</a:t>
            </a:r>
            <a:r>
              <a:rPr sz="1800" spc="-30" dirty="0">
                <a:solidFill>
                  <a:srgbClr val="3C3C3C"/>
                </a:solidFill>
                <a:latin typeface="Trebuchet MS"/>
                <a:cs typeface="Trebuchet MS"/>
              </a:rPr>
              <a:t> </a:t>
            </a:r>
            <a:r>
              <a:rPr sz="1800" spc="-114" dirty="0">
                <a:solidFill>
                  <a:srgbClr val="3C3C3C"/>
                </a:solidFill>
                <a:latin typeface="Trebuchet MS"/>
                <a:cs typeface="Trebuchet MS"/>
              </a:rPr>
              <a:t>statement</a:t>
            </a:r>
            <a:r>
              <a:rPr sz="1800" spc="-60" dirty="0">
                <a:solidFill>
                  <a:srgbClr val="3C3C3C"/>
                </a:solidFill>
                <a:latin typeface="Trebuchet MS"/>
                <a:cs typeface="Trebuchet MS"/>
              </a:rPr>
              <a:t> </a:t>
            </a:r>
            <a:r>
              <a:rPr sz="1800" spc="-85" dirty="0">
                <a:solidFill>
                  <a:srgbClr val="3C3C3C"/>
                </a:solidFill>
                <a:latin typeface="Trebuchet MS"/>
                <a:cs typeface="Trebuchet MS"/>
              </a:rPr>
              <a:t>is</a:t>
            </a:r>
            <a:r>
              <a:rPr sz="1800" spc="-50" dirty="0">
                <a:solidFill>
                  <a:srgbClr val="3C3C3C"/>
                </a:solidFill>
                <a:latin typeface="Trebuchet MS"/>
                <a:cs typeface="Trebuchet MS"/>
              </a:rPr>
              <a:t> </a:t>
            </a:r>
            <a:r>
              <a:rPr sz="1800" spc="-20" dirty="0">
                <a:solidFill>
                  <a:srgbClr val="3C3C3C"/>
                </a:solidFill>
                <a:latin typeface="Trebuchet MS"/>
                <a:cs typeface="Trebuchet MS"/>
              </a:rPr>
              <a:t>used</a:t>
            </a:r>
            <a:endParaRPr sz="1800">
              <a:latin typeface="Trebuchet MS"/>
              <a:cs typeface="Trebuchet MS"/>
            </a:endParaRPr>
          </a:p>
        </p:txBody>
      </p:sp>
      <p:sp>
        <p:nvSpPr>
          <p:cNvPr id="4" name="object 4"/>
          <p:cNvSpPr txBox="1"/>
          <p:nvPr/>
        </p:nvSpPr>
        <p:spPr>
          <a:xfrm>
            <a:off x="984605" y="4536694"/>
            <a:ext cx="3839845" cy="836294"/>
          </a:xfrm>
          <a:prstGeom prst="rect">
            <a:avLst/>
          </a:prstGeom>
        </p:spPr>
        <p:txBody>
          <a:bodyPr vert="horz" wrap="square" lIns="0" tIns="143510" rIns="0" bIns="0" rtlCol="0">
            <a:spAutoFit/>
          </a:bodyPr>
          <a:lstStyle/>
          <a:p>
            <a:pPr marL="316865" indent="-304165">
              <a:lnSpc>
                <a:spcPct val="100000"/>
              </a:lnSpc>
              <a:spcBef>
                <a:spcPts val="1130"/>
              </a:spcBef>
              <a:buSzPct val="91666"/>
              <a:buFont typeface="Cambria"/>
              <a:buChar char="◾"/>
              <a:tabLst>
                <a:tab pos="316865" algn="l"/>
              </a:tabLst>
            </a:pPr>
            <a:r>
              <a:rPr sz="1800" b="1" dirty="0">
                <a:solidFill>
                  <a:srgbClr val="4590B8"/>
                </a:solidFill>
                <a:latin typeface="Consolas"/>
                <a:cs typeface="Consolas"/>
              </a:rPr>
              <a:t>CALL</a:t>
            </a:r>
            <a:r>
              <a:rPr sz="1800" b="1" spc="-40" dirty="0">
                <a:solidFill>
                  <a:srgbClr val="4590B8"/>
                </a:solidFill>
                <a:latin typeface="Consolas"/>
                <a:cs typeface="Consolas"/>
              </a:rPr>
              <a:t> </a:t>
            </a:r>
            <a:r>
              <a:rPr sz="1800" b="1" dirty="0">
                <a:solidFill>
                  <a:srgbClr val="3C3C3C"/>
                </a:solidFill>
                <a:latin typeface="Consolas"/>
                <a:cs typeface="Consolas"/>
              </a:rPr>
              <a:t>delete_actor</a:t>
            </a:r>
            <a:r>
              <a:rPr sz="1800" b="1" spc="-35" dirty="0">
                <a:solidFill>
                  <a:srgbClr val="3C3C3C"/>
                </a:solidFill>
                <a:latin typeface="Consolas"/>
                <a:cs typeface="Consolas"/>
              </a:rPr>
              <a:t> </a:t>
            </a:r>
            <a:r>
              <a:rPr sz="1800" b="1" spc="-10" dirty="0">
                <a:solidFill>
                  <a:srgbClr val="4590B8"/>
                </a:solidFill>
                <a:latin typeface="Consolas"/>
                <a:cs typeface="Consolas"/>
              </a:rPr>
              <a:t>(</a:t>
            </a:r>
            <a:r>
              <a:rPr sz="1800" b="1" spc="-10" dirty="0">
                <a:solidFill>
                  <a:srgbClr val="3C3C3C"/>
                </a:solidFill>
                <a:latin typeface="Consolas"/>
                <a:cs typeface="Consolas"/>
              </a:rPr>
              <a:t>‘A0001’</a:t>
            </a:r>
            <a:r>
              <a:rPr sz="1800" b="1" spc="-10" dirty="0">
                <a:solidFill>
                  <a:srgbClr val="4590B8"/>
                </a:solidFill>
                <a:latin typeface="Consolas"/>
                <a:cs typeface="Consolas"/>
              </a:rPr>
              <a:t>);</a:t>
            </a:r>
            <a:endParaRPr sz="1800">
              <a:latin typeface="Consolas"/>
              <a:cs typeface="Consolas"/>
            </a:endParaRPr>
          </a:p>
          <a:p>
            <a:pPr marL="316865" indent="-304165">
              <a:lnSpc>
                <a:spcPct val="100000"/>
              </a:lnSpc>
              <a:spcBef>
                <a:spcPts val="1035"/>
              </a:spcBef>
              <a:buSzPct val="91666"/>
              <a:buFont typeface="Cambria"/>
              <a:buChar char="◾"/>
              <a:tabLst>
                <a:tab pos="316865" algn="l"/>
              </a:tabLst>
            </a:pPr>
            <a:r>
              <a:rPr sz="1800" b="1" dirty="0">
                <a:solidFill>
                  <a:srgbClr val="4590B8"/>
                </a:solidFill>
                <a:latin typeface="Consolas"/>
                <a:cs typeface="Consolas"/>
              </a:rPr>
              <a:t>CALL</a:t>
            </a:r>
            <a:r>
              <a:rPr sz="1800" b="1" spc="-45" dirty="0">
                <a:solidFill>
                  <a:srgbClr val="4590B8"/>
                </a:solidFill>
                <a:latin typeface="Consolas"/>
                <a:cs typeface="Consolas"/>
              </a:rPr>
              <a:t> </a:t>
            </a:r>
            <a:r>
              <a:rPr sz="1800" b="1" dirty="0">
                <a:solidFill>
                  <a:srgbClr val="3C3C3C"/>
                </a:solidFill>
                <a:latin typeface="Consolas"/>
                <a:cs typeface="Consolas"/>
              </a:rPr>
              <a:t>show_all_movies</a:t>
            </a:r>
            <a:r>
              <a:rPr sz="1800" b="1" spc="-40" dirty="0">
                <a:solidFill>
                  <a:srgbClr val="3C3C3C"/>
                </a:solidFill>
                <a:latin typeface="Consolas"/>
                <a:cs typeface="Consolas"/>
              </a:rPr>
              <a:t> </a:t>
            </a:r>
            <a:r>
              <a:rPr sz="1800" b="1" spc="-25" dirty="0">
                <a:solidFill>
                  <a:srgbClr val="4590B8"/>
                </a:solidFill>
                <a:latin typeface="Consolas"/>
                <a:cs typeface="Consolas"/>
              </a:rPr>
              <a:t>();</a:t>
            </a:r>
            <a:endParaRPr sz="1800">
              <a:latin typeface="Consolas"/>
              <a:cs typeface="Consolas"/>
            </a:endParaRPr>
          </a:p>
        </p:txBody>
      </p:sp>
      <p:sp>
        <p:nvSpPr>
          <p:cNvPr id="5" name="object 5"/>
          <p:cNvSpPr txBox="1"/>
          <p:nvPr/>
        </p:nvSpPr>
        <p:spPr>
          <a:xfrm>
            <a:off x="989838" y="3838194"/>
            <a:ext cx="6212205" cy="678180"/>
          </a:xfrm>
          <a:prstGeom prst="rect">
            <a:avLst/>
          </a:prstGeom>
          <a:ln w="28575">
            <a:solidFill>
              <a:srgbClr val="1A315F"/>
            </a:solidFill>
          </a:ln>
        </p:spPr>
        <p:txBody>
          <a:bodyPr vert="horz" wrap="square" lIns="0" tIns="31750" rIns="0" bIns="0" rtlCol="0">
            <a:spAutoFit/>
          </a:bodyPr>
          <a:lstStyle/>
          <a:p>
            <a:pPr marL="488950" marR="118110" indent="-399415">
              <a:lnSpc>
                <a:spcPct val="100000"/>
              </a:lnSpc>
              <a:spcBef>
                <a:spcPts val="250"/>
              </a:spcBef>
            </a:pPr>
            <a:r>
              <a:rPr sz="1900" b="1" dirty="0">
                <a:solidFill>
                  <a:srgbClr val="4590B8"/>
                </a:solidFill>
                <a:latin typeface="Consolas"/>
                <a:cs typeface="Consolas"/>
              </a:rPr>
              <a:t>CALL</a:t>
            </a:r>
            <a:r>
              <a:rPr sz="1900" b="1" spc="-30" dirty="0">
                <a:solidFill>
                  <a:srgbClr val="4590B8"/>
                </a:solidFill>
                <a:latin typeface="Consolas"/>
                <a:cs typeface="Consolas"/>
              </a:rPr>
              <a:t> </a:t>
            </a:r>
            <a:r>
              <a:rPr sz="1900" b="1" dirty="0">
                <a:solidFill>
                  <a:srgbClr val="959FA7"/>
                </a:solidFill>
                <a:latin typeface="Consolas"/>
                <a:cs typeface="Consolas"/>
              </a:rPr>
              <a:t>[</a:t>
            </a:r>
            <a:r>
              <a:rPr sz="1900" b="1" spc="-25" dirty="0">
                <a:solidFill>
                  <a:srgbClr val="959FA7"/>
                </a:solidFill>
                <a:latin typeface="Consolas"/>
                <a:cs typeface="Consolas"/>
              </a:rPr>
              <a:t> </a:t>
            </a:r>
            <a:r>
              <a:rPr sz="1900" b="1" dirty="0">
                <a:latin typeface="Consolas"/>
                <a:cs typeface="Consolas"/>
              </a:rPr>
              <a:t>database_name.</a:t>
            </a:r>
            <a:r>
              <a:rPr sz="1900" b="1" spc="-20" dirty="0">
                <a:latin typeface="Consolas"/>
                <a:cs typeface="Consolas"/>
              </a:rPr>
              <a:t> </a:t>
            </a:r>
            <a:r>
              <a:rPr sz="1900" b="1" dirty="0">
                <a:solidFill>
                  <a:srgbClr val="959FA7"/>
                </a:solidFill>
                <a:latin typeface="Consolas"/>
                <a:cs typeface="Consolas"/>
              </a:rPr>
              <a:t>]</a:t>
            </a:r>
            <a:r>
              <a:rPr sz="1900" b="1" spc="-30" dirty="0">
                <a:solidFill>
                  <a:srgbClr val="959FA7"/>
                </a:solidFill>
                <a:latin typeface="Consolas"/>
                <a:cs typeface="Consolas"/>
              </a:rPr>
              <a:t> </a:t>
            </a:r>
            <a:r>
              <a:rPr sz="1900" b="1" spc="-10" dirty="0">
                <a:latin typeface="Consolas"/>
                <a:cs typeface="Consolas"/>
              </a:rPr>
              <a:t>stored_procedure_name </a:t>
            </a:r>
            <a:r>
              <a:rPr sz="1900" b="1" dirty="0">
                <a:solidFill>
                  <a:srgbClr val="4590B8"/>
                </a:solidFill>
                <a:latin typeface="Consolas"/>
                <a:cs typeface="Consolas"/>
              </a:rPr>
              <a:t>(</a:t>
            </a:r>
            <a:r>
              <a:rPr sz="1900" b="1" spc="-25" dirty="0">
                <a:solidFill>
                  <a:srgbClr val="4590B8"/>
                </a:solidFill>
                <a:latin typeface="Consolas"/>
                <a:cs typeface="Consolas"/>
              </a:rPr>
              <a:t> </a:t>
            </a:r>
            <a:r>
              <a:rPr sz="1900" b="1" dirty="0">
                <a:solidFill>
                  <a:srgbClr val="959FA7"/>
                </a:solidFill>
                <a:latin typeface="Consolas"/>
                <a:cs typeface="Consolas"/>
              </a:rPr>
              <a:t>[</a:t>
            </a:r>
            <a:r>
              <a:rPr sz="1900" b="1" spc="-20" dirty="0">
                <a:solidFill>
                  <a:srgbClr val="959FA7"/>
                </a:solidFill>
                <a:latin typeface="Consolas"/>
                <a:cs typeface="Consolas"/>
              </a:rPr>
              <a:t> </a:t>
            </a:r>
            <a:r>
              <a:rPr sz="1900" b="1" dirty="0">
                <a:latin typeface="Consolas"/>
                <a:cs typeface="Consolas"/>
              </a:rPr>
              <a:t>parameter,</a:t>
            </a:r>
            <a:r>
              <a:rPr sz="1900" b="1" spc="-20" dirty="0">
                <a:latin typeface="Consolas"/>
                <a:cs typeface="Consolas"/>
              </a:rPr>
              <a:t> </a:t>
            </a:r>
            <a:r>
              <a:rPr sz="1900" b="1" dirty="0">
                <a:latin typeface="Consolas"/>
                <a:cs typeface="Consolas"/>
              </a:rPr>
              <a:t>parameter,</a:t>
            </a:r>
            <a:r>
              <a:rPr sz="1900" b="1" spc="-20" dirty="0">
                <a:latin typeface="Consolas"/>
                <a:cs typeface="Consolas"/>
              </a:rPr>
              <a:t> </a:t>
            </a:r>
            <a:r>
              <a:rPr sz="1900" b="1" dirty="0">
                <a:latin typeface="Consolas"/>
                <a:cs typeface="Consolas"/>
              </a:rPr>
              <a:t>... </a:t>
            </a:r>
            <a:r>
              <a:rPr sz="1900" b="1" dirty="0">
                <a:solidFill>
                  <a:srgbClr val="959FA7"/>
                </a:solidFill>
                <a:latin typeface="Consolas"/>
                <a:cs typeface="Consolas"/>
              </a:rPr>
              <a:t>]</a:t>
            </a:r>
            <a:r>
              <a:rPr sz="1900" b="1" spc="-30" dirty="0">
                <a:solidFill>
                  <a:srgbClr val="959FA7"/>
                </a:solidFill>
                <a:latin typeface="Consolas"/>
                <a:cs typeface="Consolas"/>
              </a:rPr>
              <a:t> </a:t>
            </a:r>
            <a:r>
              <a:rPr sz="1900" b="1" spc="-25" dirty="0">
                <a:solidFill>
                  <a:srgbClr val="4590B8"/>
                </a:solidFill>
                <a:latin typeface="Consolas"/>
                <a:cs typeface="Consolas"/>
              </a:rPr>
              <a:t>);</a:t>
            </a:r>
            <a:endParaRPr sz="1900">
              <a:latin typeface="Consolas"/>
              <a:cs typeface="Consola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1A315F"/>
          </a:solidFill>
        </p:spPr>
        <p:txBody>
          <a:bodyPr vert="horz" wrap="square" lIns="0" tIns="206375" rIns="0" bIns="0" rtlCol="0">
            <a:spAutoFit/>
          </a:bodyPr>
          <a:lstStyle/>
          <a:p>
            <a:pPr>
              <a:lnSpc>
                <a:spcPct val="100000"/>
              </a:lnSpc>
              <a:spcBef>
                <a:spcPts val="1625"/>
              </a:spcBef>
            </a:pPr>
            <a:endParaRPr sz="2800">
              <a:latin typeface="Times New Roman"/>
              <a:cs typeface="Times New Roman"/>
            </a:endParaRPr>
          </a:p>
          <a:p>
            <a:pPr marL="231775">
              <a:lnSpc>
                <a:spcPct val="100000"/>
              </a:lnSpc>
            </a:pPr>
            <a:r>
              <a:rPr sz="2800" spc="95" dirty="0">
                <a:solidFill>
                  <a:srgbClr val="FFFFFF"/>
                </a:solidFill>
              </a:rPr>
              <a:t>QUERYING</a:t>
            </a:r>
            <a:r>
              <a:rPr sz="2800" spc="-55" dirty="0">
                <a:solidFill>
                  <a:srgbClr val="FFFFFF"/>
                </a:solidFill>
              </a:rPr>
              <a:t> </a:t>
            </a:r>
            <a:r>
              <a:rPr sz="2800" spc="-20" dirty="0">
                <a:solidFill>
                  <a:srgbClr val="FFFFFF"/>
                </a:solidFill>
              </a:rPr>
              <a:t>DATA</a:t>
            </a:r>
            <a:endParaRPr sz="2800"/>
          </a:p>
        </p:txBody>
      </p:sp>
      <p:sp>
        <p:nvSpPr>
          <p:cNvPr id="3" name="object 3"/>
          <p:cNvSpPr txBox="1"/>
          <p:nvPr/>
        </p:nvSpPr>
        <p:spPr>
          <a:xfrm>
            <a:off x="659993" y="2965196"/>
            <a:ext cx="10871835" cy="2093595"/>
          </a:xfrm>
          <a:prstGeom prst="rect">
            <a:avLst/>
          </a:prstGeom>
        </p:spPr>
        <p:txBody>
          <a:bodyPr vert="horz" wrap="square" lIns="0" tIns="12700" rIns="0" bIns="0" rtlCol="0">
            <a:spAutoFit/>
          </a:bodyPr>
          <a:lstStyle/>
          <a:p>
            <a:pPr marL="318770" indent="-306070">
              <a:lnSpc>
                <a:spcPct val="100000"/>
              </a:lnSpc>
              <a:spcBef>
                <a:spcPts val="100"/>
              </a:spcBef>
              <a:buClr>
                <a:srgbClr val="4590B8"/>
              </a:buClr>
              <a:buSzPct val="91666"/>
              <a:buFont typeface="Cambria"/>
              <a:buChar char="◾"/>
              <a:tabLst>
                <a:tab pos="318770" algn="l"/>
              </a:tabLst>
            </a:pPr>
            <a:r>
              <a:rPr sz="1800" spc="-25" dirty="0">
                <a:solidFill>
                  <a:srgbClr val="3C3C3C"/>
                </a:solidFill>
                <a:latin typeface="Trebuchet MS"/>
                <a:cs typeface="Trebuchet MS"/>
              </a:rPr>
              <a:t>Quite</a:t>
            </a:r>
            <a:r>
              <a:rPr sz="1800" spc="-20" dirty="0">
                <a:solidFill>
                  <a:srgbClr val="3C3C3C"/>
                </a:solidFill>
                <a:latin typeface="Trebuchet MS"/>
                <a:cs typeface="Trebuchet MS"/>
              </a:rPr>
              <a:t> </a:t>
            </a:r>
            <a:r>
              <a:rPr sz="1800" spc="-114" dirty="0">
                <a:solidFill>
                  <a:srgbClr val="3C3C3C"/>
                </a:solidFill>
                <a:latin typeface="Trebuchet MS"/>
                <a:cs typeface="Trebuchet MS"/>
              </a:rPr>
              <a:t>often</a:t>
            </a:r>
            <a:r>
              <a:rPr sz="1800" spc="-55" dirty="0">
                <a:solidFill>
                  <a:srgbClr val="3C3C3C"/>
                </a:solidFill>
                <a:latin typeface="Trebuchet MS"/>
                <a:cs typeface="Trebuchet MS"/>
              </a:rPr>
              <a:t> </a:t>
            </a:r>
            <a:r>
              <a:rPr sz="1800" spc="-114" dirty="0">
                <a:solidFill>
                  <a:srgbClr val="3C3C3C"/>
                </a:solidFill>
                <a:latin typeface="Trebuchet MS"/>
                <a:cs typeface="Trebuchet MS"/>
              </a:rPr>
              <a:t>we</a:t>
            </a:r>
            <a:r>
              <a:rPr sz="1800" spc="-35" dirty="0">
                <a:solidFill>
                  <a:srgbClr val="3C3C3C"/>
                </a:solidFill>
                <a:latin typeface="Trebuchet MS"/>
                <a:cs typeface="Trebuchet MS"/>
              </a:rPr>
              <a:t> </a:t>
            </a:r>
            <a:r>
              <a:rPr sz="1800" spc="-114" dirty="0">
                <a:solidFill>
                  <a:srgbClr val="3C3C3C"/>
                </a:solidFill>
                <a:latin typeface="Trebuchet MS"/>
                <a:cs typeface="Trebuchet MS"/>
              </a:rPr>
              <a:t>want</a:t>
            </a:r>
            <a:r>
              <a:rPr sz="1800" spc="-35" dirty="0">
                <a:solidFill>
                  <a:srgbClr val="3C3C3C"/>
                </a:solidFill>
                <a:latin typeface="Trebuchet MS"/>
                <a:cs typeface="Trebuchet MS"/>
              </a:rPr>
              <a:t> </a:t>
            </a:r>
            <a:r>
              <a:rPr sz="1800" dirty="0">
                <a:solidFill>
                  <a:srgbClr val="3C3C3C"/>
                </a:solidFill>
                <a:latin typeface="Trebuchet MS"/>
                <a:cs typeface="Trebuchet MS"/>
              </a:rPr>
              <a:t>to</a:t>
            </a:r>
            <a:r>
              <a:rPr sz="1800" spc="-45" dirty="0">
                <a:solidFill>
                  <a:srgbClr val="3C3C3C"/>
                </a:solidFill>
                <a:latin typeface="Trebuchet MS"/>
                <a:cs typeface="Trebuchet MS"/>
              </a:rPr>
              <a:t> </a:t>
            </a:r>
            <a:r>
              <a:rPr sz="1800" spc="-105" dirty="0">
                <a:solidFill>
                  <a:srgbClr val="3C3C3C"/>
                </a:solidFill>
                <a:latin typeface="Trebuchet MS"/>
                <a:cs typeface="Trebuchet MS"/>
              </a:rPr>
              <a:t>retrieve</a:t>
            </a:r>
            <a:r>
              <a:rPr sz="1800" spc="-35" dirty="0">
                <a:solidFill>
                  <a:srgbClr val="3C3C3C"/>
                </a:solidFill>
                <a:latin typeface="Trebuchet MS"/>
                <a:cs typeface="Trebuchet MS"/>
              </a:rPr>
              <a:t> </a:t>
            </a:r>
            <a:r>
              <a:rPr sz="1800" spc="-155" dirty="0">
                <a:solidFill>
                  <a:srgbClr val="3C3C3C"/>
                </a:solidFill>
                <a:latin typeface="Trebuchet MS"/>
                <a:cs typeface="Trebuchet MS"/>
              </a:rPr>
              <a:t>data</a:t>
            </a:r>
            <a:r>
              <a:rPr sz="1800" spc="-50" dirty="0">
                <a:solidFill>
                  <a:srgbClr val="3C3C3C"/>
                </a:solidFill>
                <a:latin typeface="Trebuchet MS"/>
                <a:cs typeface="Trebuchet MS"/>
              </a:rPr>
              <a:t> </a:t>
            </a:r>
            <a:r>
              <a:rPr sz="1800" spc="-95" dirty="0">
                <a:solidFill>
                  <a:srgbClr val="3C3C3C"/>
                </a:solidFill>
                <a:latin typeface="Trebuchet MS"/>
                <a:cs typeface="Trebuchet MS"/>
              </a:rPr>
              <a:t>from</a:t>
            </a:r>
            <a:r>
              <a:rPr sz="1800" spc="-40" dirty="0">
                <a:solidFill>
                  <a:srgbClr val="3C3C3C"/>
                </a:solidFill>
                <a:latin typeface="Trebuchet MS"/>
                <a:cs typeface="Trebuchet MS"/>
              </a:rPr>
              <a:t> </a:t>
            </a:r>
            <a:r>
              <a:rPr sz="1800" spc="-125" dirty="0">
                <a:solidFill>
                  <a:srgbClr val="3C3C3C"/>
                </a:solidFill>
                <a:latin typeface="Trebuchet MS"/>
                <a:cs typeface="Trebuchet MS"/>
              </a:rPr>
              <a:t>the</a:t>
            </a:r>
            <a:r>
              <a:rPr sz="1800" spc="-45" dirty="0">
                <a:solidFill>
                  <a:srgbClr val="3C3C3C"/>
                </a:solidFill>
                <a:latin typeface="Trebuchet MS"/>
                <a:cs typeface="Trebuchet MS"/>
              </a:rPr>
              <a:t> </a:t>
            </a:r>
            <a:r>
              <a:rPr sz="1800" spc="-120" dirty="0">
                <a:solidFill>
                  <a:srgbClr val="3C3C3C"/>
                </a:solidFill>
                <a:latin typeface="Trebuchet MS"/>
                <a:cs typeface="Trebuchet MS"/>
              </a:rPr>
              <a:t>tables</a:t>
            </a:r>
            <a:r>
              <a:rPr sz="1800" spc="-45" dirty="0">
                <a:solidFill>
                  <a:srgbClr val="3C3C3C"/>
                </a:solidFill>
                <a:latin typeface="Trebuchet MS"/>
                <a:cs typeface="Trebuchet MS"/>
              </a:rPr>
              <a:t> </a:t>
            </a:r>
            <a:r>
              <a:rPr sz="1800" spc="-80" dirty="0">
                <a:solidFill>
                  <a:srgbClr val="3C3C3C"/>
                </a:solidFill>
                <a:latin typeface="Trebuchet MS"/>
                <a:cs typeface="Trebuchet MS"/>
              </a:rPr>
              <a:t>into</a:t>
            </a:r>
            <a:r>
              <a:rPr sz="1800" spc="-40" dirty="0">
                <a:solidFill>
                  <a:srgbClr val="3C3C3C"/>
                </a:solidFill>
                <a:latin typeface="Trebuchet MS"/>
                <a:cs typeface="Trebuchet MS"/>
              </a:rPr>
              <a:t> </a:t>
            </a:r>
            <a:r>
              <a:rPr sz="1800" spc="-120" dirty="0">
                <a:solidFill>
                  <a:srgbClr val="3C3C3C"/>
                </a:solidFill>
                <a:latin typeface="Trebuchet MS"/>
                <a:cs typeface="Trebuchet MS"/>
              </a:rPr>
              <a:t>the</a:t>
            </a:r>
            <a:r>
              <a:rPr sz="1800" spc="-30" dirty="0">
                <a:solidFill>
                  <a:srgbClr val="3C3C3C"/>
                </a:solidFill>
                <a:latin typeface="Trebuchet MS"/>
                <a:cs typeface="Trebuchet MS"/>
              </a:rPr>
              <a:t> </a:t>
            </a:r>
            <a:r>
              <a:rPr sz="1800" spc="-70" dirty="0">
                <a:solidFill>
                  <a:srgbClr val="3C3C3C"/>
                </a:solidFill>
                <a:latin typeface="Trebuchet MS"/>
                <a:cs typeface="Trebuchet MS"/>
              </a:rPr>
              <a:t>stored</a:t>
            </a:r>
            <a:r>
              <a:rPr sz="1800" spc="-60" dirty="0">
                <a:solidFill>
                  <a:srgbClr val="3C3C3C"/>
                </a:solidFill>
                <a:latin typeface="Trebuchet MS"/>
                <a:cs typeface="Trebuchet MS"/>
              </a:rPr>
              <a:t> </a:t>
            </a:r>
            <a:r>
              <a:rPr sz="1800" spc="-10" dirty="0">
                <a:solidFill>
                  <a:srgbClr val="3C3C3C"/>
                </a:solidFill>
                <a:latin typeface="Trebuchet MS"/>
                <a:cs typeface="Trebuchet MS"/>
              </a:rPr>
              <a:t>procedure</a:t>
            </a:r>
            <a:endParaRPr sz="1800">
              <a:latin typeface="Trebuchet MS"/>
              <a:cs typeface="Trebuchet MS"/>
            </a:endParaRPr>
          </a:p>
          <a:p>
            <a:pPr>
              <a:lnSpc>
                <a:spcPct val="100000"/>
              </a:lnSpc>
              <a:buClr>
                <a:srgbClr val="4590B8"/>
              </a:buClr>
              <a:buFont typeface="Cambria"/>
              <a:buChar char="◾"/>
            </a:pPr>
            <a:endParaRPr sz="1800">
              <a:latin typeface="Trebuchet MS"/>
              <a:cs typeface="Trebuchet MS"/>
            </a:endParaRPr>
          </a:p>
          <a:p>
            <a:pPr>
              <a:lnSpc>
                <a:spcPct val="100000"/>
              </a:lnSpc>
              <a:spcBef>
                <a:spcPts val="40"/>
              </a:spcBef>
              <a:buClr>
                <a:srgbClr val="4590B8"/>
              </a:buClr>
              <a:buFont typeface="Cambria"/>
              <a:buChar char="◾"/>
            </a:pPr>
            <a:endParaRPr sz="1800">
              <a:latin typeface="Trebuchet MS"/>
              <a:cs typeface="Trebuchet MS"/>
            </a:endParaRPr>
          </a:p>
          <a:p>
            <a:pPr marL="318770" indent="-306070">
              <a:lnSpc>
                <a:spcPct val="100000"/>
              </a:lnSpc>
              <a:buClr>
                <a:srgbClr val="4590B8"/>
              </a:buClr>
              <a:buSzPct val="91666"/>
              <a:buFont typeface="Cambria"/>
              <a:buChar char="◾"/>
              <a:tabLst>
                <a:tab pos="318770" algn="l"/>
              </a:tabLst>
            </a:pPr>
            <a:r>
              <a:rPr sz="1800" dirty="0">
                <a:solidFill>
                  <a:srgbClr val="3C3C3C"/>
                </a:solidFill>
                <a:latin typeface="Trebuchet MS"/>
                <a:cs typeface="Trebuchet MS"/>
              </a:rPr>
              <a:t>We</a:t>
            </a:r>
            <a:r>
              <a:rPr sz="1800" spc="-35" dirty="0">
                <a:solidFill>
                  <a:srgbClr val="3C3C3C"/>
                </a:solidFill>
                <a:latin typeface="Trebuchet MS"/>
                <a:cs typeface="Trebuchet MS"/>
              </a:rPr>
              <a:t> </a:t>
            </a:r>
            <a:r>
              <a:rPr sz="1800" spc="-130" dirty="0">
                <a:solidFill>
                  <a:srgbClr val="3C3C3C"/>
                </a:solidFill>
                <a:latin typeface="Trebuchet MS"/>
                <a:cs typeface="Trebuchet MS"/>
              </a:rPr>
              <a:t>can</a:t>
            </a:r>
            <a:r>
              <a:rPr sz="1800" spc="-30" dirty="0">
                <a:solidFill>
                  <a:srgbClr val="3C3C3C"/>
                </a:solidFill>
                <a:latin typeface="Trebuchet MS"/>
                <a:cs typeface="Trebuchet MS"/>
              </a:rPr>
              <a:t> </a:t>
            </a:r>
            <a:r>
              <a:rPr sz="1800" spc="-140" dirty="0">
                <a:solidFill>
                  <a:srgbClr val="3C3C3C"/>
                </a:solidFill>
                <a:latin typeface="Trebuchet MS"/>
                <a:cs typeface="Trebuchet MS"/>
              </a:rPr>
              <a:t>fetch</a:t>
            </a:r>
            <a:r>
              <a:rPr sz="1800" spc="-40" dirty="0">
                <a:solidFill>
                  <a:srgbClr val="3C3C3C"/>
                </a:solidFill>
                <a:latin typeface="Trebuchet MS"/>
                <a:cs typeface="Trebuchet MS"/>
              </a:rPr>
              <a:t> </a:t>
            </a:r>
            <a:r>
              <a:rPr sz="1800" spc="-155" dirty="0">
                <a:solidFill>
                  <a:srgbClr val="3C3C3C"/>
                </a:solidFill>
                <a:latin typeface="Trebuchet MS"/>
                <a:cs typeface="Trebuchet MS"/>
              </a:rPr>
              <a:t>data</a:t>
            </a:r>
            <a:r>
              <a:rPr sz="1800" spc="-40" dirty="0">
                <a:solidFill>
                  <a:srgbClr val="3C3C3C"/>
                </a:solidFill>
                <a:latin typeface="Trebuchet MS"/>
                <a:cs typeface="Trebuchet MS"/>
              </a:rPr>
              <a:t> </a:t>
            </a:r>
            <a:r>
              <a:rPr sz="1800" spc="-110" dirty="0">
                <a:solidFill>
                  <a:srgbClr val="3C3C3C"/>
                </a:solidFill>
                <a:latin typeface="Trebuchet MS"/>
                <a:cs typeface="Trebuchet MS"/>
              </a:rPr>
              <a:t>in</a:t>
            </a:r>
            <a:r>
              <a:rPr sz="1800" spc="-20" dirty="0">
                <a:solidFill>
                  <a:srgbClr val="3C3C3C"/>
                </a:solidFill>
                <a:latin typeface="Trebuchet MS"/>
                <a:cs typeface="Trebuchet MS"/>
              </a:rPr>
              <a:t> </a:t>
            </a:r>
            <a:r>
              <a:rPr sz="1800" spc="-50" dirty="0">
                <a:solidFill>
                  <a:srgbClr val="3C3C3C"/>
                </a:solidFill>
                <a:latin typeface="Trebuchet MS"/>
                <a:cs typeface="Trebuchet MS"/>
              </a:rPr>
              <a:t>two</a:t>
            </a:r>
            <a:r>
              <a:rPr sz="1800" spc="-30" dirty="0">
                <a:solidFill>
                  <a:srgbClr val="3C3C3C"/>
                </a:solidFill>
                <a:latin typeface="Trebuchet MS"/>
                <a:cs typeface="Trebuchet MS"/>
              </a:rPr>
              <a:t> </a:t>
            </a:r>
            <a:r>
              <a:rPr sz="1800" spc="-20" dirty="0">
                <a:solidFill>
                  <a:srgbClr val="3C3C3C"/>
                </a:solidFill>
                <a:latin typeface="Trebuchet MS"/>
                <a:cs typeface="Trebuchet MS"/>
              </a:rPr>
              <a:t>ways</a:t>
            </a:r>
            <a:endParaRPr sz="1800">
              <a:latin typeface="Trebuchet MS"/>
              <a:cs typeface="Trebuchet MS"/>
            </a:endParaRPr>
          </a:p>
          <a:p>
            <a:pPr marL="641985" marR="5080" lvl="1" indent="-305435">
              <a:lnSpc>
                <a:spcPct val="100000"/>
              </a:lnSpc>
              <a:spcBef>
                <a:spcPts val="994"/>
              </a:spcBef>
              <a:buClr>
                <a:srgbClr val="4590B8"/>
              </a:buClr>
              <a:buSzPct val="90625"/>
              <a:buFont typeface="Cambria"/>
              <a:buChar char="◾"/>
              <a:tabLst>
                <a:tab pos="641985" algn="l"/>
              </a:tabLst>
            </a:pPr>
            <a:r>
              <a:rPr sz="1600" spc="-40" dirty="0">
                <a:solidFill>
                  <a:srgbClr val="3C3C3C"/>
                </a:solidFill>
                <a:latin typeface="Trebuchet MS"/>
                <a:cs typeface="Trebuchet MS"/>
              </a:rPr>
              <a:t>If</a:t>
            </a:r>
            <a:r>
              <a:rPr sz="1600" spc="-85" dirty="0">
                <a:solidFill>
                  <a:srgbClr val="3C3C3C"/>
                </a:solidFill>
                <a:latin typeface="Trebuchet MS"/>
                <a:cs typeface="Trebuchet MS"/>
              </a:rPr>
              <a:t> </a:t>
            </a:r>
            <a:r>
              <a:rPr sz="1600" spc="-30" dirty="0">
                <a:solidFill>
                  <a:srgbClr val="3C3C3C"/>
                </a:solidFill>
                <a:latin typeface="Trebuchet MS"/>
                <a:cs typeface="Trebuchet MS"/>
              </a:rPr>
              <a:t>only</a:t>
            </a:r>
            <a:r>
              <a:rPr sz="1600" spc="-90" dirty="0">
                <a:solidFill>
                  <a:srgbClr val="3C3C3C"/>
                </a:solidFill>
                <a:latin typeface="Trebuchet MS"/>
                <a:cs typeface="Trebuchet MS"/>
              </a:rPr>
              <a:t> </a:t>
            </a:r>
            <a:r>
              <a:rPr sz="1600" spc="-70" dirty="0">
                <a:solidFill>
                  <a:srgbClr val="3C3C3C"/>
                </a:solidFill>
                <a:latin typeface="Trebuchet MS"/>
                <a:cs typeface="Trebuchet MS"/>
              </a:rPr>
              <a:t>one-</a:t>
            </a:r>
            <a:r>
              <a:rPr sz="1600" dirty="0">
                <a:solidFill>
                  <a:srgbClr val="3C3C3C"/>
                </a:solidFill>
                <a:latin typeface="Trebuchet MS"/>
                <a:cs typeface="Trebuchet MS"/>
              </a:rPr>
              <a:t>row</a:t>
            </a:r>
            <a:r>
              <a:rPr sz="1600" spc="-95" dirty="0">
                <a:solidFill>
                  <a:srgbClr val="3C3C3C"/>
                </a:solidFill>
                <a:latin typeface="Trebuchet MS"/>
                <a:cs typeface="Trebuchet MS"/>
              </a:rPr>
              <a:t> data</a:t>
            </a:r>
            <a:r>
              <a:rPr sz="1600" spc="-25" dirty="0">
                <a:solidFill>
                  <a:srgbClr val="3C3C3C"/>
                </a:solidFill>
                <a:latin typeface="Trebuchet MS"/>
                <a:cs typeface="Trebuchet MS"/>
              </a:rPr>
              <a:t> </a:t>
            </a:r>
            <a:r>
              <a:rPr sz="1600" spc="-45" dirty="0">
                <a:solidFill>
                  <a:srgbClr val="3C3C3C"/>
                </a:solidFill>
                <a:latin typeface="Trebuchet MS"/>
                <a:cs typeface="Trebuchet MS"/>
              </a:rPr>
              <a:t>must</a:t>
            </a:r>
            <a:r>
              <a:rPr sz="1600" spc="-25" dirty="0">
                <a:solidFill>
                  <a:srgbClr val="3C3C3C"/>
                </a:solidFill>
                <a:latin typeface="Trebuchet MS"/>
                <a:cs typeface="Trebuchet MS"/>
              </a:rPr>
              <a:t> </a:t>
            </a:r>
            <a:r>
              <a:rPr sz="1600" spc="-10" dirty="0">
                <a:solidFill>
                  <a:srgbClr val="3C3C3C"/>
                </a:solidFill>
                <a:latin typeface="Trebuchet MS"/>
                <a:cs typeface="Trebuchet MS"/>
              </a:rPr>
              <a:t>be</a:t>
            </a:r>
            <a:r>
              <a:rPr sz="1600" spc="-35" dirty="0">
                <a:solidFill>
                  <a:srgbClr val="3C3C3C"/>
                </a:solidFill>
                <a:latin typeface="Trebuchet MS"/>
                <a:cs typeface="Trebuchet MS"/>
              </a:rPr>
              <a:t> </a:t>
            </a:r>
            <a:r>
              <a:rPr sz="1600" spc="-135" dirty="0">
                <a:solidFill>
                  <a:srgbClr val="3C3C3C"/>
                </a:solidFill>
                <a:latin typeface="Trebuchet MS"/>
                <a:cs typeface="Trebuchet MS"/>
              </a:rPr>
              <a:t>fetched,</a:t>
            </a:r>
            <a:r>
              <a:rPr sz="1600" spc="-60" dirty="0">
                <a:solidFill>
                  <a:srgbClr val="3C3C3C"/>
                </a:solidFill>
                <a:latin typeface="Trebuchet MS"/>
                <a:cs typeface="Trebuchet MS"/>
              </a:rPr>
              <a:t> </a:t>
            </a:r>
            <a:r>
              <a:rPr sz="1600" dirty="0">
                <a:solidFill>
                  <a:srgbClr val="3C3C3C"/>
                </a:solidFill>
                <a:latin typeface="Trebuchet MS"/>
                <a:cs typeface="Trebuchet MS"/>
              </a:rPr>
              <a:t>we</a:t>
            </a:r>
            <a:r>
              <a:rPr sz="1600" spc="-30" dirty="0">
                <a:solidFill>
                  <a:srgbClr val="3C3C3C"/>
                </a:solidFill>
                <a:latin typeface="Trebuchet MS"/>
                <a:cs typeface="Trebuchet MS"/>
              </a:rPr>
              <a:t> </a:t>
            </a:r>
            <a:r>
              <a:rPr sz="1600" spc="-55" dirty="0">
                <a:solidFill>
                  <a:srgbClr val="3C3C3C"/>
                </a:solidFill>
                <a:latin typeface="Trebuchet MS"/>
                <a:cs typeface="Trebuchet MS"/>
              </a:rPr>
              <a:t>can</a:t>
            </a:r>
            <a:r>
              <a:rPr sz="1600" spc="-25" dirty="0">
                <a:solidFill>
                  <a:srgbClr val="3C3C3C"/>
                </a:solidFill>
                <a:latin typeface="Trebuchet MS"/>
                <a:cs typeface="Trebuchet MS"/>
              </a:rPr>
              <a:t> </a:t>
            </a:r>
            <a:r>
              <a:rPr sz="1600" spc="-95" dirty="0">
                <a:solidFill>
                  <a:srgbClr val="3C3C3C"/>
                </a:solidFill>
                <a:latin typeface="Trebuchet MS"/>
                <a:cs typeface="Trebuchet MS"/>
              </a:rPr>
              <a:t>easily</a:t>
            </a:r>
            <a:r>
              <a:rPr sz="1600" spc="-15" dirty="0">
                <a:solidFill>
                  <a:srgbClr val="3C3C3C"/>
                </a:solidFill>
                <a:latin typeface="Trebuchet MS"/>
                <a:cs typeface="Trebuchet MS"/>
              </a:rPr>
              <a:t> </a:t>
            </a:r>
            <a:r>
              <a:rPr sz="1600" dirty="0">
                <a:solidFill>
                  <a:srgbClr val="3C3C3C"/>
                </a:solidFill>
                <a:latin typeface="Trebuchet MS"/>
                <a:cs typeface="Trebuchet MS"/>
              </a:rPr>
              <a:t>do</a:t>
            </a:r>
            <a:r>
              <a:rPr sz="1600" spc="-30" dirty="0">
                <a:solidFill>
                  <a:srgbClr val="3C3C3C"/>
                </a:solidFill>
                <a:latin typeface="Trebuchet MS"/>
                <a:cs typeface="Trebuchet MS"/>
              </a:rPr>
              <a:t> </a:t>
            </a:r>
            <a:r>
              <a:rPr sz="1600" spc="-40" dirty="0">
                <a:solidFill>
                  <a:srgbClr val="3C3C3C"/>
                </a:solidFill>
                <a:latin typeface="Trebuchet MS"/>
                <a:cs typeface="Trebuchet MS"/>
              </a:rPr>
              <a:t>this</a:t>
            </a:r>
            <a:r>
              <a:rPr sz="1600" spc="-25" dirty="0">
                <a:solidFill>
                  <a:srgbClr val="3C3C3C"/>
                </a:solidFill>
                <a:latin typeface="Trebuchet MS"/>
                <a:cs typeface="Trebuchet MS"/>
              </a:rPr>
              <a:t> </a:t>
            </a:r>
            <a:r>
              <a:rPr sz="1600" spc="-45" dirty="0">
                <a:solidFill>
                  <a:srgbClr val="3C3C3C"/>
                </a:solidFill>
                <a:latin typeface="Trebuchet MS"/>
                <a:cs typeface="Trebuchet MS"/>
              </a:rPr>
              <a:t>with</a:t>
            </a:r>
            <a:r>
              <a:rPr sz="1600" spc="-20" dirty="0">
                <a:solidFill>
                  <a:srgbClr val="3C3C3C"/>
                </a:solidFill>
                <a:latin typeface="Trebuchet MS"/>
                <a:cs typeface="Trebuchet MS"/>
              </a:rPr>
              <a:t> </a:t>
            </a:r>
            <a:r>
              <a:rPr sz="1600" dirty="0">
                <a:solidFill>
                  <a:srgbClr val="3C3C3C"/>
                </a:solidFill>
                <a:latin typeface="Trebuchet MS"/>
                <a:cs typeface="Trebuchet MS"/>
              </a:rPr>
              <a:t>a</a:t>
            </a:r>
            <a:r>
              <a:rPr sz="1600" spc="-30" dirty="0">
                <a:solidFill>
                  <a:srgbClr val="3C3C3C"/>
                </a:solidFill>
                <a:latin typeface="Trebuchet MS"/>
                <a:cs typeface="Trebuchet MS"/>
              </a:rPr>
              <a:t> </a:t>
            </a:r>
            <a:r>
              <a:rPr sz="1600" spc="-90" dirty="0">
                <a:solidFill>
                  <a:srgbClr val="3C3C3C"/>
                </a:solidFill>
                <a:latin typeface="Trebuchet MS"/>
                <a:cs typeface="Trebuchet MS"/>
              </a:rPr>
              <a:t>special</a:t>
            </a:r>
            <a:r>
              <a:rPr sz="1600" spc="-25" dirty="0">
                <a:solidFill>
                  <a:srgbClr val="3C3C3C"/>
                </a:solidFill>
                <a:latin typeface="Trebuchet MS"/>
                <a:cs typeface="Trebuchet MS"/>
              </a:rPr>
              <a:t> </a:t>
            </a:r>
            <a:r>
              <a:rPr sz="1600" spc="-40" dirty="0">
                <a:solidFill>
                  <a:srgbClr val="3C3C3C"/>
                </a:solidFill>
                <a:latin typeface="Trebuchet MS"/>
                <a:cs typeface="Trebuchet MS"/>
              </a:rPr>
              <a:t>version</a:t>
            </a:r>
            <a:r>
              <a:rPr sz="1600" spc="-10" dirty="0">
                <a:solidFill>
                  <a:srgbClr val="3C3C3C"/>
                </a:solidFill>
                <a:latin typeface="Trebuchet MS"/>
                <a:cs typeface="Trebuchet MS"/>
              </a:rPr>
              <a:t> </a:t>
            </a:r>
            <a:r>
              <a:rPr sz="1600" dirty="0">
                <a:solidFill>
                  <a:srgbClr val="3C3C3C"/>
                </a:solidFill>
                <a:latin typeface="Trebuchet MS"/>
                <a:cs typeface="Trebuchet MS"/>
              </a:rPr>
              <a:t>of</a:t>
            </a:r>
            <a:r>
              <a:rPr sz="1600" spc="-15" dirty="0">
                <a:solidFill>
                  <a:srgbClr val="3C3C3C"/>
                </a:solidFill>
                <a:latin typeface="Trebuchet MS"/>
                <a:cs typeface="Trebuchet MS"/>
              </a:rPr>
              <a:t> </a:t>
            </a:r>
            <a:r>
              <a:rPr sz="1600" spc="-50" dirty="0">
                <a:solidFill>
                  <a:srgbClr val="3C3C3C"/>
                </a:solidFill>
                <a:latin typeface="Trebuchet MS"/>
                <a:cs typeface="Trebuchet MS"/>
              </a:rPr>
              <a:t>the</a:t>
            </a:r>
            <a:r>
              <a:rPr sz="1600" spc="-30" dirty="0">
                <a:solidFill>
                  <a:srgbClr val="3C3C3C"/>
                </a:solidFill>
                <a:latin typeface="Trebuchet MS"/>
                <a:cs typeface="Trebuchet MS"/>
              </a:rPr>
              <a:t> </a:t>
            </a:r>
            <a:r>
              <a:rPr sz="1600" dirty="0">
                <a:solidFill>
                  <a:srgbClr val="3C3C3C"/>
                </a:solidFill>
                <a:latin typeface="Trebuchet MS"/>
                <a:cs typeface="Trebuchet MS"/>
              </a:rPr>
              <a:t>SELECT</a:t>
            </a:r>
            <a:r>
              <a:rPr sz="1600" spc="-25" dirty="0">
                <a:solidFill>
                  <a:srgbClr val="3C3C3C"/>
                </a:solidFill>
                <a:latin typeface="Trebuchet MS"/>
                <a:cs typeface="Trebuchet MS"/>
              </a:rPr>
              <a:t> </a:t>
            </a:r>
            <a:r>
              <a:rPr sz="1600" spc="-114" dirty="0">
                <a:solidFill>
                  <a:srgbClr val="3C3C3C"/>
                </a:solidFill>
                <a:latin typeface="Trebuchet MS"/>
                <a:cs typeface="Trebuchet MS"/>
              </a:rPr>
              <a:t>statement:</a:t>
            </a:r>
            <a:r>
              <a:rPr sz="1600" spc="-55" dirty="0">
                <a:solidFill>
                  <a:srgbClr val="3C3C3C"/>
                </a:solidFill>
                <a:latin typeface="Trebuchet MS"/>
                <a:cs typeface="Trebuchet MS"/>
              </a:rPr>
              <a:t> </a:t>
            </a:r>
            <a:r>
              <a:rPr sz="1600" spc="-50" dirty="0">
                <a:solidFill>
                  <a:srgbClr val="3C3C3C"/>
                </a:solidFill>
                <a:latin typeface="Trebuchet MS"/>
                <a:cs typeface="Trebuchet MS"/>
              </a:rPr>
              <a:t>the</a:t>
            </a:r>
            <a:r>
              <a:rPr sz="1600" spc="-30" dirty="0">
                <a:solidFill>
                  <a:srgbClr val="3C3C3C"/>
                </a:solidFill>
                <a:latin typeface="Trebuchet MS"/>
                <a:cs typeface="Trebuchet MS"/>
              </a:rPr>
              <a:t> </a:t>
            </a:r>
            <a:r>
              <a:rPr sz="1600" spc="-10" dirty="0">
                <a:solidFill>
                  <a:srgbClr val="3C3C3C"/>
                </a:solidFill>
                <a:latin typeface="Trebuchet MS"/>
                <a:cs typeface="Trebuchet MS"/>
              </a:rPr>
              <a:t>SELECT </a:t>
            </a:r>
            <a:r>
              <a:rPr sz="1600" spc="80" dirty="0">
                <a:solidFill>
                  <a:srgbClr val="3C3C3C"/>
                </a:solidFill>
                <a:latin typeface="Trebuchet MS"/>
                <a:cs typeface="Trebuchet MS"/>
              </a:rPr>
              <a:t>INTO</a:t>
            </a:r>
            <a:r>
              <a:rPr sz="1600" spc="-20" dirty="0">
                <a:solidFill>
                  <a:srgbClr val="3C3C3C"/>
                </a:solidFill>
                <a:latin typeface="Trebuchet MS"/>
                <a:cs typeface="Trebuchet MS"/>
              </a:rPr>
              <a:t> </a:t>
            </a:r>
            <a:r>
              <a:rPr sz="1600" spc="-10" dirty="0">
                <a:solidFill>
                  <a:srgbClr val="3C3C3C"/>
                </a:solidFill>
                <a:latin typeface="Trebuchet MS"/>
                <a:cs typeface="Trebuchet MS"/>
              </a:rPr>
              <a:t>statement</a:t>
            </a:r>
            <a:endParaRPr sz="1600">
              <a:latin typeface="Trebuchet MS"/>
              <a:cs typeface="Trebuchet MS"/>
            </a:endParaRPr>
          </a:p>
          <a:p>
            <a:pPr marL="641985" lvl="1" indent="-304800">
              <a:lnSpc>
                <a:spcPct val="100000"/>
              </a:lnSpc>
              <a:spcBef>
                <a:spcPts val="985"/>
              </a:spcBef>
              <a:buClr>
                <a:srgbClr val="4590B8"/>
              </a:buClr>
              <a:buSzPct val="90625"/>
              <a:buFont typeface="Cambria"/>
              <a:buChar char="◾"/>
              <a:tabLst>
                <a:tab pos="641985" algn="l"/>
              </a:tabLst>
            </a:pPr>
            <a:r>
              <a:rPr sz="1600" spc="-90" dirty="0">
                <a:solidFill>
                  <a:srgbClr val="3C3C3C"/>
                </a:solidFill>
                <a:latin typeface="Trebuchet MS"/>
                <a:cs typeface="Trebuchet MS"/>
              </a:rPr>
              <a:t>To</a:t>
            </a:r>
            <a:r>
              <a:rPr sz="1600" spc="-10" dirty="0">
                <a:solidFill>
                  <a:srgbClr val="3C3C3C"/>
                </a:solidFill>
                <a:latin typeface="Trebuchet MS"/>
                <a:cs typeface="Trebuchet MS"/>
              </a:rPr>
              <a:t> </a:t>
            </a:r>
            <a:r>
              <a:rPr sz="1600" spc="-130" dirty="0">
                <a:solidFill>
                  <a:srgbClr val="3C3C3C"/>
                </a:solidFill>
                <a:latin typeface="Trebuchet MS"/>
                <a:cs typeface="Trebuchet MS"/>
              </a:rPr>
              <a:t>fetch</a:t>
            </a:r>
            <a:r>
              <a:rPr sz="1600" spc="-10" dirty="0">
                <a:solidFill>
                  <a:srgbClr val="3C3C3C"/>
                </a:solidFill>
                <a:latin typeface="Trebuchet MS"/>
                <a:cs typeface="Trebuchet MS"/>
              </a:rPr>
              <a:t> </a:t>
            </a:r>
            <a:r>
              <a:rPr sz="1600" spc="-120" dirty="0">
                <a:solidFill>
                  <a:srgbClr val="3C3C3C"/>
                </a:solidFill>
                <a:latin typeface="Trebuchet MS"/>
                <a:cs typeface="Trebuchet MS"/>
              </a:rPr>
              <a:t>multiple</a:t>
            </a:r>
            <a:r>
              <a:rPr sz="1600" spc="-20" dirty="0">
                <a:solidFill>
                  <a:srgbClr val="3C3C3C"/>
                </a:solidFill>
                <a:latin typeface="Trebuchet MS"/>
                <a:cs typeface="Trebuchet MS"/>
              </a:rPr>
              <a:t> </a:t>
            </a:r>
            <a:r>
              <a:rPr sz="1600" spc="-80" dirty="0">
                <a:solidFill>
                  <a:srgbClr val="3C3C3C"/>
                </a:solidFill>
                <a:latin typeface="Trebuchet MS"/>
                <a:cs typeface="Trebuchet MS"/>
              </a:rPr>
              <a:t>rows,</a:t>
            </a:r>
            <a:r>
              <a:rPr sz="1600" spc="-180" dirty="0">
                <a:solidFill>
                  <a:srgbClr val="3C3C3C"/>
                </a:solidFill>
                <a:latin typeface="Trebuchet MS"/>
                <a:cs typeface="Trebuchet MS"/>
              </a:rPr>
              <a:t> </a:t>
            </a:r>
            <a:r>
              <a:rPr sz="1600" spc="-105" dirty="0">
                <a:solidFill>
                  <a:srgbClr val="3C3C3C"/>
                </a:solidFill>
                <a:latin typeface="Trebuchet MS"/>
                <a:cs typeface="Trebuchet MS"/>
              </a:rPr>
              <a:t>the</a:t>
            </a:r>
            <a:r>
              <a:rPr sz="1600" spc="-20" dirty="0">
                <a:solidFill>
                  <a:srgbClr val="3C3C3C"/>
                </a:solidFill>
                <a:latin typeface="Trebuchet MS"/>
                <a:cs typeface="Trebuchet MS"/>
              </a:rPr>
              <a:t> </a:t>
            </a:r>
            <a:r>
              <a:rPr sz="1600" spc="-85" dirty="0">
                <a:solidFill>
                  <a:srgbClr val="3C3C3C"/>
                </a:solidFill>
                <a:latin typeface="Trebuchet MS"/>
                <a:cs typeface="Trebuchet MS"/>
              </a:rPr>
              <a:t>concept</a:t>
            </a:r>
            <a:r>
              <a:rPr sz="1600" dirty="0">
                <a:solidFill>
                  <a:srgbClr val="3C3C3C"/>
                </a:solidFill>
                <a:latin typeface="Trebuchet MS"/>
                <a:cs typeface="Trebuchet MS"/>
              </a:rPr>
              <a:t> </a:t>
            </a:r>
            <a:r>
              <a:rPr sz="1600" spc="-85" dirty="0">
                <a:solidFill>
                  <a:srgbClr val="3C3C3C"/>
                </a:solidFill>
                <a:latin typeface="Trebuchet MS"/>
                <a:cs typeface="Trebuchet MS"/>
              </a:rPr>
              <a:t>of</a:t>
            </a:r>
            <a:r>
              <a:rPr sz="1600" spc="-5" dirty="0">
                <a:solidFill>
                  <a:srgbClr val="3C3C3C"/>
                </a:solidFill>
                <a:latin typeface="Trebuchet MS"/>
                <a:cs typeface="Trebuchet MS"/>
              </a:rPr>
              <a:t> </a:t>
            </a:r>
            <a:r>
              <a:rPr sz="1600" spc="-165" dirty="0">
                <a:solidFill>
                  <a:srgbClr val="3C3C3C"/>
                </a:solidFill>
                <a:latin typeface="Trebuchet MS"/>
                <a:cs typeface="Trebuchet MS"/>
              </a:rPr>
              <a:t>a</a:t>
            </a:r>
            <a:r>
              <a:rPr sz="1600" spc="-15" dirty="0">
                <a:solidFill>
                  <a:srgbClr val="3C3C3C"/>
                </a:solidFill>
                <a:latin typeface="Trebuchet MS"/>
                <a:cs typeface="Trebuchet MS"/>
              </a:rPr>
              <a:t> </a:t>
            </a:r>
            <a:r>
              <a:rPr sz="1600" spc="-25" dirty="0">
                <a:solidFill>
                  <a:srgbClr val="3C3C3C"/>
                </a:solidFill>
                <a:latin typeface="Trebuchet MS"/>
                <a:cs typeface="Trebuchet MS"/>
              </a:rPr>
              <a:t>cursor</a:t>
            </a:r>
            <a:r>
              <a:rPr sz="1600" spc="-5" dirty="0">
                <a:solidFill>
                  <a:srgbClr val="3C3C3C"/>
                </a:solidFill>
                <a:latin typeface="Trebuchet MS"/>
                <a:cs typeface="Trebuchet MS"/>
              </a:rPr>
              <a:t> </a:t>
            </a:r>
            <a:r>
              <a:rPr sz="1600" spc="-95" dirty="0">
                <a:solidFill>
                  <a:srgbClr val="3C3C3C"/>
                </a:solidFill>
                <a:latin typeface="Trebuchet MS"/>
                <a:cs typeface="Trebuchet MS"/>
              </a:rPr>
              <a:t>has</a:t>
            </a:r>
            <a:r>
              <a:rPr sz="1600" spc="-10" dirty="0">
                <a:solidFill>
                  <a:srgbClr val="3C3C3C"/>
                </a:solidFill>
                <a:latin typeface="Trebuchet MS"/>
                <a:cs typeface="Trebuchet MS"/>
              </a:rPr>
              <a:t> </a:t>
            </a:r>
            <a:r>
              <a:rPr sz="1600" spc="-110" dirty="0">
                <a:solidFill>
                  <a:srgbClr val="3C3C3C"/>
                </a:solidFill>
                <a:latin typeface="Trebuchet MS"/>
                <a:cs typeface="Trebuchet MS"/>
              </a:rPr>
              <a:t>been</a:t>
            </a:r>
            <a:r>
              <a:rPr sz="1600" spc="-35" dirty="0">
                <a:solidFill>
                  <a:srgbClr val="3C3C3C"/>
                </a:solidFill>
                <a:latin typeface="Trebuchet MS"/>
                <a:cs typeface="Trebuchet MS"/>
              </a:rPr>
              <a:t> </a:t>
            </a:r>
            <a:r>
              <a:rPr sz="1600" spc="-10" dirty="0">
                <a:solidFill>
                  <a:srgbClr val="3C3C3C"/>
                </a:solidFill>
                <a:latin typeface="Trebuchet MS"/>
                <a:cs typeface="Trebuchet MS"/>
              </a:rPr>
              <a:t>added</a:t>
            </a:r>
            <a:endParaRPr sz="1600">
              <a:latin typeface="Trebuchet MS"/>
              <a:cs typeface="Trebuchet M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6531" y="606551"/>
            <a:ext cx="11299190" cy="1259205"/>
          </a:xfrm>
          <a:prstGeom prst="rect">
            <a:avLst/>
          </a:prstGeom>
          <a:solidFill>
            <a:srgbClr val="1A315F"/>
          </a:solidFill>
        </p:spPr>
        <p:txBody>
          <a:bodyPr vert="horz" wrap="square" lIns="0" tIns="215900" rIns="0" bIns="0" rtlCol="0">
            <a:spAutoFit/>
          </a:bodyPr>
          <a:lstStyle/>
          <a:p>
            <a:pPr>
              <a:lnSpc>
                <a:spcPct val="100000"/>
              </a:lnSpc>
              <a:spcBef>
                <a:spcPts val="1700"/>
              </a:spcBef>
            </a:pPr>
            <a:endParaRPr sz="2800">
              <a:latin typeface="Times New Roman"/>
              <a:cs typeface="Times New Roman"/>
            </a:endParaRPr>
          </a:p>
          <a:p>
            <a:pPr marL="226060">
              <a:lnSpc>
                <a:spcPct val="100000"/>
              </a:lnSpc>
            </a:pPr>
            <a:r>
              <a:rPr sz="2800" spc="95" dirty="0">
                <a:solidFill>
                  <a:srgbClr val="FFFFFF"/>
                </a:solidFill>
              </a:rPr>
              <a:t>QUERYING</a:t>
            </a:r>
            <a:r>
              <a:rPr sz="2800" spc="-20" dirty="0">
                <a:solidFill>
                  <a:srgbClr val="FFFFFF"/>
                </a:solidFill>
              </a:rPr>
              <a:t> </a:t>
            </a:r>
            <a:r>
              <a:rPr sz="2800" dirty="0">
                <a:solidFill>
                  <a:srgbClr val="FFFFFF"/>
                </a:solidFill>
              </a:rPr>
              <a:t>DATA</a:t>
            </a:r>
            <a:r>
              <a:rPr sz="2800" spc="-400" dirty="0">
                <a:solidFill>
                  <a:srgbClr val="FFFFFF"/>
                </a:solidFill>
              </a:rPr>
              <a:t> </a:t>
            </a:r>
            <a:r>
              <a:rPr sz="2800" spc="165" dirty="0">
                <a:solidFill>
                  <a:srgbClr val="FFFFFF"/>
                </a:solidFill>
              </a:rPr>
              <a:t>WITH</a:t>
            </a:r>
            <a:r>
              <a:rPr sz="2800" spc="-20" dirty="0">
                <a:solidFill>
                  <a:srgbClr val="FFFFFF"/>
                </a:solidFill>
              </a:rPr>
              <a:t> </a:t>
            </a:r>
            <a:r>
              <a:rPr sz="2800" dirty="0">
                <a:solidFill>
                  <a:srgbClr val="FFFFFF"/>
                </a:solidFill>
              </a:rPr>
              <a:t>SELECT</a:t>
            </a:r>
            <a:r>
              <a:rPr sz="2800" spc="-15" dirty="0">
                <a:solidFill>
                  <a:srgbClr val="FFFFFF"/>
                </a:solidFill>
              </a:rPr>
              <a:t> </a:t>
            </a:r>
            <a:r>
              <a:rPr sz="2800" spc="120" dirty="0">
                <a:solidFill>
                  <a:srgbClr val="FFFFFF"/>
                </a:solidFill>
              </a:rPr>
              <a:t>INTO</a:t>
            </a:r>
            <a:endParaRPr sz="2800"/>
          </a:p>
        </p:txBody>
      </p:sp>
      <p:sp>
        <p:nvSpPr>
          <p:cNvPr id="3" name="object 3"/>
          <p:cNvSpPr/>
          <p:nvPr/>
        </p:nvSpPr>
        <p:spPr>
          <a:xfrm>
            <a:off x="581405" y="2228850"/>
            <a:ext cx="5953125" cy="3633470"/>
          </a:xfrm>
          <a:custGeom>
            <a:avLst/>
            <a:gdLst/>
            <a:ahLst/>
            <a:cxnLst/>
            <a:rect l="l" t="t" r="r" b="b"/>
            <a:pathLst>
              <a:path w="5953125" h="3633470">
                <a:moveTo>
                  <a:pt x="0" y="3633216"/>
                </a:moveTo>
                <a:lnTo>
                  <a:pt x="5952744" y="3633216"/>
                </a:lnTo>
                <a:lnTo>
                  <a:pt x="5952744" y="0"/>
                </a:lnTo>
                <a:lnTo>
                  <a:pt x="0" y="0"/>
                </a:lnTo>
                <a:lnTo>
                  <a:pt x="0" y="3633216"/>
                </a:lnTo>
                <a:close/>
              </a:path>
            </a:pathLst>
          </a:custGeom>
          <a:ln w="28575">
            <a:solidFill>
              <a:srgbClr val="1A315F"/>
            </a:solidFill>
          </a:ln>
        </p:spPr>
        <p:txBody>
          <a:bodyPr wrap="square" lIns="0" tIns="0" rIns="0" bIns="0" rtlCol="0"/>
          <a:lstStyle/>
          <a:p>
            <a:endParaRPr/>
          </a:p>
        </p:txBody>
      </p:sp>
      <p:graphicFrame>
        <p:nvGraphicFramePr>
          <p:cNvPr id="4" name="object 4"/>
          <p:cNvGraphicFramePr>
            <a:graphicFrameLocks noGrp="1"/>
          </p:cNvGraphicFramePr>
          <p:nvPr/>
        </p:nvGraphicFramePr>
        <p:xfrm>
          <a:off x="640943" y="2534054"/>
          <a:ext cx="5831839" cy="1849120"/>
        </p:xfrm>
        <a:graphic>
          <a:graphicData uri="http://schemas.openxmlformats.org/drawingml/2006/table">
            <a:tbl>
              <a:tblPr firstRow="1" bandRow="1">
                <a:tableStyleId>{2D5ABB26-0587-4C30-8999-92F81FD0307C}</a:tableStyleId>
              </a:tblPr>
              <a:tblGrid>
                <a:gridCol w="792480">
                  <a:extLst>
                    <a:ext uri="{9D8B030D-6E8A-4147-A177-3AD203B41FA5}">
                      <a16:colId xmlns:a16="http://schemas.microsoft.com/office/drawing/2014/main" val="20000"/>
                    </a:ext>
                  </a:extLst>
                </a:gridCol>
                <a:gridCol w="435609">
                  <a:extLst>
                    <a:ext uri="{9D8B030D-6E8A-4147-A177-3AD203B41FA5}">
                      <a16:colId xmlns:a16="http://schemas.microsoft.com/office/drawing/2014/main" val="20001"/>
                    </a:ext>
                  </a:extLst>
                </a:gridCol>
                <a:gridCol w="4603750">
                  <a:extLst>
                    <a:ext uri="{9D8B030D-6E8A-4147-A177-3AD203B41FA5}">
                      <a16:colId xmlns:a16="http://schemas.microsoft.com/office/drawing/2014/main" val="20002"/>
                    </a:ext>
                  </a:extLst>
                </a:gridCol>
              </a:tblGrid>
              <a:tr h="316865">
                <a:tc>
                  <a:txBody>
                    <a:bodyPr/>
                    <a:lstStyle/>
                    <a:p>
                      <a:pPr marL="31750">
                        <a:lnSpc>
                          <a:spcPts val="1695"/>
                        </a:lnSpc>
                      </a:pPr>
                      <a:r>
                        <a:rPr sz="1800" b="1" spc="-10" dirty="0">
                          <a:solidFill>
                            <a:srgbClr val="4590B8"/>
                          </a:solidFill>
                          <a:latin typeface="Consolas"/>
                          <a:cs typeface="Consolas"/>
                        </a:rPr>
                        <a:t>SELECT</a:t>
                      </a:r>
                      <a:endParaRPr sz="1800">
                        <a:latin typeface="Consolas"/>
                        <a:cs typeface="Consolas"/>
                      </a:endParaRPr>
                    </a:p>
                  </a:txBody>
                  <a:tcPr marL="0" marR="0" marT="0" marB="0"/>
                </a:tc>
                <a:tc>
                  <a:txBody>
                    <a:bodyPr/>
                    <a:lstStyle/>
                    <a:p>
                      <a:pPr>
                        <a:lnSpc>
                          <a:spcPct val="100000"/>
                        </a:lnSpc>
                      </a:pPr>
                      <a:endParaRPr sz="1800">
                        <a:latin typeface="Times New Roman"/>
                        <a:cs typeface="Times New Roman"/>
                      </a:endParaRPr>
                    </a:p>
                  </a:txBody>
                  <a:tcPr marL="0" marR="0" marT="0" marB="0"/>
                </a:tc>
                <a:tc>
                  <a:txBody>
                    <a:bodyPr/>
                    <a:lstStyle/>
                    <a:p>
                      <a:pPr marL="184785">
                        <a:lnSpc>
                          <a:spcPts val="1695"/>
                        </a:lnSpc>
                      </a:pPr>
                      <a:r>
                        <a:rPr sz="1800" b="1" spc="-25" dirty="0">
                          <a:solidFill>
                            <a:srgbClr val="3C3C3C"/>
                          </a:solidFill>
                          <a:latin typeface="Consolas"/>
                          <a:cs typeface="Consolas"/>
                        </a:rPr>
                        <a:t>...</a:t>
                      </a:r>
                      <a:endParaRPr sz="1800">
                        <a:latin typeface="Consolas"/>
                        <a:cs typeface="Consolas"/>
                      </a:endParaRPr>
                    </a:p>
                  </a:txBody>
                  <a:tcPr marL="0" marR="0" marT="0" marB="0"/>
                </a:tc>
                <a:extLst>
                  <a:ext uri="{0D108BD9-81ED-4DB2-BD59-A6C34878D82A}">
                    <a16:rowId xmlns:a16="http://schemas.microsoft.com/office/drawing/2014/main" val="10000"/>
                  </a:ext>
                </a:extLst>
              </a:tr>
              <a:tr h="405130">
                <a:tc>
                  <a:txBody>
                    <a:bodyPr/>
                    <a:lstStyle/>
                    <a:p>
                      <a:pPr marL="31750" marR="3175">
                        <a:lnSpc>
                          <a:spcPct val="100000"/>
                        </a:lnSpc>
                        <a:spcBef>
                          <a:spcPts val="229"/>
                        </a:spcBef>
                      </a:pPr>
                      <a:r>
                        <a:rPr sz="1800" b="1" spc="-20" dirty="0">
                          <a:solidFill>
                            <a:srgbClr val="4590B8"/>
                          </a:solidFill>
                          <a:latin typeface="Consolas"/>
                          <a:cs typeface="Consolas"/>
                        </a:rPr>
                        <a:t>INTO</a:t>
                      </a:r>
                      <a:endParaRPr sz="1800">
                        <a:latin typeface="Consolas"/>
                        <a:cs typeface="Consolas"/>
                      </a:endParaRPr>
                    </a:p>
                  </a:txBody>
                  <a:tcPr marL="0" marR="0" marT="29209" marB="0"/>
                </a:tc>
                <a:tc>
                  <a:txBody>
                    <a:bodyPr/>
                    <a:lstStyle/>
                    <a:p>
                      <a:pPr>
                        <a:lnSpc>
                          <a:spcPct val="100000"/>
                        </a:lnSpc>
                      </a:pPr>
                      <a:endParaRPr sz="1800">
                        <a:latin typeface="Times New Roman"/>
                        <a:cs typeface="Times New Roman"/>
                      </a:endParaRPr>
                    </a:p>
                  </a:txBody>
                  <a:tcPr marL="0" marR="0" marT="0" marB="0"/>
                </a:tc>
                <a:tc>
                  <a:txBody>
                    <a:bodyPr/>
                    <a:lstStyle/>
                    <a:p>
                      <a:pPr marL="184785">
                        <a:lnSpc>
                          <a:spcPct val="100000"/>
                        </a:lnSpc>
                        <a:spcBef>
                          <a:spcPts val="229"/>
                        </a:spcBef>
                      </a:pPr>
                      <a:r>
                        <a:rPr sz="1800" b="1" dirty="0">
                          <a:solidFill>
                            <a:srgbClr val="3C3C3C"/>
                          </a:solidFill>
                          <a:latin typeface="Consolas"/>
                          <a:cs typeface="Consolas"/>
                        </a:rPr>
                        <a:t>local_variable,</a:t>
                      </a:r>
                      <a:r>
                        <a:rPr sz="1800" b="1" spc="-105" dirty="0">
                          <a:solidFill>
                            <a:srgbClr val="3C3C3C"/>
                          </a:solidFill>
                          <a:latin typeface="Consolas"/>
                          <a:cs typeface="Consolas"/>
                        </a:rPr>
                        <a:t> </a:t>
                      </a:r>
                      <a:r>
                        <a:rPr sz="1800" b="1" dirty="0">
                          <a:solidFill>
                            <a:srgbClr val="3C3C3C"/>
                          </a:solidFill>
                          <a:latin typeface="Consolas"/>
                          <a:cs typeface="Consolas"/>
                        </a:rPr>
                        <a:t>local_variable,</a:t>
                      </a:r>
                      <a:r>
                        <a:rPr sz="1800" b="1" spc="-95" dirty="0">
                          <a:solidFill>
                            <a:srgbClr val="3C3C3C"/>
                          </a:solidFill>
                          <a:latin typeface="Consolas"/>
                          <a:cs typeface="Consolas"/>
                        </a:rPr>
                        <a:t> </a:t>
                      </a:r>
                      <a:r>
                        <a:rPr sz="1800" b="1" spc="-25" dirty="0">
                          <a:solidFill>
                            <a:srgbClr val="3C3C3C"/>
                          </a:solidFill>
                          <a:latin typeface="Consolas"/>
                          <a:cs typeface="Consolas"/>
                        </a:rPr>
                        <a:t>...</a:t>
                      </a:r>
                      <a:endParaRPr sz="1800">
                        <a:latin typeface="Consolas"/>
                        <a:cs typeface="Consolas"/>
                      </a:endParaRPr>
                    </a:p>
                  </a:txBody>
                  <a:tcPr marL="0" marR="0" marT="29209" marB="0"/>
                </a:tc>
                <a:extLst>
                  <a:ext uri="{0D108BD9-81ED-4DB2-BD59-A6C34878D82A}">
                    <a16:rowId xmlns:a16="http://schemas.microsoft.com/office/drawing/2014/main" val="10001"/>
                  </a:ext>
                </a:extLst>
              </a:tr>
              <a:tr h="405130">
                <a:tc>
                  <a:txBody>
                    <a:bodyPr/>
                    <a:lstStyle/>
                    <a:p>
                      <a:pPr marL="31750" marR="3175">
                        <a:lnSpc>
                          <a:spcPct val="100000"/>
                        </a:lnSpc>
                        <a:spcBef>
                          <a:spcPts val="234"/>
                        </a:spcBef>
                      </a:pPr>
                      <a:r>
                        <a:rPr sz="1800" b="1" spc="-20" dirty="0">
                          <a:solidFill>
                            <a:srgbClr val="959FA7"/>
                          </a:solidFill>
                          <a:latin typeface="Consolas"/>
                          <a:cs typeface="Consolas"/>
                        </a:rPr>
                        <a:t>FROM</a:t>
                      </a:r>
                      <a:endParaRPr sz="1800">
                        <a:latin typeface="Consolas"/>
                        <a:cs typeface="Consolas"/>
                      </a:endParaRPr>
                    </a:p>
                  </a:txBody>
                  <a:tcPr marL="0" marR="0" marT="29844" marB="0"/>
                </a:tc>
                <a:tc>
                  <a:txBody>
                    <a:bodyPr/>
                    <a:lstStyle/>
                    <a:p>
                      <a:pPr>
                        <a:lnSpc>
                          <a:spcPct val="100000"/>
                        </a:lnSpc>
                      </a:pPr>
                      <a:endParaRPr sz="1800">
                        <a:latin typeface="Times New Roman"/>
                        <a:cs typeface="Times New Roman"/>
                      </a:endParaRPr>
                    </a:p>
                  </a:txBody>
                  <a:tcPr marL="0" marR="0" marT="0" marB="0"/>
                </a:tc>
                <a:tc>
                  <a:txBody>
                    <a:bodyPr/>
                    <a:lstStyle/>
                    <a:p>
                      <a:pPr marL="184785">
                        <a:lnSpc>
                          <a:spcPct val="100000"/>
                        </a:lnSpc>
                        <a:spcBef>
                          <a:spcPts val="234"/>
                        </a:spcBef>
                      </a:pPr>
                      <a:r>
                        <a:rPr sz="1800" b="1" spc="-25" dirty="0">
                          <a:solidFill>
                            <a:srgbClr val="3C3C3C"/>
                          </a:solidFill>
                          <a:latin typeface="Consolas"/>
                          <a:cs typeface="Consolas"/>
                        </a:rPr>
                        <a:t>...</a:t>
                      </a:r>
                      <a:endParaRPr sz="1800">
                        <a:latin typeface="Consolas"/>
                        <a:cs typeface="Consolas"/>
                      </a:endParaRPr>
                    </a:p>
                  </a:txBody>
                  <a:tcPr marL="0" marR="0" marT="29844" marB="0"/>
                </a:tc>
                <a:extLst>
                  <a:ext uri="{0D108BD9-81ED-4DB2-BD59-A6C34878D82A}">
                    <a16:rowId xmlns:a16="http://schemas.microsoft.com/office/drawing/2014/main" val="10002"/>
                  </a:ext>
                </a:extLst>
              </a:tr>
              <a:tr h="405130">
                <a:tc>
                  <a:txBody>
                    <a:bodyPr/>
                    <a:lstStyle/>
                    <a:p>
                      <a:pPr marL="31750" marR="3175">
                        <a:lnSpc>
                          <a:spcPct val="100000"/>
                        </a:lnSpc>
                        <a:spcBef>
                          <a:spcPts val="229"/>
                        </a:spcBef>
                      </a:pPr>
                      <a:r>
                        <a:rPr sz="1800" b="1" spc="-10" dirty="0">
                          <a:solidFill>
                            <a:srgbClr val="959FA7"/>
                          </a:solidFill>
                          <a:latin typeface="Consolas"/>
                          <a:cs typeface="Consolas"/>
                        </a:rPr>
                        <a:t>WHERE</a:t>
                      </a:r>
                      <a:endParaRPr sz="1800">
                        <a:latin typeface="Consolas"/>
                        <a:cs typeface="Consolas"/>
                      </a:endParaRPr>
                    </a:p>
                  </a:txBody>
                  <a:tcPr marL="0" marR="0" marT="29209" marB="0"/>
                </a:tc>
                <a:tc>
                  <a:txBody>
                    <a:bodyPr/>
                    <a:lstStyle/>
                    <a:p>
                      <a:pPr>
                        <a:lnSpc>
                          <a:spcPct val="100000"/>
                        </a:lnSpc>
                      </a:pPr>
                      <a:endParaRPr sz="1800">
                        <a:latin typeface="Times New Roman"/>
                        <a:cs typeface="Times New Roman"/>
                      </a:endParaRPr>
                    </a:p>
                  </a:txBody>
                  <a:tcPr marL="0" marR="0" marT="0" marB="0"/>
                </a:tc>
                <a:tc>
                  <a:txBody>
                    <a:bodyPr/>
                    <a:lstStyle/>
                    <a:p>
                      <a:pPr marL="184785">
                        <a:lnSpc>
                          <a:spcPct val="100000"/>
                        </a:lnSpc>
                        <a:spcBef>
                          <a:spcPts val="229"/>
                        </a:spcBef>
                      </a:pPr>
                      <a:r>
                        <a:rPr sz="1800" b="1" spc="-25" dirty="0">
                          <a:solidFill>
                            <a:srgbClr val="3C3C3C"/>
                          </a:solidFill>
                          <a:latin typeface="Consolas"/>
                          <a:cs typeface="Consolas"/>
                        </a:rPr>
                        <a:t>...</a:t>
                      </a:r>
                      <a:endParaRPr sz="1800">
                        <a:latin typeface="Consolas"/>
                        <a:cs typeface="Consolas"/>
                      </a:endParaRPr>
                    </a:p>
                  </a:txBody>
                  <a:tcPr marL="0" marR="0" marT="29209" marB="0"/>
                </a:tc>
                <a:extLst>
                  <a:ext uri="{0D108BD9-81ED-4DB2-BD59-A6C34878D82A}">
                    <a16:rowId xmlns:a16="http://schemas.microsoft.com/office/drawing/2014/main" val="10003"/>
                  </a:ext>
                </a:extLst>
              </a:tr>
              <a:tr h="316865">
                <a:tc>
                  <a:txBody>
                    <a:bodyPr/>
                    <a:lstStyle/>
                    <a:p>
                      <a:pPr marL="31750" marR="3175">
                        <a:lnSpc>
                          <a:spcPct val="100000"/>
                        </a:lnSpc>
                        <a:spcBef>
                          <a:spcPts val="229"/>
                        </a:spcBef>
                      </a:pPr>
                      <a:r>
                        <a:rPr sz="1800" b="1" spc="-10" dirty="0">
                          <a:solidFill>
                            <a:srgbClr val="959FA7"/>
                          </a:solidFill>
                          <a:latin typeface="Consolas"/>
                          <a:cs typeface="Consolas"/>
                        </a:rPr>
                        <a:t>GROUP</a:t>
                      </a:r>
                      <a:endParaRPr sz="1800">
                        <a:latin typeface="Consolas"/>
                        <a:cs typeface="Consolas"/>
                      </a:endParaRPr>
                    </a:p>
                  </a:txBody>
                  <a:tcPr marL="0" marR="0" marT="29209" marB="0"/>
                </a:tc>
                <a:tc>
                  <a:txBody>
                    <a:bodyPr/>
                    <a:lstStyle/>
                    <a:p>
                      <a:pPr>
                        <a:lnSpc>
                          <a:spcPct val="100000"/>
                        </a:lnSpc>
                        <a:spcBef>
                          <a:spcPts val="229"/>
                        </a:spcBef>
                      </a:pPr>
                      <a:r>
                        <a:rPr sz="1800" b="1" spc="-25" dirty="0">
                          <a:solidFill>
                            <a:srgbClr val="959FA7"/>
                          </a:solidFill>
                          <a:latin typeface="Consolas"/>
                          <a:cs typeface="Consolas"/>
                        </a:rPr>
                        <a:t>BY</a:t>
                      </a:r>
                      <a:endParaRPr sz="1800">
                        <a:latin typeface="Consolas"/>
                        <a:cs typeface="Consolas"/>
                      </a:endParaRPr>
                    </a:p>
                  </a:txBody>
                  <a:tcPr marL="0" marR="0" marT="29209" marB="0"/>
                </a:tc>
                <a:tc>
                  <a:txBody>
                    <a:bodyPr/>
                    <a:lstStyle/>
                    <a:p>
                      <a:pPr marL="184785">
                        <a:lnSpc>
                          <a:spcPct val="100000"/>
                        </a:lnSpc>
                        <a:spcBef>
                          <a:spcPts val="229"/>
                        </a:spcBef>
                      </a:pPr>
                      <a:r>
                        <a:rPr sz="1800" b="1" spc="-25" dirty="0">
                          <a:solidFill>
                            <a:srgbClr val="3C3C3C"/>
                          </a:solidFill>
                          <a:latin typeface="Consolas"/>
                          <a:cs typeface="Consolas"/>
                        </a:rPr>
                        <a:t>...</a:t>
                      </a:r>
                      <a:endParaRPr sz="1800">
                        <a:latin typeface="Consolas"/>
                        <a:cs typeface="Consolas"/>
                      </a:endParaRPr>
                    </a:p>
                  </a:txBody>
                  <a:tcPr marL="0" marR="0" marT="29209" marB="0"/>
                </a:tc>
                <a:extLst>
                  <a:ext uri="{0D108BD9-81ED-4DB2-BD59-A6C34878D82A}">
                    <a16:rowId xmlns:a16="http://schemas.microsoft.com/office/drawing/2014/main" val="10004"/>
                  </a:ext>
                </a:extLst>
              </a:tr>
            </a:tbl>
          </a:graphicData>
        </a:graphic>
      </p:graphicFrame>
      <p:sp>
        <p:nvSpPr>
          <p:cNvPr id="5" name="object 5"/>
          <p:cNvSpPr txBox="1"/>
          <p:nvPr/>
        </p:nvSpPr>
        <p:spPr>
          <a:xfrm>
            <a:off x="659993" y="4359021"/>
            <a:ext cx="1898014" cy="1242060"/>
          </a:xfrm>
          <a:prstGeom prst="rect">
            <a:avLst/>
          </a:prstGeom>
        </p:spPr>
        <p:txBody>
          <a:bodyPr vert="horz" wrap="square" lIns="0" tIns="143510" rIns="0" bIns="0" rtlCol="0">
            <a:spAutoFit/>
          </a:bodyPr>
          <a:lstStyle/>
          <a:p>
            <a:pPr marL="12700">
              <a:lnSpc>
                <a:spcPct val="100000"/>
              </a:lnSpc>
              <a:spcBef>
                <a:spcPts val="1130"/>
              </a:spcBef>
              <a:tabLst>
                <a:tab pos="1384300" algn="l"/>
              </a:tabLst>
            </a:pPr>
            <a:r>
              <a:rPr sz="1800" b="1" spc="-10" dirty="0">
                <a:solidFill>
                  <a:srgbClr val="959FA7"/>
                </a:solidFill>
                <a:latin typeface="Consolas"/>
                <a:cs typeface="Consolas"/>
              </a:rPr>
              <a:t>HAVING</a:t>
            </a:r>
            <a:r>
              <a:rPr sz="1800" b="1" dirty="0">
                <a:solidFill>
                  <a:srgbClr val="959FA7"/>
                </a:solidFill>
                <a:latin typeface="Consolas"/>
                <a:cs typeface="Consolas"/>
              </a:rPr>
              <a:t>	</a:t>
            </a:r>
            <a:r>
              <a:rPr sz="1800" b="1" spc="-25" dirty="0">
                <a:solidFill>
                  <a:srgbClr val="3C3C3C"/>
                </a:solidFill>
                <a:latin typeface="Consolas"/>
                <a:cs typeface="Consolas"/>
              </a:rPr>
              <a:t>...</a:t>
            </a:r>
            <a:endParaRPr sz="1800">
              <a:latin typeface="Consolas"/>
              <a:cs typeface="Consolas"/>
            </a:endParaRPr>
          </a:p>
          <a:p>
            <a:pPr marL="12700">
              <a:lnSpc>
                <a:spcPct val="100000"/>
              </a:lnSpc>
              <a:spcBef>
                <a:spcPts val="1030"/>
              </a:spcBef>
              <a:tabLst>
                <a:tab pos="1384300" algn="l"/>
              </a:tabLst>
            </a:pPr>
            <a:r>
              <a:rPr sz="1800" b="1" dirty="0">
                <a:solidFill>
                  <a:srgbClr val="959FA7"/>
                </a:solidFill>
                <a:latin typeface="Consolas"/>
                <a:cs typeface="Consolas"/>
              </a:rPr>
              <a:t>ORDER</a:t>
            </a:r>
            <a:r>
              <a:rPr sz="1800" b="1" spc="-25" dirty="0">
                <a:solidFill>
                  <a:srgbClr val="959FA7"/>
                </a:solidFill>
                <a:latin typeface="Consolas"/>
                <a:cs typeface="Consolas"/>
              </a:rPr>
              <a:t> BY</a:t>
            </a:r>
            <a:r>
              <a:rPr sz="1800" b="1" dirty="0">
                <a:solidFill>
                  <a:srgbClr val="959FA7"/>
                </a:solidFill>
                <a:latin typeface="Consolas"/>
                <a:cs typeface="Consolas"/>
              </a:rPr>
              <a:t>	</a:t>
            </a:r>
            <a:r>
              <a:rPr sz="1800" b="1" spc="-25" dirty="0">
                <a:solidFill>
                  <a:srgbClr val="3C3C3C"/>
                </a:solidFill>
                <a:latin typeface="Consolas"/>
                <a:cs typeface="Consolas"/>
              </a:rPr>
              <a:t>...</a:t>
            </a:r>
            <a:endParaRPr sz="1800">
              <a:latin typeface="Consolas"/>
              <a:cs typeface="Consolas"/>
            </a:endParaRPr>
          </a:p>
          <a:p>
            <a:pPr marL="12700">
              <a:lnSpc>
                <a:spcPct val="100000"/>
              </a:lnSpc>
              <a:spcBef>
                <a:spcPts val="1035"/>
              </a:spcBef>
              <a:tabLst>
                <a:tab pos="1384300" algn="l"/>
              </a:tabLst>
            </a:pPr>
            <a:r>
              <a:rPr sz="1800" b="1" spc="-10" dirty="0">
                <a:solidFill>
                  <a:srgbClr val="959FA7"/>
                </a:solidFill>
                <a:latin typeface="Consolas"/>
                <a:cs typeface="Consolas"/>
              </a:rPr>
              <a:t>LIMIT</a:t>
            </a:r>
            <a:r>
              <a:rPr sz="1800" b="1" dirty="0">
                <a:solidFill>
                  <a:srgbClr val="959FA7"/>
                </a:solidFill>
                <a:latin typeface="Consolas"/>
                <a:cs typeface="Consolas"/>
              </a:rPr>
              <a:t>	</a:t>
            </a:r>
            <a:r>
              <a:rPr sz="1800" b="1" spc="-20" dirty="0">
                <a:solidFill>
                  <a:srgbClr val="3C3C3C"/>
                </a:solidFill>
                <a:latin typeface="Consolas"/>
                <a:cs typeface="Consolas"/>
              </a:rPr>
              <a:t>...</a:t>
            </a:r>
            <a:r>
              <a:rPr sz="1800" b="1" spc="-20" dirty="0">
                <a:solidFill>
                  <a:srgbClr val="4590B8"/>
                </a:solidFill>
                <a:latin typeface="Consolas"/>
                <a:cs typeface="Consolas"/>
              </a:rPr>
              <a:t>;</a:t>
            </a:r>
            <a:endParaRPr sz="1800">
              <a:latin typeface="Consolas"/>
              <a:cs typeface="Consolas"/>
            </a:endParaRPr>
          </a:p>
        </p:txBody>
      </p:sp>
      <p:sp>
        <p:nvSpPr>
          <p:cNvPr id="6" name="object 6"/>
          <p:cNvSpPr txBox="1"/>
          <p:nvPr/>
        </p:nvSpPr>
        <p:spPr>
          <a:xfrm>
            <a:off x="6766052" y="2526538"/>
            <a:ext cx="4767580" cy="1659889"/>
          </a:xfrm>
          <a:prstGeom prst="rect">
            <a:avLst/>
          </a:prstGeom>
        </p:spPr>
        <p:txBody>
          <a:bodyPr vert="horz" wrap="square" lIns="0" tIns="12700" rIns="0" bIns="0" rtlCol="0">
            <a:spAutoFit/>
          </a:bodyPr>
          <a:lstStyle/>
          <a:p>
            <a:pPr marL="318770" indent="-306070">
              <a:lnSpc>
                <a:spcPct val="100000"/>
              </a:lnSpc>
              <a:spcBef>
                <a:spcPts val="100"/>
              </a:spcBef>
              <a:buClr>
                <a:srgbClr val="4590B8"/>
              </a:buClr>
              <a:buSzPct val="91666"/>
              <a:buFont typeface="Cambria"/>
              <a:buChar char="◾"/>
              <a:tabLst>
                <a:tab pos="318770" algn="l"/>
              </a:tabLst>
            </a:pPr>
            <a:r>
              <a:rPr sz="1800" dirty="0">
                <a:solidFill>
                  <a:srgbClr val="3C3C3C"/>
                </a:solidFill>
                <a:latin typeface="Trebuchet MS"/>
                <a:cs typeface="Trebuchet MS"/>
              </a:rPr>
              <a:t>In</a:t>
            </a:r>
            <a:r>
              <a:rPr sz="1800" spc="105" dirty="0">
                <a:solidFill>
                  <a:srgbClr val="3C3C3C"/>
                </a:solidFill>
                <a:latin typeface="Trebuchet MS"/>
                <a:cs typeface="Trebuchet MS"/>
              </a:rPr>
              <a:t> </a:t>
            </a:r>
            <a:r>
              <a:rPr sz="1800" spc="-25" dirty="0">
                <a:solidFill>
                  <a:srgbClr val="3C3C3C"/>
                </a:solidFill>
                <a:latin typeface="Trebuchet MS"/>
                <a:cs typeface="Trebuchet MS"/>
              </a:rPr>
              <a:t>the</a:t>
            </a:r>
            <a:r>
              <a:rPr sz="1800" spc="95" dirty="0">
                <a:solidFill>
                  <a:srgbClr val="3C3C3C"/>
                </a:solidFill>
                <a:latin typeface="Trebuchet MS"/>
                <a:cs typeface="Trebuchet MS"/>
              </a:rPr>
              <a:t> INTO</a:t>
            </a:r>
            <a:r>
              <a:rPr sz="1800" spc="110" dirty="0">
                <a:solidFill>
                  <a:srgbClr val="3C3C3C"/>
                </a:solidFill>
                <a:latin typeface="Trebuchet MS"/>
                <a:cs typeface="Trebuchet MS"/>
              </a:rPr>
              <a:t> </a:t>
            </a:r>
            <a:r>
              <a:rPr sz="1800" spc="-114" dirty="0">
                <a:solidFill>
                  <a:srgbClr val="3C3C3C"/>
                </a:solidFill>
                <a:latin typeface="Trebuchet MS"/>
                <a:cs typeface="Trebuchet MS"/>
              </a:rPr>
              <a:t>clause,</a:t>
            </a:r>
            <a:r>
              <a:rPr sz="1800" spc="-20" dirty="0">
                <a:solidFill>
                  <a:srgbClr val="3C3C3C"/>
                </a:solidFill>
                <a:latin typeface="Trebuchet MS"/>
                <a:cs typeface="Trebuchet MS"/>
              </a:rPr>
              <a:t> </a:t>
            </a:r>
            <a:r>
              <a:rPr sz="1800" dirty="0">
                <a:solidFill>
                  <a:srgbClr val="3C3C3C"/>
                </a:solidFill>
                <a:latin typeface="Trebuchet MS"/>
                <a:cs typeface="Trebuchet MS"/>
              </a:rPr>
              <a:t>we</a:t>
            </a:r>
            <a:r>
              <a:rPr sz="1800" spc="110" dirty="0">
                <a:solidFill>
                  <a:srgbClr val="3C3C3C"/>
                </a:solidFill>
                <a:latin typeface="Trebuchet MS"/>
                <a:cs typeface="Trebuchet MS"/>
              </a:rPr>
              <a:t> </a:t>
            </a:r>
            <a:r>
              <a:rPr sz="1800" spc="-80" dirty="0">
                <a:solidFill>
                  <a:srgbClr val="3C3C3C"/>
                </a:solidFill>
                <a:latin typeface="Trebuchet MS"/>
                <a:cs typeface="Trebuchet MS"/>
              </a:rPr>
              <a:t>specify</a:t>
            </a:r>
            <a:r>
              <a:rPr sz="1800" spc="105" dirty="0">
                <a:solidFill>
                  <a:srgbClr val="3C3C3C"/>
                </a:solidFill>
                <a:latin typeface="Trebuchet MS"/>
                <a:cs typeface="Trebuchet MS"/>
              </a:rPr>
              <a:t> </a:t>
            </a:r>
            <a:r>
              <a:rPr sz="1800" spc="-25" dirty="0">
                <a:solidFill>
                  <a:srgbClr val="3C3C3C"/>
                </a:solidFill>
                <a:latin typeface="Trebuchet MS"/>
                <a:cs typeface="Trebuchet MS"/>
              </a:rPr>
              <a:t>the</a:t>
            </a:r>
            <a:r>
              <a:rPr sz="1800" spc="105" dirty="0">
                <a:solidFill>
                  <a:srgbClr val="3C3C3C"/>
                </a:solidFill>
                <a:latin typeface="Trebuchet MS"/>
                <a:cs typeface="Trebuchet MS"/>
              </a:rPr>
              <a:t> </a:t>
            </a:r>
            <a:r>
              <a:rPr sz="1800" spc="-65" dirty="0">
                <a:solidFill>
                  <a:srgbClr val="3C3C3C"/>
                </a:solidFill>
                <a:latin typeface="Trebuchet MS"/>
                <a:cs typeface="Trebuchet MS"/>
              </a:rPr>
              <a:t>names</a:t>
            </a:r>
            <a:r>
              <a:rPr sz="1800" spc="100" dirty="0">
                <a:solidFill>
                  <a:srgbClr val="3C3C3C"/>
                </a:solidFill>
                <a:latin typeface="Trebuchet MS"/>
                <a:cs typeface="Trebuchet MS"/>
              </a:rPr>
              <a:t> </a:t>
            </a:r>
            <a:r>
              <a:rPr sz="1800" spc="-25" dirty="0">
                <a:solidFill>
                  <a:srgbClr val="3C3C3C"/>
                </a:solidFill>
                <a:latin typeface="Trebuchet MS"/>
                <a:cs typeface="Trebuchet MS"/>
              </a:rPr>
              <a:t>of</a:t>
            </a:r>
            <a:endParaRPr sz="1800">
              <a:latin typeface="Trebuchet MS"/>
              <a:cs typeface="Trebuchet MS"/>
            </a:endParaRPr>
          </a:p>
          <a:p>
            <a:pPr marL="318770">
              <a:lnSpc>
                <a:spcPct val="100000"/>
              </a:lnSpc>
            </a:pPr>
            <a:r>
              <a:rPr sz="1800" spc="-10" dirty="0">
                <a:solidFill>
                  <a:srgbClr val="3C3C3C"/>
                </a:solidFill>
                <a:latin typeface="Trebuchet MS"/>
                <a:cs typeface="Trebuchet MS"/>
              </a:rPr>
              <a:t>variables</a:t>
            </a:r>
            <a:endParaRPr sz="1800">
              <a:latin typeface="Trebuchet MS"/>
              <a:cs typeface="Trebuchet MS"/>
            </a:endParaRPr>
          </a:p>
          <a:p>
            <a:pPr>
              <a:lnSpc>
                <a:spcPct val="100000"/>
              </a:lnSpc>
            </a:pPr>
            <a:endParaRPr sz="1800">
              <a:latin typeface="Trebuchet MS"/>
              <a:cs typeface="Trebuchet MS"/>
            </a:endParaRPr>
          </a:p>
          <a:p>
            <a:pPr>
              <a:lnSpc>
                <a:spcPct val="100000"/>
              </a:lnSpc>
              <a:spcBef>
                <a:spcPts val="45"/>
              </a:spcBef>
            </a:pPr>
            <a:endParaRPr sz="1800">
              <a:latin typeface="Trebuchet MS"/>
              <a:cs typeface="Trebuchet MS"/>
            </a:endParaRPr>
          </a:p>
          <a:p>
            <a:pPr marL="318770" marR="5080" indent="-306705">
              <a:lnSpc>
                <a:spcPct val="100000"/>
              </a:lnSpc>
              <a:buClr>
                <a:srgbClr val="4590B8"/>
              </a:buClr>
              <a:buSzPct val="91666"/>
              <a:buFont typeface="Cambria"/>
              <a:buChar char="◾"/>
              <a:tabLst>
                <a:tab pos="318770" algn="l"/>
              </a:tabLst>
            </a:pPr>
            <a:r>
              <a:rPr sz="1800" dirty="0">
                <a:solidFill>
                  <a:srgbClr val="3C3C3C"/>
                </a:solidFill>
                <a:latin typeface="Trebuchet MS"/>
                <a:cs typeface="Trebuchet MS"/>
              </a:rPr>
              <a:t>For</a:t>
            </a:r>
            <a:r>
              <a:rPr sz="1800" spc="155" dirty="0">
                <a:solidFill>
                  <a:srgbClr val="3C3C3C"/>
                </a:solidFill>
                <a:latin typeface="Trebuchet MS"/>
                <a:cs typeface="Trebuchet MS"/>
              </a:rPr>
              <a:t> </a:t>
            </a:r>
            <a:r>
              <a:rPr sz="1800" spc="-55" dirty="0">
                <a:solidFill>
                  <a:srgbClr val="3C3C3C"/>
                </a:solidFill>
                <a:latin typeface="Trebuchet MS"/>
                <a:cs typeface="Trebuchet MS"/>
              </a:rPr>
              <a:t>each</a:t>
            </a:r>
            <a:r>
              <a:rPr sz="1800" spc="155" dirty="0">
                <a:solidFill>
                  <a:srgbClr val="3C3C3C"/>
                </a:solidFill>
                <a:latin typeface="Trebuchet MS"/>
                <a:cs typeface="Trebuchet MS"/>
              </a:rPr>
              <a:t> </a:t>
            </a:r>
            <a:r>
              <a:rPr sz="1800" spc="-45" dirty="0">
                <a:solidFill>
                  <a:srgbClr val="3C3C3C"/>
                </a:solidFill>
                <a:latin typeface="Trebuchet MS"/>
                <a:cs typeface="Trebuchet MS"/>
              </a:rPr>
              <a:t>expression</a:t>
            </a:r>
            <a:r>
              <a:rPr sz="1800" spc="160" dirty="0">
                <a:solidFill>
                  <a:srgbClr val="3C3C3C"/>
                </a:solidFill>
                <a:latin typeface="Trebuchet MS"/>
                <a:cs typeface="Trebuchet MS"/>
              </a:rPr>
              <a:t> </a:t>
            </a:r>
            <a:r>
              <a:rPr sz="1800" dirty="0">
                <a:solidFill>
                  <a:srgbClr val="3C3C3C"/>
                </a:solidFill>
                <a:latin typeface="Trebuchet MS"/>
                <a:cs typeface="Trebuchet MS"/>
              </a:rPr>
              <a:t>in</a:t>
            </a:r>
            <a:r>
              <a:rPr sz="1800" spc="165" dirty="0">
                <a:solidFill>
                  <a:srgbClr val="3C3C3C"/>
                </a:solidFill>
                <a:latin typeface="Trebuchet MS"/>
                <a:cs typeface="Trebuchet MS"/>
              </a:rPr>
              <a:t> </a:t>
            </a:r>
            <a:r>
              <a:rPr sz="1800" spc="-20" dirty="0">
                <a:solidFill>
                  <a:srgbClr val="3C3C3C"/>
                </a:solidFill>
                <a:latin typeface="Trebuchet MS"/>
                <a:cs typeface="Trebuchet MS"/>
              </a:rPr>
              <a:t>the</a:t>
            </a:r>
            <a:r>
              <a:rPr sz="1800" spc="160" dirty="0">
                <a:solidFill>
                  <a:srgbClr val="3C3C3C"/>
                </a:solidFill>
                <a:latin typeface="Trebuchet MS"/>
                <a:cs typeface="Trebuchet MS"/>
              </a:rPr>
              <a:t> </a:t>
            </a:r>
            <a:r>
              <a:rPr sz="1800" dirty="0">
                <a:solidFill>
                  <a:srgbClr val="3C3C3C"/>
                </a:solidFill>
                <a:latin typeface="Trebuchet MS"/>
                <a:cs typeface="Trebuchet MS"/>
              </a:rPr>
              <a:t>SELECT</a:t>
            </a:r>
            <a:r>
              <a:rPr sz="1800" spc="165" dirty="0">
                <a:solidFill>
                  <a:srgbClr val="3C3C3C"/>
                </a:solidFill>
                <a:latin typeface="Trebuchet MS"/>
                <a:cs typeface="Trebuchet MS"/>
              </a:rPr>
              <a:t> </a:t>
            </a:r>
            <a:r>
              <a:rPr sz="1800" spc="-105" dirty="0">
                <a:solidFill>
                  <a:srgbClr val="3C3C3C"/>
                </a:solidFill>
                <a:latin typeface="Trebuchet MS"/>
                <a:cs typeface="Trebuchet MS"/>
              </a:rPr>
              <a:t>clause,</a:t>
            </a:r>
            <a:r>
              <a:rPr sz="1800" spc="15" dirty="0">
                <a:solidFill>
                  <a:srgbClr val="3C3C3C"/>
                </a:solidFill>
                <a:latin typeface="Trebuchet MS"/>
                <a:cs typeface="Trebuchet MS"/>
              </a:rPr>
              <a:t> </a:t>
            </a:r>
            <a:r>
              <a:rPr sz="1800" spc="-50" dirty="0">
                <a:solidFill>
                  <a:srgbClr val="3C3C3C"/>
                </a:solidFill>
                <a:latin typeface="Trebuchet MS"/>
                <a:cs typeface="Trebuchet MS"/>
              </a:rPr>
              <a:t>a </a:t>
            </a:r>
            <a:r>
              <a:rPr sz="1800" spc="-130" dirty="0">
                <a:solidFill>
                  <a:srgbClr val="3C3C3C"/>
                </a:solidFill>
                <a:latin typeface="Trebuchet MS"/>
                <a:cs typeface="Trebuchet MS"/>
              </a:rPr>
              <a:t>variable</a:t>
            </a:r>
            <a:r>
              <a:rPr sz="1800" spc="-20" dirty="0">
                <a:solidFill>
                  <a:srgbClr val="3C3C3C"/>
                </a:solidFill>
                <a:latin typeface="Trebuchet MS"/>
                <a:cs typeface="Trebuchet MS"/>
              </a:rPr>
              <a:t> </a:t>
            </a:r>
            <a:r>
              <a:rPr sz="1800" spc="-100" dirty="0">
                <a:solidFill>
                  <a:srgbClr val="3C3C3C"/>
                </a:solidFill>
                <a:latin typeface="Trebuchet MS"/>
                <a:cs typeface="Trebuchet MS"/>
              </a:rPr>
              <a:t>must</a:t>
            </a:r>
            <a:r>
              <a:rPr sz="1800" spc="-25" dirty="0">
                <a:solidFill>
                  <a:srgbClr val="3C3C3C"/>
                </a:solidFill>
                <a:latin typeface="Trebuchet MS"/>
                <a:cs typeface="Trebuchet MS"/>
              </a:rPr>
              <a:t> </a:t>
            </a:r>
            <a:r>
              <a:rPr sz="1800" spc="-125" dirty="0">
                <a:solidFill>
                  <a:srgbClr val="3C3C3C"/>
                </a:solidFill>
                <a:latin typeface="Trebuchet MS"/>
                <a:cs typeface="Trebuchet MS"/>
              </a:rPr>
              <a:t>be</a:t>
            </a:r>
            <a:r>
              <a:rPr sz="1800" spc="-5" dirty="0">
                <a:solidFill>
                  <a:srgbClr val="3C3C3C"/>
                </a:solidFill>
                <a:latin typeface="Trebuchet MS"/>
                <a:cs typeface="Trebuchet MS"/>
              </a:rPr>
              <a:t> </a:t>
            </a:r>
            <a:r>
              <a:rPr sz="1800" spc="-10" dirty="0">
                <a:solidFill>
                  <a:srgbClr val="3C3C3C"/>
                </a:solidFill>
                <a:latin typeface="Trebuchet MS"/>
                <a:cs typeface="Trebuchet MS"/>
              </a:rPr>
              <a:t>specified</a:t>
            </a:r>
            <a:endParaRPr sz="1800">
              <a:latin typeface="Trebuchet MS"/>
              <a:cs typeface="Trebuchet MS"/>
            </a:endParaRPr>
          </a:p>
        </p:txBody>
      </p:sp>
      <p:sp>
        <p:nvSpPr>
          <p:cNvPr id="7" name="object 7"/>
          <p:cNvSpPr txBox="1"/>
          <p:nvPr/>
        </p:nvSpPr>
        <p:spPr>
          <a:xfrm>
            <a:off x="6766052" y="4697348"/>
            <a:ext cx="4789805" cy="848360"/>
          </a:xfrm>
          <a:prstGeom prst="rect">
            <a:avLst/>
          </a:prstGeom>
        </p:spPr>
        <p:txBody>
          <a:bodyPr vert="horz" wrap="square" lIns="0" tIns="12700" rIns="0" bIns="0" rtlCol="0">
            <a:spAutoFit/>
          </a:bodyPr>
          <a:lstStyle/>
          <a:p>
            <a:pPr marL="317500" marR="5080" indent="-305435" algn="just">
              <a:lnSpc>
                <a:spcPct val="100000"/>
              </a:lnSpc>
              <a:spcBef>
                <a:spcPts val="100"/>
              </a:spcBef>
              <a:buClr>
                <a:srgbClr val="4590B8"/>
              </a:buClr>
              <a:buSzPct val="91666"/>
              <a:buFont typeface="Cambria"/>
              <a:buChar char="◾"/>
              <a:tabLst>
                <a:tab pos="318770" algn="l"/>
              </a:tabLst>
            </a:pPr>
            <a:r>
              <a:rPr sz="1800" spc="-20" dirty="0">
                <a:solidFill>
                  <a:srgbClr val="3C3C3C"/>
                </a:solidFill>
                <a:latin typeface="Trebuchet MS"/>
                <a:cs typeface="Trebuchet MS"/>
              </a:rPr>
              <a:t>After</a:t>
            </a:r>
            <a:r>
              <a:rPr sz="1800" spc="10" dirty="0">
                <a:solidFill>
                  <a:srgbClr val="3C3C3C"/>
                </a:solidFill>
                <a:latin typeface="Trebuchet MS"/>
                <a:cs typeface="Trebuchet MS"/>
              </a:rPr>
              <a:t> </a:t>
            </a:r>
            <a:r>
              <a:rPr sz="1800" spc="-60" dirty="0">
                <a:solidFill>
                  <a:srgbClr val="3C3C3C"/>
                </a:solidFill>
                <a:latin typeface="Trebuchet MS"/>
                <a:cs typeface="Trebuchet MS"/>
              </a:rPr>
              <a:t>processing</a:t>
            </a:r>
            <a:r>
              <a:rPr sz="1800" spc="10" dirty="0">
                <a:solidFill>
                  <a:srgbClr val="3C3C3C"/>
                </a:solidFill>
                <a:latin typeface="Trebuchet MS"/>
                <a:cs typeface="Trebuchet MS"/>
              </a:rPr>
              <a:t> </a:t>
            </a:r>
            <a:r>
              <a:rPr sz="1800" spc="-45" dirty="0">
                <a:solidFill>
                  <a:srgbClr val="3C3C3C"/>
                </a:solidFill>
                <a:latin typeface="Trebuchet MS"/>
                <a:cs typeface="Trebuchet MS"/>
              </a:rPr>
              <a:t>the</a:t>
            </a:r>
            <a:r>
              <a:rPr sz="1800" spc="15" dirty="0">
                <a:solidFill>
                  <a:srgbClr val="3C3C3C"/>
                </a:solidFill>
                <a:latin typeface="Trebuchet MS"/>
                <a:cs typeface="Trebuchet MS"/>
              </a:rPr>
              <a:t> </a:t>
            </a:r>
            <a:r>
              <a:rPr sz="1800" dirty="0">
                <a:solidFill>
                  <a:srgbClr val="3C3C3C"/>
                </a:solidFill>
                <a:latin typeface="Trebuchet MS"/>
                <a:cs typeface="Trebuchet MS"/>
              </a:rPr>
              <a:t>SELECT</a:t>
            </a:r>
            <a:r>
              <a:rPr sz="1800" spc="25" dirty="0">
                <a:solidFill>
                  <a:srgbClr val="3C3C3C"/>
                </a:solidFill>
                <a:latin typeface="Trebuchet MS"/>
                <a:cs typeface="Trebuchet MS"/>
              </a:rPr>
              <a:t> </a:t>
            </a:r>
            <a:r>
              <a:rPr sz="1800" spc="90" dirty="0">
                <a:solidFill>
                  <a:srgbClr val="3C3C3C"/>
                </a:solidFill>
                <a:latin typeface="Trebuchet MS"/>
                <a:cs typeface="Trebuchet MS"/>
              </a:rPr>
              <a:t>INTO</a:t>
            </a:r>
            <a:r>
              <a:rPr sz="1800" spc="10" dirty="0">
                <a:solidFill>
                  <a:srgbClr val="3C3C3C"/>
                </a:solidFill>
                <a:latin typeface="Trebuchet MS"/>
                <a:cs typeface="Trebuchet MS"/>
              </a:rPr>
              <a:t> </a:t>
            </a:r>
            <a:r>
              <a:rPr sz="1800" spc="-114" dirty="0">
                <a:solidFill>
                  <a:srgbClr val="3C3C3C"/>
                </a:solidFill>
                <a:latin typeface="Trebuchet MS"/>
                <a:cs typeface="Trebuchet MS"/>
              </a:rPr>
              <a:t>statement, 	</a:t>
            </a:r>
            <a:r>
              <a:rPr sz="1800" dirty="0">
                <a:solidFill>
                  <a:srgbClr val="3C3C3C"/>
                </a:solidFill>
                <a:latin typeface="Trebuchet MS"/>
                <a:cs typeface="Trebuchet MS"/>
              </a:rPr>
              <a:t>the</a:t>
            </a:r>
            <a:r>
              <a:rPr sz="1800" spc="-25" dirty="0">
                <a:solidFill>
                  <a:srgbClr val="3C3C3C"/>
                </a:solidFill>
                <a:latin typeface="Trebuchet MS"/>
                <a:cs typeface="Trebuchet MS"/>
              </a:rPr>
              <a:t> </a:t>
            </a:r>
            <a:r>
              <a:rPr sz="1800" spc="-55" dirty="0">
                <a:solidFill>
                  <a:srgbClr val="3C3C3C"/>
                </a:solidFill>
                <a:latin typeface="Trebuchet MS"/>
                <a:cs typeface="Trebuchet MS"/>
              </a:rPr>
              <a:t>values</a:t>
            </a:r>
            <a:r>
              <a:rPr sz="1800" spc="-25" dirty="0">
                <a:solidFill>
                  <a:srgbClr val="3C3C3C"/>
                </a:solidFill>
                <a:latin typeface="Trebuchet MS"/>
                <a:cs typeface="Trebuchet MS"/>
              </a:rPr>
              <a:t> </a:t>
            </a:r>
            <a:r>
              <a:rPr sz="1800" dirty="0">
                <a:solidFill>
                  <a:srgbClr val="3C3C3C"/>
                </a:solidFill>
                <a:latin typeface="Trebuchet MS"/>
                <a:cs typeface="Trebuchet MS"/>
              </a:rPr>
              <a:t>of</a:t>
            </a:r>
            <a:r>
              <a:rPr sz="1800" spc="-20" dirty="0">
                <a:solidFill>
                  <a:srgbClr val="3C3C3C"/>
                </a:solidFill>
                <a:latin typeface="Trebuchet MS"/>
                <a:cs typeface="Trebuchet MS"/>
              </a:rPr>
              <a:t> </a:t>
            </a:r>
            <a:r>
              <a:rPr sz="1800" spc="-25" dirty="0">
                <a:solidFill>
                  <a:srgbClr val="3C3C3C"/>
                </a:solidFill>
                <a:latin typeface="Trebuchet MS"/>
                <a:cs typeface="Trebuchet MS"/>
              </a:rPr>
              <a:t>that</a:t>
            </a:r>
            <a:r>
              <a:rPr sz="1800" spc="-20" dirty="0">
                <a:solidFill>
                  <a:srgbClr val="3C3C3C"/>
                </a:solidFill>
                <a:latin typeface="Trebuchet MS"/>
                <a:cs typeface="Trebuchet MS"/>
              </a:rPr>
              <a:t> </a:t>
            </a:r>
            <a:r>
              <a:rPr sz="1800" spc="-30" dirty="0">
                <a:solidFill>
                  <a:srgbClr val="3C3C3C"/>
                </a:solidFill>
                <a:latin typeface="Trebuchet MS"/>
                <a:cs typeface="Trebuchet MS"/>
              </a:rPr>
              <a:t>expression </a:t>
            </a:r>
            <a:r>
              <a:rPr sz="1800" dirty="0">
                <a:solidFill>
                  <a:srgbClr val="3C3C3C"/>
                </a:solidFill>
                <a:latin typeface="Trebuchet MS"/>
                <a:cs typeface="Trebuchet MS"/>
              </a:rPr>
              <a:t>are</a:t>
            </a:r>
            <a:r>
              <a:rPr sz="1800" spc="-25" dirty="0">
                <a:solidFill>
                  <a:srgbClr val="3C3C3C"/>
                </a:solidFill>
                <a:latin typeface="Trebuchet MS"/>
                <a:cs typeface="Trebuchet MS"/>
              </a:rPr>
              <a:t> </a:t>
            </a:r>
            <a:r>
              <a:rPr sz="1800" spc="-60" dirty="0">
                <a:solidFill>
                  <a:srgbClr val="3C3C3C"/>
                </a:solidFill>
                <a:latin typeface="Trebuchet MS"/>
                <a:cs typeface="Trebuchet MS"/>
              </a:rPr>
              <a:t>assigned</a:t>
            </a:r>
            <a:r>
              <a:rPr sz="1800" spc="-30" dirty="0">
                <a:solidFill>
                  <a:srgbClr val="3C3C3C"/>
                </a:solidFill>
                <a:latin typeface="Trebuchet MS"/>
                <a:cs typeface="Trebuchet MS"/>
              </a:rPr>
              <a:t> </a:t>
            </a:r>
            <a:r>
              <a:rPr sz="1800" spc="-25" dirty="0">
                <a:solidFill>
                  <a:srgbClr val="3C3C3C"/>
                </a:solidFill>
                <a:latin typeface="Trebuchet MS"/>
                <a:cs typeface="Trebuchet MS"/>
              </a:rPr>
              <a:t>to 	</a:t>
            </a:r>
            <a:r>
              <a:rPr sz="1800" spc="-120" dirty="0">
                <a:solidFill>
                  <a:srgbClr val="3C3C3C"/>
                </a:solidFill>
                <a:latin typeface="Trebuchet MS"/>
                <a:cs typeface="Trebuchet MS"/>
              </a:rPr>
              <a:t>the</a:t>
            </a:r>
            <a:r>
              <a:rPr sz="1800" spc="-30" dirty="0">
                <a:solidFill>
                  <a:srgbClr val="3C3C3C"/>
                </a:solidFill>
                <a:latin typeface="Trebuchet MS"/>
                <a:cs typeface="Trebuchet MS"/>
              </a:rPr>
              <a:t> </a:t>
            </a:r>
            <a:r>
              <a:rPr sz="1800" spc="-10" dirty="0">
                <a:solidFill>
                  <a:srgbClr val="3C3C3C"/>
                </a:solidFill>
                <a:latin typeface="Trebuchet MS"/>
                <a:cs typeface="Trebuchet MS"/>
              </a:rPr>
              <a:t>variables</a:t>
            </a:r>
            <a:endParaRPr sz="1800">
              <a:latin typeface="Trebuchet MS"/>
              <a:cs typeface="Trebuchet M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1A315F"/>
          </a:solidFill>
        </p:spPr>
        <p:txBody>
          <a:bodyPr vert="horz" wrap="square" lIns="0" tIns="206375" rIns="0" bIns="0" rtlCol="0">
            <a:spAutoFit/>
          </a:bodyPr>
          <a:lstStyle/>
          <a:p>
            <a:pPr>
              <a:lnSpc>
                <a:spcPct val="100000"/>
              </a:lnSpc>
              <a:spcBef>
                <a:spcPts val="1625"/>
              </a:spcBef>
            </a:pPr>
            <a:endParaRPr sz="2800">
              <a:latin typeface="Times New Roman"/>
              <a:cs typeface="Times New Roman"/>
            </a:endParaRPr>
          </a:p>
          <a:p>
            <a:pPr marL="231775">
              <a:lnSpc>
                <a:spcPct val="100000"/>
              </a:lnSpc>
            </a:pPr>
            <a:r>
              <a:rPr sz="2800" spc="95" dirty="0">
                <a:solidFill>
                  <a:srgbClr val="FFFFFF"/>
                </a:solidFill>
              </a:rPr>
              <a:t>QUERYING</a:t>
            </a:r>
            <a:r>
              <a:rPr sz="2800" spc="-20" dirty="0">
                <a:solidFill>
                  <a:srgbClr val="FFFFFF"/>
                </a:solidFill>
              </a:rPr>
              <a:t> </a:t>
            </a:r>
            <a:r>
              <a:rPr sz="2800" dirty="0">
                <a:solidFill>
                  <a:srgbClr val="FFFFFF"/>
                </a:solidFill>
              </a:rPr>
              <a:t>DATA</a:t>
            </a:r>
            <a:r>
              <a:rPr sz="2800" spc="-400" dirty="0">
                <a:solidFill>
                  <a:srgbClr val="FFFFFF"/>
                </a:solidFill>
              </a:rPr>
              <a:t> </a:t>
            </a:r>
            <a:r>
              <a:rPr sz="2800" spc="165" dirty="0">
                <a:solidFill>
                  <a:srgbClr val="FFFFFF"/>
                </a:solidFill>
              </a:rPr>
              <a:t>WITH</a:t>
            </a:r>
            <a:r>
              <a:rPr sz="2800" spc="-20" dirty="0">
                <a:solidFill>
                  <a:srgbClr val="FFFFFF"/>
                </a:solidFill>
              </a:rPr>
              <a:t> </a:t>
            </a:r>
            <a:r>
              <a:rPr sz="2800" dirty="0">
                <a:solidFill>
                  <a:srgbClr val="FFFFFF"/>
                </a:solidFill>
              </a:rPr>
              <a:t>SELECT</a:t>
            </a:r>
            <a:r>
              <a:rPr sz="2800" spc="-15" dirty="0">
                <a:solidFill>
                  <a:srgbClr val="FFFFFF"/>
                </a:solidFill>
              </a:rPr>
              <a:t> </a:t>
            </a:r>
            <a:r>
              <a:rPr sz="2800" spc="120" dirty="0">
                <a:solidFill>
                  <a:srgbClr val="FFFFFF"/>
                </a:solidFill>
              </a:rPr>
              <a:t>INTO</a:t>
            </a:r>
            <a:endParaRPr sz="2800"/>
          </a:p>
        </p:txBody>
      </p:sp>
      <p:sp>
        <p:nvSpPr>
          <p:cNvPr id="3" name="object 3"/>
          <p:cNvSpPr txBox="1"/>
          <p:nvPr/>
        </p:nvSpPr>
        <p:spPr>
          <a:xfrm>
            <a:off x="659993" y="2360167"/>
            <a:ext cx="6975475" cy="3293745"/>
          </a:xfrm>
          <a:prstGeom prst="rect">
            <a:avLst/>
          </a:prstGeom>
        </p:spPr>
        <p:txBody>
          <a:bodyPr vert="horz" wrap="square" lIns="0" tIns="12700" rIns="0" bIns="0" rtlCol="0">
            <a:spAutoFit/>
          </a:bodyPr>
          <a:lstStyle/>
          <a:p>
            <a:pPr marL="318770" marR="5080" indent="-306705">
              <a:lnSpc>
                <a:spcPct val="100000"/>
              </a:lnSpc>
              <a:spcBef>
                <a:spcPts val="100"/>
              </a:spcBef>
              <a:buSzPct val="91666"/>
              <a:buFont typeface="Cambria"/>
              <a:buChar char="◾"/>
              <a:tabLst>
                <a:tab pos="318770" algn="l"/>
              </a:tabLst>
            </a:pPr>
            <a:r>
              <a:rPr sz="1800" b="1" dirty="0">
                <a:solidFill>
                  <a:srgbClr val="4590B8"/>
                </a:solidFill>
                <a:latin typeface="Consolas"/>
                <a:cs typeface="Consolas"/>
              </a:rPr>
              <a:t>CREATE</a:t>
            </a:r>
            <a:r>
              <a:rPr sz="1800" b="1" spc="-40" dirty="0">
                <a:solidFill>
                  <a:srgbClr val="4590B8"/>
                </a:solidFill>
                <a:latin typeface="Consolas"/>
                <a:cs typeface="Consolas"/>
              </a:rPr>
              <a:t> </a:t>
            </a:r>
            <a:r>
              <a:rPr sz="1800" b="1" dirty="0">
                <a:solidFill>
                  <a:srgbClr val="4590B8"/>
                </a:solidFill>
                <a:latin typeface="Consolas"/>
                <a:cs typeface="Consolas"/>
              </a:rPr>
              <a:t>PROCEDURE</a:t>
            </a:r>
            <a:r>
              <a:rPr sz="1800" b="1" spc="-20" dirty="0">
                <a:solidFill>
                  <a:srgbClr val="4590B8"/>
                </a:solidFill>
                <a:latin typeface="Consolas"/>
                <a:cs typeface="Consolas"/>
              </a:rPr>
              <a:t> </a:t>
            </a:r>
            <a:r>
              <a:rPr sz="1800" b="1" dirty="0">
                <a:solidFill>
                  <a:srgbClr val="3C3C3C"/>
                </a:solidFill>
                <a:latin typeface="Consolas"/>
                <a:cs typeface="Consolas"/>
              </a:rPr>
              <a:t>count_actors</a:t>
            </a:r>
            <a:r>
              <a:rPr sz="1800" b="1" spc="-25" dirty="0">
                <a:solidFill>
                  <a:srgbClr val="3C3C3C"/>
                </a:solidFill>
                <a:latin typeface="Consolas"/>
                <a:cs typeface="Consolas"/>
              </a:rPr>
              <a:t> </a:t>
            </a:r>
            <a:r>
              <a:rPr sz="1800" b="1" dirty="0">
                <a:solidFill>
                  <a:srgbClr val="4590B8"/>
                </a:solidFill>
                <a:latin typeface="Consolas"/>
                <a:cs typeface="Consolas"/>
              </a:rPr>
              <a:t>(</a:t>
            </a:r>
            <a:r>
              <a:rPr sz="1800" b="1" spc="-20" dirty="0">
                <a:solidFill>
                  <a:srgbClr val="4590B8"/>
                </a:solidFill>
                <a:latin typeface="Consolas"/>
                <a:cs typeface="Consolas"/>
              </a:rPr>
              <a:t> </a:t>
            </a:r>
            <a:r>
              <a:rPr sz="1800" b="1" dirty="0">
                <a:solidFill>
                  <a:srgbClr val="3C3C3C"/>
                </a:solidFill>
                <a:latin typeface="Consolas"/>
                <a:cs typeface="Consolas"/>
              </a:rPr>
              <a:t>OUT</a:t>
            </a:r>
            <a:r>
              <a:rPr sz="1800" b="1" spc="-30" dirty="0">
                <a:solidFill>
                  <a:srgbClr val="3C3C3C"/>
                </a:solidFill>
                <a:latin typeface="Consolas"/>
                <a:cs typeface="Consolas"/>
              </a:rPr>
              <a:t> </a:t>
            </a:r>
            <a:r>
              <a:rPr sz="1800" b="1" dirty="0">
                <a:solidFill>
                  <a:srgbClr val="3C3C3C"/>
                </a:solidFill>
                <a:latin typeface="Consolas"/>
                <a:cs typeface="Consolas"/>
              </a:rPr>
              <a:t>counter</a:t>
            </a:r>
            <a:r>
              <a:rPr sz="1800" b="1" spc="-25" dirty="0">
                <a:solidFill>
                  <a:srgbClr val="3C3C3C"/>
                </a:solidFill>
                <a:latin typeface="Consolas"/>
                <a:cs typeface="Consolas"/>
              </a:rPr>
              <a:t> </a:t>
            </a:r>
            <a:r>
              <a:rPr sz="1800" b="1" dirty="0">
                <a:solidFill>
                  <a:srgbClr val="3C3C3C"/>
                </a:solidFill>
                <a:latin typeface="Consolas"/>
                <a:cs typeface="Consolas"/>
              </a:rPr>
              <a:t>INTEGER</a:t>
            </a:r>
            <a:r>
              <a:rPr sz="1800" b="1" spc="-30" dirty="0">
                <a:solidFill>
                  <a:srgbClr val="3C3C3C"/>
                </a:solidFill>
                <a:latin typeface="Consolas"/>
                <a:cs typeface="Consolas"/>
              </a:rPr>
              <a:t> </a:t>
            </a:r>
            <a:r>
              <a:rPr sz="1800" b="1" spc="-50" dirty="0">
                <a:solidFill>
                  <a:srgbClr val="4590B8"/>
                </a:solidFill>
                <a:latin typeface="Consolas"/>
                <a:cs typeface="Consolas"/>
              </a:rPr>
              <a:t>) </a:t>
            </a:r>
            <a:r>
              <a:rPr sz="1800" b="1" spc="-10" dirty="0">
                <a:solidFill>
                  <a:srgbClr val="4590B8"/>
                </a:solidFill>
                <a:latin typeface="Consolas"/>
                <a:cs typeface="Consolas"/>
              </a:rPr>
              <a:t>BEGIN</a:t>
            </a:r>
            <a:endParaRPr sz="1800">
              <a:latin typeface="Consolas"/>
              <a:cs typeface="Consolas"/>
            </a:endParaRPr>
          </a:p>
          <a:p>
            <a:pPr marL="693420">
              <a:lnSpc>
                <a:spcPct val="100000"/>
              </a:lnSpc>
            </a:pPr>
            <a:r>
              <a:rPr sz="1800" b="1" dirty="0">
                <a:solidFill>
                  <a:srgbClr val="3C3C3C"/>
                </a:solidFill>
                <a:latin typeface="Consolas"/>
                <a:cs typeface="Consolas"/>
              </a:rPr>
              <a:t>SELECT</a:t>
            </a:r>
            <a:r>
              <a:rPr sz="1800" b="1" spc="-30" dirty="0">
                <a:solidFill>
                  <a:srgbClr val="3C3C3C"/>
                </a:solidFill>
                <a:latin typeface="Consolas"/>
                <a:cs typeface="Consolas"/>
              </a:rPr>
              <a:t> </a:t>
            </a:r>
            <a:r>
              <a:rPr sz="1800" b="1" spc="-10" dirty="0">
                <a:solidFill>
                  <a:srgbClr val="3C3C3C"/>
                </a:solidFill>
                <a:latin typeface="Consolas"/>
                <a:cs typeface="Consolas"/>
              </a:rPr>
              <a:t>COUNT(*)</a:t>
            </a:r>
            <a:endParaRPr sz="1800">
              <a:latin typeface="Consolas"/>
              <a:cs typeface="Consolas"/>
            </a:endParaRPr>
          </a:p>
          <a:p>
            <a:pPr marL="693420" marR="4768215">
              <a:lnSpc>
                <a:spcPct val="100000"/>
              </a:lnSpc>
            </a:pPr>
            <a:r>
              <a:rPr sz="1800" b="1" dirty="0">
                <a:solidFill>
                  <a:srgbClr val="3C3C3C"/>
                </a:solidFill>
                <a:latin typeface="Consolas"/>
                <a:cs typeface="Consolas"/>
              </a:rPr>
              <a:t>INTO</a:t>
            </a:r>
            <a:r>
              <a:rPr sz="1800" b="1" spc="-15" dirty="0">
                <a:solidFill>
                  <a:srgbClr val="3C3C3C"/>
                </a:solidFill>
                <a:latin typeface="Consolas"/>
                <a:cs typeface="Consolas"/>
              </a:rPr>
              <a:t> </a:t>
            </a:r>
            <a:r>
              <a:rPr sz="1800" b="1" spc="-10" dirty="0">
                <a:solidFill>
                  <a:srgbClr val="3C3C3C"/>
                </a:solidFill>
                <a:latin typeface="Consolas"/>
                <a:cs typeface="Consolas"/>
              </a:rPr>
              <a:t>counter </a:t>
            </a:r>
            <a:r>
              <a:rPr sz="1800" b="1" dirty="0">
                <a:solidFill>
                  <a:srgbClr val="3C3C3C"/>
                </a:solidFill>
                <a:latin typeface="Consolas"/>
                <a:cs typeface="Consolas"/>
              </a:rPr>
              <a:t>FROM</a:t>
            </a:r>
            <a:r>
              <a:rPr sz="1800" b="1" spc="-15" dirty="0">
                <a:solidFill>
                  <a:srgbClr val="3C3C3C"/>
                </a:solidFill>
                <a:latin typeface="Consolas"/>
                <a:cs typeface="Consolas"/>
              </a:rPr>
              <a:t> </a:t>
            </a:r>
            <a:r>
              <a:rPr sz="1800" b="1" spc="-10" dirty="0">
                <a:solidFill>
                  <a:srgbClr val="3C3C3C"/>
                </a:solidFill>
                <a:latin typeface="Consolas"/>
                <a:cs typeface="Consolas"/>
              </a:rPr>
              <a:t>actors;</a:t>
            </a:r>
            <a:endParaRPr sz="1800">
              <a:latin typeface="Consolas"/>
              <a:cs typeface="Consolas"/>
            </a:endParaRPr>
          </a:p>
          <a:p>
            <a:pPr marL="318770">
              <a:lnSpc>
                <a:spcPct val="100000"/>
              </a:lnSpc>
            </a:pPr>
            <a:r>
              <a:rPr sz="1800" b="1" spc="-25" dirty="0">
                <a:solidFill>
                  <a:srgbClr val="4590B8"/>
                </a:solidFill>
                <a:latin typeface="Consolas"/>
                <a:cs typeface="Consolas"/>
              </a:rPr>
              <a:t>END</a:t>
            </a:r>
            <a:endParaRPr sz="1800">
              <a:latin typeface="Consolas"/>
              <a:cs typeface="Consolas"/>
            </a:endParaRPr>
          </a:p>
          <a:p>
            <a:pPr>
              <a:lnSpc>
                <a:spcPct val="100000"/>
              </a:lnSpc>
            </a:pPr>
            <a:endParaRPr sz="1800">
              <a:latin typeface="Consolas"/>
              <a:cs typeface="Consolas"/>
            </a:endParaRPr>
          </a:p>
          <a:p>
            <a:pPr>
              <a:lnSpc>
                <a:spcPct val="100000"/>
              </a:lnSpc>
              <a:spcBef>
                <a:spcPts val="10"/>
              </a:spcBef>
            </a:pPr>
            <a:endParaRPr sz="1800">
              <a:latin typeface="Consolas"/>
              <a:cs typeface="Consolas"/>
            </a:endParaRPr>
          </a:p>
          <a:p>
            <a:pPr marL="318770" indent="-306070">
              <a:lnSpc>
                <a:spcPct val="100000"/>
              </a:lnSpc>
              <a:buSzPct val="91666"/>
              <a:buFont typeface="Cambria"/>
              <a:buChar char="◾"/>
              <a:tabLst>
                <a:tab pos="318770" algn="l"/>
              </a:tabLst>
            </a:pPr>
            <a:r>
              <a:rPr sz="1800" b="1" dirty="0">
                <a:solidFill>
                  <a:srgbClr val="4590B8"/>
                </a:solidFill>
                <a:latin typeface="Consolas"/>
                <a:cs typeface="Consolas"/>
              </a:rPr>
              <a:t>CALL</a:t>
            </a:r>
            <a:r>
              <a:rPr sz="1800" b="1" spc="-50" dirty="0">
                <a:solidFill>
                  <a:srgbClr val="4590B8"/>
                </a:solidFill>
                <a:latin typeface="Consolas"/>
                <a:cs typeface="Consolas"/>
              </a:rPr>
              <a:t> </a:t>
            </a:r>
            <a:r>
              <a:rPr sz="1800" b="1" dirty="0">
                <a:solidFill>
                  <a:srgbClr val="3C3C3C"/>
                </a:solidFill>
                <a:latin typeface="Consolas"/>
                <a:cs typeface="Consolas"/>
              </a:rPr>
              <a:t>count_actors</a:t>
            </a:r>
            <a:r>
              <a:rPr sz="1800" b="1" spc="-35" dirty="0">
                <a:solidFill>
                  <a:srgbClr val="3C3C3C"/>
                </a:solidFill>
                <a:latin typeface="Consolas"/>
                <a:cs typeface="Consolas"/>
              </a:rPr>
              <a:t> </a:t>
            </a:r>
            <a:r>
              <a:rPr sz="1800" b="1" spc="-10" dirty="0">
                <a:solidFill>
                  <a:srgbClr val="4590B8"/>
                </a:solidFill>
                <a:latin typeface="Consolas"/>
                <a:cs typeface="Consolas"/>
              </a:rPr>
              <a:t>(</a:t>
            </a:r>
            <a:r>
              <a:rPr sz="1800" b="1" spc="-10" dirty="0">
                <a:solidFill>
                  <a:srgbClr val="3C3C3C"/>
                </a:solidFill>
                <a:latin typeface="Consolas"/>
                <a:cs typeface="Consolas"/>
              </a:rPr>
              <a:t>@number_of_actors</a:t>
            </a:r>
            <a:r>
              <a:rPr sz="1800" b="1" spc="-10" dirty="0">
                <a:solidFill>
                  <a:srgbClr val="4590B8"/>
                </a:solidFill>
                <a:latin typeface="Consolas"/>
                <a:cs typeface="Consolas"/>
              </a:rPr>
              <a:t>);</a:t>
            </a:r>
            <a:endParaRPr sz="1800">
              <a:latin typeface="Consolas"/>
              <a:cs typeface="Consolas"/>
            </a:endParaRPr>
          </a:p>
          <a:p>
            <a:pPr>
              <a:lnSpc>
                <a:spcPct val="100000"/>
              </a:lnSpc>
              <a:buClr>
                <a:srgbClr val="4590B8"/>
              </a:buClr>
              <a:buFont typeface="Cambria"/>
              <a:buChar char="◾"/>
            </a:pPr>
            <a:endParaRPr sz="1800">
              <a:latin typeface="Consolas"/>
              <a:cs typeface="Consolas"/>
            </a:endParaRPr>
          </a:p>
          <a:p>
            <a:pPr>
              <a:lnSpc>
                <a:spcPct val="100000"/>
              </a:lnSpc>
              <a:spcBef>
                <a:spcPts val="5"/>
              </a:spcBef>
              <a:buClr>
                <a:srgbClr val="4590B8"/>
              </a:buClr>
              <a:buFont typeface="Cambria"/>
              <a:buChar char="◾"/>
            </a:pPr>
            <a:endParaRPr sz="1800">
              <a:latin typeface="Consolas"/>
              <a:cs typeface="Consolas"/>
            </a:endParaRPr>
          </a:p>
          <a:p>
            <a:pPr marL="318770" indent="-306070">
              <a:lnSpc>
                <a:spcPct val="100000"/>
              </a:lnSpc>
              <a:spcBef>
                <a:spcPts val="5"/>
              </a:spcBef>
              <a:buSzPct val="91666"/>
              <a:buFont typeface="Cambria"/>
              <a:buChar char="◾"/>
              <a:tabLst>
                <a:tab pos="318770" algn="l"/>
              </a:tabLst>
            </a:pPr>
            <a:r>
              <a:rPr sz="1800" b="1" dirty="0">
                <a:solidFill>
                  <a:srgbClr val="4590B8"/>
                </a:solidFill>
                <a:latin typeface="Consolas"/>
                <a:cs typeface="Consolas"/>
              </a:rPr>
              <a:t>SELECT</a:t>
            </a:r>
            <a:r>
              <a:rPr sz="1800" b="1" spc="-50" dirty="0">
                <a:solidFill>
                  <a:srgbClr val="4590B8"/>
                </a:solidFill>
                <a:latin typeface="Consolas"/>
                <a:cs typeface="Consolas"/>
              </a:rPr>
              <a:t> </a:t>
            </a:r>
            <a:r>
              <a:rPr sz="1800" b="1" spc="-10" dirty="0">
                <a:solidFill>
                  <a:srgbClr val="3C3C3C"/>
                </a:solidFill>
                <a:latin typeface="Consolas"/>
                <a:cs typeface="Consolas"/>
              </a:rPr>
              <a:t>@number_of_actors</a:t>
            </a:r>
            <a:r>
              <a:rPr sz="1800" b="1" spc="-10" dirty="0">
                <a:solidFill>
                  <a:srgbClr val="4590B8"/>
                </a:solidFill>
                <a:latin typeface="Consolas"/>
                <a:cs typeface="Consolas"/>
              </a:rPr>
              <a:t>;</a:t>
            </a:r>
            <a:endParaRPr sz="1800">
              <a:latin typeface="Consolas"/>
              <a:cs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1A315F"/>
          </a:solidFill>
        </p:spPr>
        <p:txBody>
          <a:bodyPr vert="horz" wrap="square" lIns="0" tIns="206375" rIns="0" bIns="0" rtlCol="0">
            <a:spAutoFit/>
          </a:bodyPr>
          <a:lstStyle/>
          <a:p>
            <a:pPr>
              <a:lnSpc>
                <a:spcPct val="100000"/>
              </a:lnSpc>
              <a:spcBef>
                <a:spcPts val="1625"/>
              </a:spcBef>
            </a:pPr>
            <a:endParaRPr sz="2800">
              <a:latin typeface="Times New Roman"/>
              <a:cs typeface="Times New Roman"/>
            </a:endParaRPr>
          </a:p>
          <a:p>
            <a:pPr marL="231775">
              <a:lnSpc>
                <a:spcPct val="100000"/>
              </a:lnSpc>
            </a:pPr>
            <a:r>
              <a:rPr sz="2800" spc="110" dirty="0">
                <a:solidFill>
                  <a:srgbClr val="FFFFFF"/>
                </a:solidFill>
              </a:rPr>
              <a:t>REMOVING</a:t>
            </a:r>
            <a:r>
              <a:rPr sz="2800" spc="-65" dirty="0">
                <a:solidFill>
                  <a:srgbClr val="FFFFFF"/>
                </a:solidFill>
              </a:rPr>
              <a:t> </a:t>
            </a:r>
            <a:r>
              <a:rPr sz="2800" spc="85" dirty="0">
                <a:solidFill>
                  <a:srgbClr val="FFFFFF"/>
                </a:solidFill>
              </a:rPr>
              <a:t>STORED</a:t>
            </a:r>
            <a:r>
              <a:rPr sz="2800" spc="-85" dirty="0">
                <a:solidFill>
                  <a:srgbClr val="FFFFFF"/>
                </a:solidFill>
              </a:rPr>
              <a:t> </a:t>
            </a:r>
            <a:r>
              <a:rPr sz="2800" spc="65" dirty="0">
                <a:solidFill>
                  <a:srgbClr val="FFFFFF"/>
                </a:solidFill>
              </a:rPr>
              <a:t>PROCEDURES</a:t>
            </a:r>
            <a:endParaRPr sz="2800"/>
          </a:p>
        </p:txBody>
      </p:sp>
      <p:sp>
        <p:nvSpPr>
          <p:cNvPr id="3" name="object 3"/>
          <p:cNvSpPr txBox="1"/>
          <p:nvPr/>
        </p:nvSpPr>
        <p:spPr>
          <a:xfrm>
            <a:off x="659993" y="3050540"/>
            <a:ext cx="8712835" cy="299720"/>
          </a:xfrm>
          <a:prstGeom prst="rect">
            <a:avLst/>
          </a:prstGeom>
        </p:spPr>
        <p:txBody>
          <a:bodyPr vert="horz" wrap="square" lIns="0" tIns="12700" rIns="0" bIns="0" rtlCol="0">
            <a:spAutoFit/>
          </a:bodyPr>
          <a:lstStyle/>
          <a:p>
            <a:pPr marL="318770" indent="-306070">
              <a:lnSpc>
                <a:spcPct val="100000"/>
              </a:lnSpc>
              <a:spcBef>
                <a:spcPts val="100"/>
              </a:spcBef>
              <a:buClr>
                <a:srgbClr val="4590B8"/>
              </a:buClr>
              <a:buSzPct val="91666"/>
              <a:buFont typeface="Cambria"/>
              <a:buChar char="◾"/>
              <a:tabLst>
                <a:tab pos="318770" algn="l"/>
              </a:tabLst>
            </a:pPr>
            <a:r>
              <a:rPr sz="1800" spc="-65" dirty="0">
                <a:solidFill>
                  <a:srgbClr val="3C3C3C"/>
                </a:solidFill>
                <a:latin typeface="Trebuchet MS"/>
                <a:cs typeface="Trebuchet MS"/>
              </a:rPr>
              <a:t>Stored</a:t>
            </a:r>
            <a:r>
              <a:rPr sz="1800" spc="-35" dirty="0">
                <a:solidFill>
                  <a:srgbClr val="3C3C3C"/>
                </a:solidFill>
                <a:latin typeface="Trebuchet MS"/>
                <a:cs typeface="Trebuchet MS"/>
              </a:rPr>
              <a:t> </a:t>
            </a:r>
            <a:r>
              <a:rPr sz="1800" spc="-75" dirty="0">
                <a:solidFill>
                  <a:srgbClr val="3C3C3C"/>
                </a:solidFill>
                <a:latin typeface="Trebuchet MS"/>
                <a:cs typeface="Trebuchet MS"/>
              </a:rPr>
              <a:t>procedures</a:t>
            </a:r>
            <a:r>
              <a:rPr sz="1800" spc="-25" dirty="0">
                <a:solidFill>
                  <a:srgbClr val="3C3C3C"/>
                </a:solidFill>
                <a:latin typeface="Trebuchet MS"/>
                <a:cs typeface="Trebuchet MS"/>
              </a:rPr>
              <a:t> </a:t>
            </a:r>
            <a:r>
              <a:rPr sz="1800" spc="-140" dirty="0">
                <a:solidFill>
                  <a:srgbClr val="3C3C3C"/>
                </a:solidFill>
                <a:latin typeface="Trebuchet MS"/>
                <a:cs typeface="Trebuchet MS"/>
              </a:rPr>
              <a:t>can</a:t>
            </a:r>
            <a:r>
              <a:rPr sz="1800" spc="-30" dirty="0">
                <a:solidFill>
                  <a:srgbClr val="3C3C3C"/>
                </a:solidFill>
                <a:latin typeface="Trebuchet MS"/>
                <a:cs typeface="Trebuchet MS"/>
              </a:rPr>
              <a:t> </a:t>
            </a:r>
            <a:r>
              <a:rPr sz="1800" spc="-120" dirty="0">
                <a:solidFill>
                  <a:srgbClr val="3C3C3C"/>
                </a:solidFill>
                <a:latin typeface="Trebuchet MS"/>
                <a:cs typeface="Trebuchet MS"/>
              </a:rPr>
              <a:t>be</a:t>
            </a:r>
            <a:r>
              <a:rPr sz="1800" spc="-25" dirty="0">
                <a:solidFill>
                  <a:srgbClr val="3C3C3C"/>
                </a:solidFill>
                <a:latin typeface="Trebuchet MS"/>
                <a:cs typeface="Trebuchet MS"/>
              </a:rPr>
              <a:t> </a:t>
            </a:r>
            <a:r>
              <a:rPr sz="1800" spc="-95" dirty="0">
                <a:solidFill>
                  <a:srgbClr val="3C3C3C"/>
                </a:solidFill>
                <a:latin typeface="Trebuchet MS"/>
                <a:cs typeface="Trebuchet MS"/>
              </a:rPr>
              <a:t>removed</a:t>
            </a:r>
            <a:r>
              <a:rPr sz="1800" spc="-45" dirty="0">
                <a:solidFill>
                  <a:srgbClr val="3C3C3C"/>
                </a:solidFill>
                <a:latin typeface="Trebuchet MS"/>
                <a:cs typeface="Trebuchet MS"/>
              </a:rPr>
              <a:t> </a:t>
            </a:r>
            <a:r>
              <a:rPr sz="1800" spc="-95" dirty="0">
                <a:solidFill>
                  <a:srgbClr val="3C3C3C"/>
                </a:solidFill>
                <a:latin typeface="Trebuchet MS"/>
                <a:cs typeface="Trebuchet MS"/>
              </a:rPr>
              <a:t>from</a:t>
            </a:r>
            <a:r>
              <a:rPr sz="1800" spc="-25" dirty="0">
                <a:solidFill>
                  <a:srgbClr val="3C3C3C"/>
                </a:solidFill>
                <a:latin typeface="Trebuchet MS"/>
                <a:cs typeface="Trebuchet MS"/>
              </a:rPr>
              <a:t> </a:t>
            </a:r>
            <a:r>
              <a:rPr sz="1800" spc="-125" dirty="0">
                <a:solidFill>
                  <a:srgbClr val="3C3C3C"/>
                </a:solidFill>
                <a:latin typeface="Trebuchet MS"/>
                <a:cs typeface="Trebuchet MS"/>
              </a:rPr>
              <a:t>the</a:t>
            </a:r>
            <a:r>
              <a:rPr sz="1800" spc="-30" dirty="0">
                <a:solidFill>
                  <a:srgbClr val="3C3C3C"/>
                </a:solidFill>
                <a:latin typeface="Trebuchet MS"/>
                <a:cs typeface="Trebuchet MS"/>
              </a:rPr>
              <a:t> </a:t>
            </a:r>
            <a:r>
              <a:rPr sz="1800" spc="-125" dirty="0">
                <a:solidFill>
                  <a:srgbClr val="3C3C3C"/>
                </a:solidFill>
                <a:latin typeface="Trebuchet MS"/>
                <a:cs typeface="Trebuchet MS"/>
              </a:rPr>
              <a:t>catalog</a:t>
            </a:r>
            <a:r>
              <a:rPr sz="1800" spc="-45" dirty="0">
                <a:solidFill>
                  <a:srgbClr val="3C3C3C"/>
                </a:solidFill>
                <a:latin typeface="Trebuchet MS"/>
                <a:cs typeface="Trebuchet MS"/>
              </a:rPr>
              <a:t> </a:t>
            </a:r>
            <a:r>
              <a:rPr sz="1800" spc="-105" dirty="0">
                <a:solidFill>
                  <a:srgbClr val="3C3C3C"/>
                </a:solidFill>
                <a:latin typeface="Trebuchet MS"/>
                <a:cs typeface="Trebuchet MS"/>
              </a:rPr>
              <a:t>using</a:t>
            </a:r>
            <a:r>
              <a:rPr sz="1800" spc="-25" dirty="0">
                <a:solidFill>
                  <a:srgbClr val="3C3C3C"/>
                </a:solidFill>
                <a:latin typeface="Trebuchet MS"/>
                <a:cs typeface="Trebuchet MS"/>
              </a:rPr>
              <a:t> </a:t>
            </a:r>
            <a:r>
              <a:rPr sz="1800" spc="80" dirty="0">
                <a:solidFill>
                  <a:srgbClr val="3C3C3C"/>
                </a:solidFill>
                <a:latin typeface="Trebuchet MS"/>
                <a:cs typeface="Trebuchet MS"/>
              </a:rPr>
              <a:t>DROP</a:t>
            </a:r>
            <a:r>
              <a:rPr sz="1800" spc="-35" dirty="0">
                <a:solidFill>
                  <a:srgbClr val="3C3C3C"/>
                </a:solidFill>
                <a:latin typeface="Trebuchet MS"/>
                <a:cs typeface="Trebuchet MS"/>
              </a:rPr>
              <a:t> </a:t>
            </a:r>
            <a:r>
              <a:rPr sz="1800" spc="60" dirty="0">
                <a:solidFill>
                  <a:srgbClr val="3C3C3C"/>
                </a:solidFill>
                <a:latin typeface="Trebuchet MS"/>
                <a:cs typeface="Trebuchet MS"/>
              </a:rPr>
              <a:t>PROCEDURE</a:t>
            </a:r>
            <a:r>
              <a:rPr sz="1800" spc="-20" dirty="0">
                <a:solidFill>
                  <a:srgbClr val="3C3C3C"/>
                </a:solidFill>
                <a:latin typeface="Trebuchet MS"/>
                <a:cs typeface="Trebuchet MS"/>
              </a:rPr>
              <a:t> </a:t>
            </a:r>
            <a:r>
              <a:rPr sz="1800" spc="-65" dirty="0">
                <a:solidFill>
                  <a:srgbClr val="3C3C3C"/>
                </a:solidFill>
                <a:latin typeface="Trebuchet MS"/>
                <a:cs typeface="Trebuchet MS"/>
              </a:rPr>
              <a:t>statement</a:t>
            </a:r>
            <a:endParaRPr sz="1800">
              <a:latin typeface="Trebuchet MS"/>
              <a:cs typeface="Trebuchet MS"/>
            </a:endParaRPr>
          </a:p>
        </p:txBody>
      </p:sp>
      <p:sp>
        <p:nvSpPr>
          <p:cNvPr id="4" name="object 4"/>
          <p:cNvSpPr txBox="1"/>
          <p:nvPr/>
        </p:nvSpPr>
        <p:spPr>
          <a:xfrm>
            <a:off x="984605" y="4131309"/>
            <a:ext cx="4216400" cy="836294"/>
          </a:xfrm>
          <a:prstGeom prst="rect">
            <a:avLst/>
          </a:prstGeom>
        </p:spPr>
        <p:txBody>
          <a:bodyPr vert="horz" wrap="square" lIns="0" tIns="143510" rIns="0" bIns="0" rtlCol="0">
            <a:spAutoFit/>
          </a:bodyPr>
          <a:lstStyle/>
          <a:p>
            <a:pPr marL="316865" indent="-304165">
              <a:lnSpc>
                <a:spcPct val="100000"/>
              </a:lnSpc>
              <a:spcBef>
                <a:spcPts val="1130"/>
              </a:spcBef>
              <a:buSzPct val="91666"/>
              <a:buFont typeface="Cambria"/>
              <a:buChar char="◾"/>
              <a:tabLst>
                <a:tab pos="316865" algn="l"/>
              </a:tabLst>
            </a:pPr>
            <a:r>
              <a:rPr sz="1800" b="1" dirty="0">
                <a:solidFill>
                  <a:srgbClr val="4590B8"/>
                </a:solidFill>
                <a:latin typeface="Consolas"/>
                <a:cs typeface="Consolas"/>
              </a:rPr>
              <a:t>DROP</a:t>
            </a:r>
            <a:r>
              <a:rPr sz="1800" b="1" spc="-35" dirty="0">
                <a:solidFill>
                  <a:srgbClr val="4590B8"/>
                </a:solidFill>
                <a:latin typeface="Consolas"/>
                <a:cs typeface="Consolas"/>
              </a:rPr>
              <a:t> </a:t>
            </a:r>
            <a:r>
              <a:rPr sz="1800" b="1" dirty="0">
                <a:solidFill>
                  <a:srgbClr val="4590B8"/>
                </a:solidFill>
                <a:latin typeface="Consolas"/>
                <a:cs typeface="Consolas"/>
              </a:rPr>
              <a:t>PROCEDURE</a:t>
            </a:r>
            <a:r>
              <a:rPr sz="1800" b="1" spc="-40" dirty="0">
                <a:solidFill>
                  <a:srgbClr val="4590B8"/>
                </a:solidFill>
                <a:latin typeface="Consolas"/>
                <a:cs typeface="Consolas"/>
              </a:rPr>
              <a:t> </a:t>
            </a:r>
            <a:r>
              <a:rPr sz="1800" b="1" spc="-10" dirty="0">
                <a:solidFill>
                  <a:srgbClr val="3C3C3C"/>
                </a:solidFill>
                <a:latin typeface="Consolas"/>
                <a:cs typeface="Consolas"/>
              </a:rPr>
              <a:t>delete_actor</a:t>
            </a:r>
            <a:r>
              <a:rPr sz="1800" b="1" spc="-10" dirty="0">
                <a:solidFill>
                  <a:srgbClr val="4590B8"/>
                </a:solidFill>
                <a:latin typeface="Consolas"/>
                <a:cs typeface="Consolas"/>
              </a:rPr>
              <a:t>;</a:t>
            </a:r>
            <a:endParaRPr sz="1800">
              <a:latin typeface="Consolas"/>
              <a:cs typeface="Consolas"/>
            </a:endParaRPr>
          </a:p>
          <a:p>
            <a:pPr marL="316865" indent="-304165">
              <a:lnSpc>
                <a:spcPct val="100000"/>
              </a:lnSpc>
              <a:spcBef>
                <a:spcPts val="1030"/>
              </a:spcBef>
              <a:buSzPct val="91666"/>
              <a:buFont typeface="Cambria"/>
              <a:buChar char="◾"/>
              <a:tabLst>
                <a:tab pos="316865" algn="l"/>
              </a:tabLst>
            </a:pPr>
            <a:r>
              <a:rPr sz="1800" b="1" dirty="0">
                <a:solidFill>
                  <a:srgbClr val="4590B8"/>
                </a:solidFill>
                <a:latin typeface="Consolas"/>
                <a:cs typeface="Consolas"/>
              </a:rPr>
              <a:t>DROP</a:t>
            </a:r>
            <a:r>
              <a:rPr sz="1800" b="1" spc="-45" dirty="0">
                <a:solidFill>
                  <a:srgbClr val="4590B8"/>
                </a:solidFill>
                <a:latin typeface="Consolas"/>
                <a:cs typeface="Consolas"/>
              </a:rPr>
              <a:t> </a:t>
            </a:r>
            <a:r>
              <a:rPr sz="1800" b="1" dirty="0">
                <a:solidFill>
                  <a:srgbClr val="4590B8"/>
                </a:solidFill>
                <a:latin typeface="Consolas"/>
                <a:cs typeface="Consolas"/>
              </a:rPr>
              <a:t>PROCEDURE</a:t>
            </a:r>
            <a:r>
              <a:rPr sz="1800" b="1" spc="-40" dirty="0">
                <a:solidFill>
                  <a:srgbClr val="4590B8"/>
                </a:solidFill>
                <a:latin typeface="Consolas"/>
                <a:cs typeface="Consolas"/>
              </a:rPr>
              <a:t> </a:t>
            </a:r>
            <a:r>
              <a:rPr sz="1800" b="1" spc="-10" dirty="0">
                <a:solidFill>
                  <a:srgbClr val="3C3C3C"/>
                </a:solidFill>
                <a:latin typeface="Consolas"/>
                <a:cs typeface="Consolas"/>
              </a:rPr>
              <a:t>show_all_movies</a:t>
            </a:r>
            <a:r>
              <a:rPr sz="1800" b="1" spc="-10" dirty="0">
                <a:solidFill>
                  <a:srgbClr val="4590B8"/>
                </a:solidFill>
                <a:latin typeface="Consolas"/>
                <a:cs typeface="Consolas"/>
              </a:rPr>
              <a:t>;</a:t>
            </a:r>
            <a:endParaRPr sz="1800">
              <a:latin typeface="Consolas"/>
              <a:cs typeface="Consolas"/>
            </a:endParaRPr>
          </a:p>
        </p:txBody>
      </p:sp>
      <p:sp>
        <p:nvSpPr>
          <p:cNvPr id="5" name="object 5"/>
          <p:cNvSpPr txBox="1"/>
          <p:nvPr/>
        </p:nvSpPr>
        <p:spPr>
          <a:xfrm>
            <a:off x="989838" y="3603497"/>
            <a:ext cx="7602220" cy="368935"/>
          </a:xfrm>
          <a:prstGeom prst="rect">
            <a:avLst/>
          </a:prstGeom>
          <a:ln w="28575">
            <a:solidFill>
              <a:srgbClr val="1A315F"/>
            </a:solidFill>
          </a:ln>
        </p:spPr>
        <p:txBody>
          <a:bodyPr vert="horz" wrap="square" lIns="0" tIns="31750" rIns="0" bIns="0" rtlCol="0">
            <a:spAutoFit/>
          </a:bodyPr>
          <a:lstStyle/>
          <a:p>
            <a:pPr marL="89535">
              <a:lnSpc>
                <a:spcPct val="100000"/>
              </a:lnSpc>
              <a:spcBef>
                <a:spcPts val="250"/>
              </a:spcBef>
            </a:pPr>
            <a:r>
              <a:rPr sz="1800" b="1" dirty="0">
                <a:solidFill>
                  <a:srgbClr val="4590B8"/>
                </a:solidFill>
                <a:latin typeface="Consolas"/>
                <a:cs typeface="Consolas"/>
              </a:rPr>
              <a:t>DROP</a:t>
            </a:r>
            <a:r>
              <a:rPr sz="1800" b="1" spc="-45" dirty="0">
                <a:solidFill>
                  <a:srgbClr val="4590B8"/>
                </a:solidFill>
                <a:latin typeface="Consolas"/>
                <a:cs typeface="Consolas"/>
              </a:rPr>
              <a:t> </a:t>
            </a:r>
            <a:r>
              <a:rPr sz="1800" b="1" dirty="0">
                <a:solidFill>
                  <a:srgbClr val="4590B8"/>
                </a:solidFill>
                <a:latin typeface="Consolas"/>
                <a:cs typeface="Consolas"/>
              </a:rPr>
              <a:t>PROCEDURE</a:t>
            </a:r>
            <a:r>
              <a:rPr sz="1800" b="1" spc="-35" dirty="0">
                <a:solidFill>
                  <a:srgbClr val="4590B8"/>
                </a:solidFill>
                <a:latin typeface="Consolas"/>
                <a:cs typeface="Consolas"/>
              </a:rPr>
              <a:t> </a:t>
            </a:r>
            <a:r>
              <a:rPr sz="1800" b="1" dirty="0">
                <a:solidFill>
                  <a:srgbClr val="959FA7"/>
                </a:solidFill>
                <a:latin typeface="Consolas"/>
                <a:cs typeface="Consolas"/>
              </a:rPr>
              <a:t>[</a:t>
            </a:r>
            <a:r>
              <a:rPr sz="1800" b="1" dirty="0">
                <a:solidFill>
                  <a:srgbClr val="4590B8"/>
                </a:solidFill>
                <a:latin typeface="Consolas"/>
                <a:cs typeface="Consolas"/>
              </a:rPr>
              <a:t>IF</a:t>
            </a:r>
            <a:r>
              <a:rPr sz="1800" b="1" spc="-40" dirty="0">
                <a:solidFill>
                  <a:srgbClr val="4590B8"/>
                </a:solidFill>
                <a:latin typeface="Consolas"/>
                <a:cs typeface="Consolas"/>
              </a:rPr>
              <a:t> </a:t>
            </a:r>
            <a:r>
              <a:rPr sz="1800" b="1" dirty="0">
                <a:solidFill>
                  <a:srgbClr val="4590B8"/>
                </a:solidFill>
                <a:latin typeface="Consolas"/>
                <a:cs typeface="Consolas"/>
              </a:rPr>
              <a:t>EXISTS</a:t>
            </a:r>
            <a:r>
              <a:rPr sz="1800" b="1" dirty="0">
                <a:solidFill>
                  <a:srgbClr val="959FA7"/>
                </a:solidFill>
                <a:latin typeface="Consolas"/>
                <a:cs typeface="Consolas"/>
              </a:rPr>
              <a:t>]</a:t>
            </a:r>
            <a:r>
              <a:rPr sz="1800" b="1" spc="-40" dirty="0">
                <a:solidFill>
                  <a:srgbClr val="959FA7"/>
                </a:solidFill>
                <a:latin typeface="Consolas"/>
                <a:cs typeface="Consolas"/>
              </a:rPr>
              <a:t> </a:t>
            </a:r>
            <a:r>
              <a:rPr sz="1800" b="1" dirty="0">
                <a:solidFill>
                  <a:srgbClr val="959FA7"/>
                </a:solidFill>
                <a:latin typeface="Consolas"/>
                <a:cs typeface="Consolas"/>
              </a:rPr>
              <a:t>[</a:t>
            </a:r>
            <a:r>
              <a:rPr sz="1800" b="1" dirty="0">
                <a:latin typeface="Consolas"/>
                <a:cs typeface="Consolas"/>
              </a:rPr>
              <a:t>database_name.</a:t>
            </a:r>
            <a:r>
              <a:rPr sz="1800" b="1" dirty="0">
                <a:solidFill>
                  <a:srgbClr val="959FA7"/>
                </a:solidFill>
                <a:latin typeface="Consolas"/>
                <a:cs typeface="Consolas"/>
              </a:rPr>
              <a:t>]</a:t>
            </a:r>
            <a:r>
              <a:rPr sz="1800" b="1" spc="-25" dirty="0">
                <a:solidFill>
                  <a:srgbClr val="959FA7"/>
                </a:solidFill>
                <a:latin typeface="Consolas"/>
                <a:cs typeface="Consolas"/>
              </a:rPr>
              <a:t> </a:t>
            </a:r>
            <a:r>
              <a:rPr sz="1800" b="1" spc="-10" dirty="0">
                <a:latin typeface="Consolas"/>
                <a:cs typeface="Consolas"/>
              </a:rPr>
              <a:t>procedure_name</a:t>
            </a:r>
            <a:r>
              <a:rPr sz="1800" b="1" spc="-10" dirty="0">
                <a:solidFill>
                  <a:srgbClr val="4590B8"/>
                </a:solidFill>
                <a:latin typeface="Consolas"/>
                <a:cs typeface="Consolas"/>
              </a:rPr>
              <a:t>;</a:t>
            </a:r>
            <a:endParaRPr sz="1800">
              <a:latin typeface="Consolas"/>
              <a:cs typeface="Consola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1A315F"/>
          </a:solidFill>
        </p:spPr>
        <p:txBody>
          <a:bodyPr vert="horz" wrap="square" lIns="0" tIns="206375" rIns="0" bIns="0" rtlCol="0">
            <a:spAutoFit/>
          </a:bodyPr>
          <a:lstStyle/>
          <a:p>
            <a:pPr>
              <a:lnSpc>
                <a:spcPct val="100000"/>
              </a:lnSpc>
              <a:spcBef>
                <a:spcPts val="1625"/>
              </a:spcBef>
            </a:pPr>
            <a:endParaRPr sz="2800">
              <a:latin typeface="Times New Roman"/>
              <a:cs typeface="Times New Roman"/>
            </a:endParaRPr>
          </a:p>
          <a:p>
            <a:pPr marL="231775">
              <a:lnSpc>
                <a:spcPct val="100000"/>
              </a:lnSpc>
            </a:pPr>
            <a:r>
              <a:rPr sz="2800" spc="90" dirty="0">
                <a:solidFill>
                  <a:srgbClr val="FFFFFF"/>
                </a:solidFill>
              </a:rPr>
              <a:t>MYSQL</a:t>
            </a:r>
            <a:r>
              <a:rPr sz="2800" spc="-50" dirty="0">
                <a:solidFill>
                  <a:srgbClr val="FFFFFF"/>
                </a:solidFill>
              </a:rPr>
              <a:t> </a:t>
            </a:r>
            <a:r>
              <a:rPr sz="2800" spc="-10" dirty="0">
                <a:solidFill>
                  <a:srgbClr val="FFFFFF"/>
                </a:solidFill>
              </a:rPr>
              <a:t>DELIMITER</a:t>
            </a:r>
            <a:endParaRPr sz="2800"/>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321310" indent="-306070">
              <a:lnSpc>
                <a:spcPct val="100000"/>
              </a:lnSpc>
              <a:spcBef>
                <a:spcPts val="100"/>
              </a:spcBef>
              <a:buClr>
                <a:srgbClr val="4590B8"/>
              </a:buClr>
              <a:buSzPct val="91666"/>
              <a:buFont typeface="Cambria"/>
              <a:buChar char="◾"/>
              <a:tabLst>
                <a:tab pos="321945" algn="l"/>
              </a:tabLst>
            </a:pPr>
            <a:r>
              <a:rPr spc="-120" dirty="0"/>
              <a:t>Each</a:t>
            </a:r>
            <a:r>
              <a:rPr spc="-25" dirty="0"/>
              <a:t> </a:t>
            </a:r>
            <a:r>
              <a:rPr spc="-70" dirty="0"/>
              <a:t>stored</a:t>
            </a:r>
            <a:r>
              <a:rPr spc="-40" dirty="0"/>
              <a:t> </a:t>
            </a:r>
            <a:r>
              <a:rPr spc="-85" dirty="0"/>
              <a:t>program</a:t>
            </a:r>
            <a:r>
              <a:rPr spc="-25" dirty="0"/>
              <a:t> </a:t>
            </a:r>
            <a:r>
              <a:rPr spc="-95" dirty="0"/>
              <a:t>contains</a:t>
            </a:r>
            <a:r>
              <a:rPr spc="-35" dirty="0"/>
              <a:t> </a:t>
            </a:r>
            <a:r>
              <a:rPr spc="-190" dirty="0"/>
              <a:t>a</a:t>
            </a:r>
            <a:r>
              <a:rPr spc="-25" dirty="0"/>
              <a:t> </a:t>
            </a:r>
            <a:r>
              <a:rPr spc="-65" dirty="0"/>
              <a:t>body</a:t>
            </a:r>
            <a:r>
              <a:rPr spc="-20" dirty="0"/>
              <a:t> </a:t>
            </a:r>
            <a:r>
              <a:rPr spc="-135" dirty="0"/>
              <a:t>that</a:t>
            </a:r>
            <a:r>
              <a:rPr spc="-25" dirty="0"/>
              <a:t> </a:t>
            </a:r>
            <a:r>
              <a:rPr spc="-75" dirty="0"/>
              <a:t>consists</a:t>
            </a:r>
            <a:r>
              <a:rPr spc="-45" dirty="0"/>
              <a:t> </a:t>
            </a:r>
            <a:r>
              <a:rPr spc="-100" dirty="0"/>
              <a:t>of</a:t>
            </a:r>
            <a:r>
              <a:rPr spc="-35" dirty="0"/>
              <a:t> </a:t>
            </a:r>
            <a:r>
              <a:rPr spc="-145" dirty="0"/>
              <a:t>an</a:t>
            </a:r>
            <a:r>
              <a:rPr spc="-25" dirty="0"/>
              <a:t> </a:t>
            </a:r>
            <a:r>
              <a:rPr spc="55" dirty="0"/>
              <a:t>SQL</a:t>
            </a:r>
            <a:r>
              <a:rPr spc="5" dirty="0"/>
              <a:t> </a:t>
            </a:r>
            <a:r>
              <a:rPr spc="-10" dirty="0"/>
              <a:t>statement</a:t>
            </a:r>
          </a:p>
          <a:p>
            <a:pPr marL="2540">
              <a:lnSpc>
                <a:spcPct val="100000"/>
              </a:lnSpc>
              <a:buClr>
                <a:srgbClr val="4590B8"/>
              </a:buClr>
              <a:buFont typeface="Cambria"/>
              <a:buChar char="◾"/>
            </a:pPr>
            <a:endParaRPr spc="-10" dirty="0"/>
          </a:p>
          <a:p>
            <a:pPr marL="2540">
              <a:lnSpc>
                <a:spcPct val="100000"/>
              </a:lnSpc>
              <a:spcBef>
                <a:spcPts val="40"/>
              </a:spcBef>
              <a:buClr>
                <a:srgbClr val="4590B8"/>
              </a:buClr>
              <a:buFont typeface="Cambria"/>
              <a:buChar char="◾"/>
            </a:pPr>
            <a:endParaRPr spc="-10" dirty="0"/>
          </a:p>
          <a:p>
            <a:pPr marL="321310" marR="6985" indent="-306705">
              <a:lnSpc>
                <a:spcPct val="100000"/>
              </a:lnSpc>
              <a:buClr>
                <a:srgbClr val="4590B8"/>
              </a:buClr>
              <a:buSzPct val="91666"/>
              <a:buFont typeface="Cambria"/>
              <a:buChar char="◾"/>
              <a:tabLst>
                <a:tab pos="321945" algn="l"/>
              </a:tabLst>
            </a:pPr>
            <a:r>
              <a:rPr dirty="0"/>
              <a:t>This</a:t>
            </a:r>
            <a:r>
              <a:rPr spc="10" dirty="0"/>
              <a:t> </a:t>
            </a:r>
            <a:r>
              <a:rPr spc="-90" dirty="0"/>
              <a:t>statement</a:t>
            </a:r>
            <a:r>
              <a:rPr spc="30" dirty="0"/>
              <a:t> </a:t>
            </a:r>
            <a:r>
              <a:rPr spc="-75" dirty="0"/>
              <a:t>may</a:t>
            </a:r>
            <a:r>
              <a:rPr spc="100" dirty="0"/>
              <a:t> </a:t>
            </a:r>
            <a:r>
              <a:rPr dirty="0"/>
              <a:t>be</a:t>
            </a:r>
            <a:r>
              <a:rPr spc="95" dirty="0"/>
              <a:t> </a:t>
            </a:r>
            <a:r>
              <a:rPr dirty="0"/>
              <a:t>a</a:t>
            </a:r>
            <a:r>
              <a:rPr spc="90" dirty="0"/>
              <a:t> </a:t>
            </a:r>
            <a:r>
              <a:rPr spc="-40" dirty="0"/>
              <a:t>compound</a:t>
            </a:r>
            <a:r>
              <a:rPr spc="95" dirty="0"/>
              <a:t> </a:t>
            </a:r>
            <a:r>
              <a:rPr spc="-95" dirty="0"/>
              <a:t>statement</a:t>
            </a:r>
            <a:r>
              <a:rPr spc="100" dirty="0"/>
              <a:t> </a:t>
            </a:r>
            <a:r>
              <a:rPr spc="-65" dirty="0"/>
              <a:t>made</a:t>
            </a:r>
            <a:r>
              <a:rPr spc="105" dirty="0"/>
              <a:t> </a:t>
            </a:r>
            <a:r>
              <a:rPr dirty="0"/>
              <a:t>up</a:t>
            </a:r>
            <a:r>
              <a:rPr spc="95" dirty="0"/>
              <a:t> </a:t>
            </a:r>
            <a:r>
              <a:rPr dirty="0"/>
              <a:t>of</a:t>
            </a:r>
            <a:r>
              <a:rPr spc="95" dirty="0"/>
              <a:t> </a:t>
            </a:r>
            <a:r>
              <a:rPr spc="-80" dirty="0"/>
              <a:t>several</a:t>
            </a:r>
            <a:r>
              <a:rPr spc="95" dirty="0"/>
              <a:t> </a:t>
            </a:r>
            <a:r>
              <a:rPr spc="-90" dirty="0"/>
              <a:t>statements</a:t>
            </a:r>
            <a:r>
              <a:rPr spc="95" dirty="0"/>
              <a:t> </a:t>
            </a:r>
            <a:r>
              <a:rPr spc="-85" dirty="0"/>
              <a:t>separated</a:t>
            </a:r>
            <a:r>
              <a:rPr spc="90" dirty="0"/>
              <a:t> </a:t>
            </a:r>
            <a:r>
              <a:rPr dirty="0"/>
              <a:t>by</a:t>
            </a:r>
            <a:r>
              <a:rPr spc="90" dirty="0"/>
              <a:t> </a:t>
            </a:r>
            <a:r>
              <a:rPr spc="-50" dirty="0"/>
              <a:t>semicolon</a:t>
            </a:r>
            <a:r>
              <a:rPr spc="95" dirty="0"/>
              <a:t> </a:t>
            </a:r>
            <a:r>
              <a:rPr dirty="0"/>
              <a:t>(</a:t>
            </a:r>
            <a:r>
              <a:rPr spc="100" dirty="0"/>
              <a:t> </a:t>
            </a:r>
            <a:r>
              <a:rPr spc="-254" dirty="0"/>
              <a:t>;</a:t>
            </a:r>
            <a:r>
              <a:rPr spc="120" dirty="0"/>
              <a:t> </a:t>
            </a:r>
            <a:r>
              <a:rPr spc="-50" dirty="0"/>
              <a:t>) </a:t>
            </a:r>
            <a:r>
              <a:rPr spc="-10" dirty="0"/>
              <a:t>characters</a:t>
            </a:r>
          </a:p>
          <a:p>
            <a:pPr marL="2540">
              <a:lnSpc>
                <a:spcPct val="100000"/>
              </a:lnSpc>
              <a:buClr>
                <a:srgbClr val="4590B8"/>
              </a:buClr>
              <a:buFont typeface="Cambria"/>
              <a:buChar char="◾"/>
            </a:pPr>
            <a:endParaRPr spc="-10" dirty="0"/>
          </a:p>
          <a:p>
            <a:pPr marL="2540">
              <a:lnSpc>
                <a:spcPct val="100000"/>
              </a:lnSpc>
              <a:spcBef>
                <a:spcPts val="45"/>
              </a:spcBef>
              <a:buClr>
                <a:srgbClr val="4590B8"/>
              </a:buClr>
              <a:buFont typeface="Cambria"/>
              <a:buChar char="◾"/>
            </a:pPr>
            <a:endParaRPr spc="-10" dirty="0"/>
          </a:p>
          <a:p>
            <a:pPr marL="321310" indent="-306070">
              <a:lnSpc>
                <a:spcPct val="100000"/>
              </a:lnSpc>
              <a:spcBef>
                <a:spcPts val="5"/>
              </a:spcBef>
              <a:buClr>
                <a:srgbClr val="4590B8"/>
              </a:buClr>
              <a:buSzPct val="91666"/>
              <a:buFont typeface="Cambria"/>
              <a:buChar char="◾"/>
              <a:tabLst>
                <a:tab pos="321945" algn="l"/>
              </a:tabLst>
            </a:pPr>
            <a:r>
              <a:rPr spc="-30" dirty="0"/>
              <a:t>By</a:t>
            </a:r>
            <a:r>
              <a:rPr spc="5" dirty="0"/>
              <a:t> </a:t>
            </a:r>
            <a:r>
              <a:rPr spc="-165" dirty="0"/>
              <a:t>default,</a:t>
            </a:r>
            <a:r>
              <a:rPr spc="-200" dirty="0"/>
              <a:t> </a:t>
            </a:r>
            <a:r>
              <a:rPr dirty="0"/>
              <a:t>MySQL</a:t>
            </a:r>
            <a:r>
              <a:rPr spc="5" dirty="0"/>
              <a:t> </a:t>
            </a:r>
            <a:r>
              <a:rPr spc="-135" dirty="0"/>
              <a:t>itself</a:t>
            </a:r>
            <a:r>
              <a:rPr spc="-5" dirty="0"/>
              <a:t> </a:t>
            </a:r>
            <a:r>
              <a:rPr spc="-95" dirty="0"/>
              <a:t>recognizes</a:t>
            </a:r>
            <a:r>
              <a:rPr spc="-30" dirty="0"/>
              <a:t> </a:t>
            </a:r>
            <a:r>
              <a:rPr spc="-120" dirty="0"/>
              <a:t>the</a:t>
            </a:r>
            <a:r>
              <a:rPr dirty="0"/>
              <a:t> </a:t>
            </a:r>
            <a:r>
              <a:rPr spc="-75" dirty="0"/>
              <a:t>semicolon</a:t>
            </a:r>
            <a:r>
              <a:rPr spc="-30" dirty="0"/>
              <a:t> </a:t>
            </a:r>
            <a:r>
              <a:rPr spc="-114" dirty="0"/>
              <a:t>as</a:t>
            </a:r>
            <a:r>
              <a:rPr spc="-25" dirty="0"/>
              <a:t> </a:t>
            </a:r>
            <a:r>
              <a:rPr spc="-190" dirty="0"/>
              <a:t>a</a:t>
            </a:r>
            <a:r>
              <a:rPr dirty="0"/>
              <a:t> </a:t>
            </a:r>
            <a:r>
              <a:rPr spc="-114" dirty="0"/>
              <a:t>statement</a:t>
            </a:r>
            <a:r>
              <a:rPr spc="-30" dirty="0"/>
              <a:t> </a:t>
            </a:r>
            <a:r>
              <a:rPr spc="-10" dirty="0"/>
              <a:t>delimiter</a:t>
            </a:r>
          </a:p>
          <a:p>
            <a:pPr marL="2540">
              <a:lnSpc>
                <a:spcPct val="100000"/>
              </a:lnSpc>
              <a:buClr>
                <a:srgbClr val="4590B8"/>
              </a:buClr>
              <a:buFont typeface="Cambria"/>
              <a:buChar char="◾"/>
            </a:pPr>
            <a:endParaRPr spc="-10" dirty="0"/>
          </a:p>
          <a:p>
            <a:pPr marL="2540">
              <a:lnSpc>
                <a:spcPct val="100000"/>
              </a:lnSpc>
              <a:spcBef>
                <a:spcPts val="40"/>
              </a:spcBef>
              <a:buClr>
                <a:srgbClr val="4590B8"/>
              </a:buClr>
              <a:buFont typeface="Cambria"/>
              <a:buChar char="◾"/>
            </a:pPr>
            <a:endParaRPr spc="-10" dirty="0"/>
          </a:p>
          <a:p>
            <a:pPr marL="321310" indent="-306070">
              <a:lnSpc>
                <a:spcPct val="100000"/>
              </a:lnSpc>
              <a:buClr>
                <a:srgbClr val="4590B8"/>
              </a:buClr>
              <a:buSzPct val="91666"/>
              <a:buFont typeface="Cambria"/>
              <a:buChar char="◾"/>
              <a:tabLst>
                <a:tab pos="321945" algn="l"/>
              </a:tabLst>
            </a:pPr>
            <a:r>
              <a:rPr spc="-65" dirty="0"/>
              <a:t>You</a:t>
            </a:r>
            <a:r>
              <a:rPr spc="-25" dirty="0"/>
              <a:t> </a:t>
            </a:r>
            <a:r>
              <a:rPr spc="-75" dirty="0"/>
              <a:t>must</a:t>
            </a:r>
            <a:r>
              <a:rPr spc="-10" dirty="0"/>
              <a:t> </a:t>
            </a:r>
            <a:r>
              <a:rPr spc="-120" dirty="0"/>
              <a:t>redefine</a:t>
            </a:r>
            <a:r>
              <a:rPr spc="5" dirty="0"/>
              <a:t> </a:t>
            </a:r>
            <a:r>
              <a:rPr spc="-110" dirty="0"/>
              <a:t>the</a:t>
            </a:r>
            <a:r>
              <a:rPr spc="-15" dirty="0"/>
              <a:t> </a:t>
            </a:r>
            <a:r>
              <a:rPr spc="-105" dirty="0"/>
              <a:t>delimiter</a:t>
            </a:r>
            <a:r>
              <a:rPr spc="-5" dirty="0"/>
              <a:t> </a:t>
            </a:r>
            <a:r>
              <a:rPr spc="-90" dirty="0"/>
              <a:t>temporarily</a:t>
            </a:r>
            <a:r>
              <a:rPr dirty="0"/>
              <a:t> to</a:t>
            </a:r>
            <a:r>
              <a:rPr spc="-20" dirty="0"/>
              <a:t> </a:t>
            </a:r>
            <a:r>
              <a:rPr spc="-110" dirty="0"/>
              <a:t>cause</a:t>
            </a:r>
            <a:r>
              <a:rPr spc="-10" dirty="0"/>
              <a:t> </a:t>
            </a:r>
            <a:r>
              <a:rPr dirty="0"/>
              <a:t>MySQL</a:t>
            </a:r>
            <a:r>
              <a:rPr spc="5" dirty="0"/>
              <a:t> </a:t>
            </a:r>
            <a:r>
              <a:rPr dirty="0"/>
              <a:t>to</a:t>
            </a:r>
            <a:r>
              <a:rPr spc="-10" dirty="0"/>
              <a:t> </a:t>
            </a:r>
            <a:r>
              <a:rPr spc="-80" dirty="0"/>
              <a:t>pass</a:t>
            </a:r>
            <a:r>
              <a:rPr spc="-5" dirty="0"/>
              <a:t> </a:t>
            </a:r>
            <a:r>
              <a:rPr spc="-110" dirty="0"/>
              <a:t>the</a:t>
            </a:r>
            <a:r>
              <a:rPr spc="-15" dirty="0"/>
              <a:t> </a:t>
            </a:r>
            <a:r>
              <a:rPr spc="-105" dirty="0"/>
              <a:t>entire</a:t>
            </a:r>
            <a:r>
              <a:rPr spc="-10" dirty="0"/>
              <a:t> </a:t>
            </a:r>
            <a:r>
              <a:rPr spc="-55" dirty="0"/>
              <a:t>stored</a:t>
            </a:r>
            <a:r>
              <a:rPr spc="-15" dirty="0"/>
              <a:t> </a:t>
            </a:r>
            <a:r>
              <a:rPr spc="-80" dirty="0"/>
              <a:t>program</a:t>
            </a:r>
            <a:r>
              <a:rPr spc="-10" dirty="0"/>
              <a:t> </a:t>
            </a:r>
            <a:r>
              <a:rPr spc="-110" dirty="0"/>
              <a:t>definition</a:t>
            </a:r>
            <a:r>
              <a:rPr dirty="0"/>
              <a:t> to </a:t>
            </a:r>
            <a:r>
              <a:rPr spc="-25" dirty="0"/>
              <a:t>the</a:t>
            </a:r>
          </a:p>
          <a:p>
            <a:pPr marL="321310">
              <a:lnSpc>
                <a:spcPct val="100000"/>
              </a:lnSpc>
              <a:spcBef>
                <a:spcPts val="5"/>
              </a:spcBef>
            </a:pPr>
            <a:r>
              <a:rPr spc="-10" dirty="0"/>
              <a:t>server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1A315F"/>
          </a:solidFill>
        </p:spPr>
        <p:txBody>
          <a:bodyPr vert="horz" wrap="square" lIns="0" tIns="206375" rIns="0" bIns="0" rtlCol="0">
            <a:spAutoFit/>
          </a:bodyPr>
          <a:lstStyle/>
          <a:p>
            <a:pPr>
              <a:lnSpc>
                <a:spcPct val="100000"/>
              </a:lnSpc>
              <a:spcBef>
                <a:spcPts val="1625"/>
              </a:spcBef>
            </a:pPr>
            <a:endParaRPr sz="2800">
              <a:latin typeface="Times New Roman"/>
              <a:cs typeface="Times New Roman"/>
            </a:endParaRPr>
          </a:p>
          <a:p>
            <a:pPr marL="231775">
              <a:lnSpc>
                <a:spcPct val="100000"/>
              </a:lnSpc>
            </a:pPr>
            <a:r>
              <a:rPr sz="2800" spc="90" dirty="0">
                <a:solidFill>
                  <a:srgbClr val="FFFFFF"/>
                </a:solidFill>
              </a:rPr>
              <a:t>MYSQL</a:t>
            </a:r>
            <a:r>
              <a:rPr sz="2800" spc="-50" dirty="0">
                <a:solidFill>
                  <a:srgbClr val="FFFFFF"/>
                </a:solidFill>
              </a:rPr>
              <a:t> </a:t>
            </a:r>
            <a:r>
              <a:rPr sz="2800" spc="-10" dirty="0">
                <a:solidFill>
                  <a:srgbClr val="FFFFFF"/>
                </a:solidFill>
              </a:rPr>
              <a:t>DELIMITER</a:t>
            </a:r>
            <a:endParaRPr sz="2800"/>
          </a:p>
        </p:txBody>
      </p:sp>
      <p:sp>
        <p:nvSpPr>
          <p:cNvPr id="3" name="object 3"/>
          <p:cNvSpPr txBox="1"/>
          <p:nvPr/>
        </p:nvSpPr>
        <p:spPr>
          <a:xfrm>
            <a:off x="659993" y="2171794"/>
            <a:ext cx="6243320" cy="3547745"/>
          </a:xfrm>
          <a:prstGeom prst="rect">
            <a:avLst/>
          </a:prstGeom>
        </p:spPr>
        <p:txBody>
          <a:bodyPr vert="horz" wrap="square" lIns="0" tIns="139700" rIns="0" bIns="0" rtlCol="0">
            <a:spAutoFit/>
          </a:bodyPr>
          <a:lstStyle/>
          <a:p>
            <a:pPr marL="318770" indent="-306070">
              <a:lnSpc>
                <a:spcPct val="100000"/>
              </a:lnSpc>
              <a:spcBef>
                <a:spcPts val="1100"/>
              </a:spcBef>
              <a:buClr>
                <a:srgbClr val="4590B8"/>
              </a:buClr>
              <a:buSzPct val="91666"/>
              <a:buFont typeface="Cambria"/>
              <a:buChar char="◾"/>
              <a:tabLst>
                <a:tab pos="318770" algn="l"/>
              </a:tabLst>
            </a:pPr>
            <a:r>
              <a:rPr sz="1800" spc="-110" dirty="0">
                <a:solidFill>
                  <a:srgbClr val="3C3C3C"/>
                </a:solidFill>
                <a:latin typeface="Trebuchet MS"/>
                <a:cs typeface="Trebuchet MS"/>
              </a:rPr>
              <a:t>To</a:t>
            </a:r>
            <a:r>
              <a:rPr sz="1800" spc="5" dirty="0">
                <a:solidFill>
                  <a:srgbClr val="3C3C3C"/>
                </a:solidFill>
                <a:latin typeface="Trebuchet MS"/>
                <a:cs typeface="Trebuchet MS"/>
              </a:rPr>
              <a:t> </a:t>
            </a:r>
            <a:r>
              <a:rPr sz="1800" spc="-130" dirty="0">
                <a:solidFill>
                  <a:srgbClr val="3C3C3C"/>
                </a:solidFill>
                <a:latin typeface="Trebuchet MS"/>
                <a:cs typeface="Trebuchet MS"/>
              </a:rPr>
              <a:t>redefine</a:t>
            </a:r>
            <a:r>
              <a:rPr sz="1800" spc="40" dirty="0">
                <a:solidFill>
                  <a:srgbClr val="3C3C3C"/>
                </a:solidFill>
                <a:latin typeface="Trebuchet MS"/>
                <a:cs typeface="Trebuchet MS"/>
              </a:rPr>
              <a:t> </a:t>
            </a:r>
            <a:r>
              <a:rPr sz="1800" spc="-125" dirty="0">
                <a:solidFill>
                  <a:srgbClr val="3C3C3C"/>
                </a:solidFill>
                <a:latin typeface="Trebuchet MS"/>
                <a:cs typeface="Trebuchet MS"/>
              </a:rPr>
              <a:t>the</a:t>
            </a:r>
            <a:r>
              <a:rPr sz="1800" spc="15" dirty="0">
                <a:solidFill>
                  <a:srgbClr val="3C3C3C"/>
                </a:solidFill>
                <a:latin typeface="Trebuchet MS"/>
                <a:cs typeface="Trebuchet MS"/>
              </a:rPr>
              <a:t> </a:t>
            </a:r>
            <a:r>
              <a:rPr sz="1800" dirty="0">
                <a:solidFill>
                  <a:srgbClr val="3C3C3C"/>
                </a:solidFill>
                <a:latin typeface="Trebuchet MS"/>
                <a:cs typeface="Trebuchet MS"/>
              </a:rPr>
              <a:t>MySQL</a:t>
            </a:r>
            <a:r>
              <a:rPr sz="1800" spc="40" dirty="0">
                <a:solidFill>
                  <a:srgbClr val="3C3C3C"/>
                </a:solidFill>
                <a:latin typeface="Trebuchet MS"/>
                <a:cs typeface="Trebuchet MS"/>
              </a:rPr>
              <a:t> </a:t>
            </a:r>
            <a:r>
              <a:rPr sz="1800" spc="-145" dirty="0">
                <a:solidFill>
                  <a:srgbClr val="3C3C3C"/>
                </a:solidFill>
                <a:latin typeface="Trebuchet MS"/>
                <a:cs typeface="Trebuchet MS"/>
              </a:rPr>
              <a:t>delimiter,</a:t>
            </a:r>
            <a:r>
              <a:rPr sz="1800" spc="-155" dirty="0">
                <a:solidFill>
                  <a:srgbClr val="3C3C3C"/>
                </a:solidFill>
                <a:latin typeface="Trebuchet MS"/>
                <a:cs typeface="Trebuchet MS"/>
              </a:rPr>
              <a:t> </a:t>
            </a:r>
            <a:r>
              <a:rPr sz="1800" spc="-85" dirty="0">
                <a:solidFill>
                  <a:srgbClr val="3C3C3C"/>
                </a:solidFill>
                <a:latin typeface="Trebuchet MS"/>
                <a:cs typeface="Trebuchet MS"/>
              </a:rPr>
              <a:t>use</a:t>
            </a:r>
            <a:r>
              <a:rPr sz="1800" spc="5" dirty="0">
                <a:solidFill>
                  <a:srgbClr val="3C3C3C"/>
                </a:solidFill>
                <a:latin typeface="Trebuchet MS"/>
                <a:cs typeface="Trebuchet MS"/>
              </a:rPr>
              <a:t> </a:t>
            </a:r>
            <a:r>
              <a:rPr sz="1800" spc="-120" dirty="0">
                <a:solidFill>
                  <a:srgbClr val="3C3C3C"/>
                </a:solidFill>
                <a:latin typeface="Trebuchet MS"/>
                <a:cs typeface="Trebuchet MS"/>
              </a:rPr>
              <a:t>the</a:t>
            </a:r>
            <a:r>
              <a:rPr sz="1800" spc="35" dirty="0">
                <a:solidFill>
                  <a:srgbClr val="3C3C3C"/>
                </a:solidFill>
                <a:latin typeface="Trebuchet MS"/>
                <a:cs typeface="Trebuchet MS"/>
              </a:rPr>
              <a:t> </a:t>
            </a:r>
            <a:r>
              <a:rPr sz="1800" dirty="0">
                <a:solidFill>
                  <a:srgbClr val="3C3C3C"/>
                </a:solidFill>
                <a:latin typeface="Trebuchet MS"/>
                <a:cs typeface="Trebuchet MS"/>
              </a:rPr>
              <a:t>DELIMITER</a:t>
            </a:r>
            <a:r>
              <a:rPr sz="1800" spc="5" dirty="0">
                <a:solidFill>
                  <a:srgbClr val="3C3C3C"/>
                </a:solidFill>
                <a:latin typeface="Trebuchet MS"/>
                <a:cs typeface="Trebuchet MS"/>
              </a:rPr>
              <a:t> </a:t>
            </a:r>
            <a:r>
              <a:rPr sz="1800" spc="-45" dirty="0">
                <a:solidFill>
                  <a:srgbClr val="3C3C3C"/>
                </a:solidFill>
                <a:latin typeface="Trebuchet MS"/>
                <a:cs typeface="Trebuchet MS"/>
              </a:rPr>
              <a:t>command</a:t>
            </a:r>
            <a:endParaRPr sz="1800">
              <a:latin typeface="Trebuchet MS"/>
              <a:cs typeface="Trebuchet MS"/>
            </a:endParaRPr>
          </a:p>
          <a:p>
            <a:pPr marL="641985" lvl="1" indent="-304800">
              <a:lnSpc>
                <a:spcPct val="100000"/>
              </a:lnSpc>
              <a:spcBef>
                <a:spcPts val="1000"/>
              </a:spcBef>
              <a:buSzPct val="91666"/>
              <a:buFont typeface="Cambria"/>
              <a:buChar char="◾"/>
              <a:tabLst>
                <a:tab pos="641985" algn="l"/>
              </a:tabLst>
            </a:pPr>
            <a:r>
              <a:rPr sz="1800" b="1" dirty="0">
                <a:solidFill>
                  <a:srgbClr val="4590B8"/>
                </a:solidFill>
                <a:latin typeface="Consolas"/>
                <a:cs typeface="Consolas"/>
              </a:rPr>
              <a:t>DELIMITER</a:t>
            </a:r>
            <a:r>
              <a:rPr sz="1800" b="1" spc="-40" dirty="0">
                <a:solidFill>
                  <a:srgbClr val="4590B8"/>
                </a:solidFill>
                <a:latin typeface="Consolas"/>
                <a:cs typeface="Consolas"/>
              </a:rPr>
              <a:t> </a:t>
            </a:r>
            <a:r>
              <a:rPr sz="1800" b="1" spc="-25" dirty="0">
                <a:solidFill>
                  <a:srgbClr val="3C3C3C"/>
                </a:solidFill>
                <a:latin typeface="Consolas"/>
                <a:cs typeface="Consolas"/>
              </a:rPr>
              <a:t>//</a:t>
            </a:r>
            <a:endParaRPr sz="1800">
              <a:latin typeface="Consolas"/>
              <a:cs typeface="Consolas"/>
            </a:endParaRPr>
          </a:p>
          <a:p>
            <a:pPr lvl="1">
              <a:lnSpc>
                <a:spcPct val="100000"/>
              </a:lnSpc>
              <a:buClr>
                <a:srgbClr val="4590B8"/>
              </a:buClr>
              <a:buFont typeface="Cambria"/>
              <a:buChar char="◾"/>
            </a:pPr>
            <a:endParaRPr sz="1800">
              <a:latin typeface="Consolas"/>
              <a:cs typeface="Consolas"/>
            </a:endParaRPr>
          </a:p>
          <a:p>
            <a:pPr lvl="1">
              <a:lnSpc>
                <a:spcPct val="100000"/>
              </a:lnSpc>
              <a:spcBef>
                <a:spcPts val="5"/>
              </a:spcBef>
              <a:buClr>
                <a:srgbClr val="4590B8"/>
              </a:buClr>
              <a:buFont typeface="Cambria"/>
              <a:buChar char="◾"/>
            </a:pPr>
            <a:endParaRPr sz="1800">
              <a:latin typeface="Consolas"/>
              <a:cs typeface="Consolas"/>
            </a:endParaRPr>
          </a:p>
          <a:p>
            <a:pPr marL="641985" lvl="1" indent="-304800">
              <a:lnSpc>
                <a:spcPct val="100000"/>
              </a:lnSpc>
              <a:buSzPct val="91666"/>
              <a:buFont typeface="Cambria"/>
              <a:buChar char="◾"/>
              <a:tabLst>
                <a:tab pos="641985" algn="l"/>
              </a:tabLst>
            </a:pPr>
            <a:r>
              <a:rPr sz="1800" b="1" dirty="0">
                <a:solidFill>
                  <a:srgbClr val="4590B8"/>
                </a:solidFill>
                <a:latin typeface="Consolas"/>
                <a:cs typeface="Consolas"/>
              </a:rPr>
              <a:t>CREATE</a:t>
            </a:r>
            <a:r>
              <a:rPr sz="1800" b="1" spc="-50" dirty="0">
                <a:solidFill>
                  <a:srgbClr val="4590B8"/>
                </a:solidFill>
                <a:latin typeface="Consolas"/>
                <a:cs typeface="Consolas"/>
              </a:rPr>
              <a:t> </a:t>
            </a:r>
            <a:r>
              <a:rPr sz="1800" b="1" dirty="0">
                <a:solidFill>
                  <a:srgbClr val="4590B8"/>
                </a:solidFill>
                <a:latin typeface="Consolas"/>
                <a:cs typeface="Consolas"/>
              </a:rPr>
              <a:t>PROCEDURE</a:t>
            </a:r>
            <a:r>
              <a:rPr sz="1800" b="1" spc="-35" dirty="0">
                <a:solidFill>
                  <a:srgbClr val="4590B8"/>
                </a:solidFill>
                <a:latin typeface="Consolas"/>
                <a:cs typeface="Consolas"/>
              </a:rPr>
              <a:t> </a:t>
            </a:r>
            <a:r>
              <a:rPr sz="1800" b="1" dirty="0">
                <a:solidFill>
                  <a:srgbClr val="3C3C3C"/>
                </a:solidFill>
                <a:latin typeface="Consolas"/>
                <a:cs typeface="Consolas"/>
              </a:rPr>
              <a:t>show_all_movies</a:t>
            </a:r>
            <a:r>
              <a:rPr sz="1800" b="1" spc="-35" dirty="0">
                <a:solidFill>
                  <a:srgbClr val="3C3C3C"/>
                </a:solidFill>
                <a:latin typeface="Consolas"/>
                <a:cs typeface="Consolas"/>
              </a:rPr>
              <a:t> </a:t>
            </a:r>
            <a:r>
              <a:rPr sz="1800" b="1" spc="-25" dirty="0">
                <a:solidFill>
                  <a:srgbClr val="4590B8"/>
                </a:solidFill>
                <a:latin typeface="Consolas"/>
                <a:cs typeface="Consolas"/>
              </a:rPr>
              <a:t>()</a:t>
            </a:r>
            <a:endParaRPr sz="1800">
              <a:latin typeface="Consolas"/>
              <a:cs typeface="Consolas"/>
            </a:endParaRPr>
          </a:p>
          <a:p>
            <a:pPr marL="641985">
              <a:lnSpc>
                <a:spcPct val="100000"/>
              </a:lnSpc>
            </a:pPr>
            <a:r>
              <a:rPr sz="1800" b="1" spc="-10" dirty="0">
                <a:solidFill>
                  <a:srgbClr val="4590B8"/>
                </a:solidFill>
                <a:latin typeface="Consolas"/>
                <a:cs typeface="Consolas"/>
              </a:rPr>
              <a:t>BEGIN</a:t>
            </a:r>
            <a:endParaRPr sz="1800">
              <a:latin typeface="Consolas"/>
              <a:cs typeface="Consolas"/>
            </a:endParaRPr>
          </a:p>
          <a:p>
            <a:pPr marL="1017269" marR="1833245">
              <a:lnSpc>
                <a:spcPct val="100000"/>
              </a:lnSpc>
              <a:spcBef>
                <a:spcPts val="5"/>
              </a:spcBef>
            </a:pPr>
            <a:r>
              <a:rPr sz="1800" b="1" dirty="0">
                <a:solidFill>
                  <a:srgbClr val="3C3C3C"/>
                </a:solidFill>
                <a:latin typeface="Consolas"/>
                <a:cs typeface="Consolas"/>
              </a:rPr>
              <a:t>SELECT</a:t>
            </a:r>
            <a:r>
              <a:rPr sz="1800" b="1" spc="-40" dirty="0">
                <a:solidFill>
                  <a:srgbClr val="3C3C3C"/>
                </a:solidFill>
                <a:latin typeface="Consolas"/>
                <a:cs typeface="Consolas"/>
              </a:rPr>
              <a:t> </a:t>
            </a:r>
            <a:r>
              <a:rPr sz="1800" b="1" dirty="0">
                <a:solidFill>
                  <a:srgbClr val="3C3C3C"/>
                </a:solidFill>
                <a:latin typeface="Consolas"/>
                <a:cs typeface="Consolas"/>
              </a:rPr>
              <a:t>id,</a:t>
            </a:r>
            <a:r>
              <a:rPr sz="1800" b="1" spc="-25" dirty="0">
                <a:solidFill>
                  <a:srgbClr val="3C3C3C"/>
                </a:solidFill>
                <a:latin typeface="Consolas"/>
                <a:cs typeface="Consolas"/>
              </a:rPr>
              <a:t> </a:t>
            </a:r>
            <a:r>
              <a:rPr sz="1800" b="1" dirty="0">
                <a:solidFill>
                  <a:srgbClr val="3C3C3C"/>
                </a:solidFill>
                <a:latin typeface="Consolas"/>
                <a:cs typeface="Consolas"/>
              </a:rPr>
              <a:t>name,</a:t>
            </a:r>
            <a:r>
              <a:rPr sz="1800" b="1" spc="-20" dirty="0">
                <a:solidFill>
                  <a:srgbClr val="3C3C3C"/>
                </a:solidFill>
                <a:latin typeface="Consolas"/>
                <a:cs typeface="Consolas"/>
              </a:rPr>
              <a:t> </a:t>
            </a:r>
            <a:r>
              <a:rPr sz="1800" b="1" dirty="0">
                <a:solidFill>
                  <a:srgbClr val="3C3C3C"/>
                </a:solidFill>
                <a:latin typeface="Consolas"/>
                <a:cs typeface="Consolas"/>
              </a:rPr>
              <a:t>year,</a:t>
            </a:r>
            <a:r>
              <a:rPr sz="1800" b="1" spc="-25" dirty="0">
                <a:solidFill>
                  <a:srgbClr val="3C3C3C"/>
                </a:solidFill>
                <a:latin typeface="Consolas"/>
                <a:cs typeface="Consolas"/>
              </a:rPr>
              <a:t> </a:t>
            </a:r>
            <a:r>
              <a:rPr sz="1800" b="1" spc="-20" dirty="0">
                <a:solidFill>
                  <a:srgbClr val="3C3C3C"/>
                </a:solidFill>
                <a:latin typeface="Consolas"/>
                <a:cs typeface="Consolas"/>
              </a:rPr>
              <a:t>rank </a:t>
            </a:r>
            <a:r>
              <a:rPr sz="1800" b="1" dirty="0">
                <a:solidFill>
                  <a:srgbClr val="3C3C3C"/>
                </a:solidFill>
                <a:latin typeface="Consolas"/>
                <a:cs typeface="Consolas"/>
              </a:rPr>
              <a:t>FROM</a:t>
            </a:r>
            <a:r>
              <a:rPr sz="1800" b="1" spc="-15" dirty="0">
                <a:solidFill>
                  <a:srgbClr val="3C3C3C"/>
                </a:solidFill>
                <a:latin typeface="Consolas"/>
                <a:cs typeface="Consolas"/>
              </a:rPr>
              <a:t> </a:t>
            </a:r>
            <a:r>
              <a:rPr sz="1800" b="1" spc="-10" dirty="0">
                <a:solidFill>
                  <a:srgbClr val="3C3C3C"/>
                </a:solidFill>
                <a:latin typeface="Consolas"/>
                <a:cs typeface="Consolas"/>
              </a:rPr>
              <a:t>movies;</a:t>
            </a:r>
            <a:endParaRPr sz="1800">
              <a:latin typeface="Consolas"/>
              <a:cs typeface="Consolas"/>
            </a:endParaRPr>
          </a:p>
          <a:p>
            <a:pPr marL="641985">
              <a:lnSpc>
                <a:spcPct val="100000"/>
              </a:lnSpc>
            </a:pPr>
            <a:r>
              <a:rPr sz="1800" b="1" spc="-10" dirty="0">
                <a:solidFill>
                  <a:srgbClr val="4590B8"/>
                </a:solidFill>
                <a:latin typeface="Consolas"/>
                <a:cs typeface="Consolas"/>
              </a:rPr>
              <a:t>END</a:t>
            </a:r>
            <a:r>
              <a:rPr sz="1800" b="1" spc="-10" dirty="0">
                <a:solidFill>
                  <a:srgbClr val="3C3C3C"/>
                </a:solidFill>
                <a:latin typeface="Consolas"/>
                <a:cs typeface="Consolas"/>
              </a:rPr>
              <a:t>//</a:t>
            </a:r>
            <a:endParaRPr sz="1800">
              <a:latin typeface="Consolas"/>
              <a:cs typeface="Consolas"/>
            </a:endParaRPr>
          </a:p>
          <a:p>
            <a:pPr>
              <a:lnSpc>
                <a:spcPct val="100000"/>
              </a:lnSpc>
            </a:pPr>
            <a:endParaRPr sz="1800">
              <a:latin typeface="Consolas"/>
              <a:cs typeface="Consolas"/>
            </a:endParaRPr>
          </a:p>
          <a:p>
            <a:pPr>
              <a:lnSpc>
                <a:spcPct val="100000"/>
              </a:lnSpc>
              <a:spcBef>
                <a:spcPts val="5"/>
              </a:spcBef>
            </a:pPr>
            <a:endParaRPr sz="1800">
              <a:latin typeface="Consolas"/>
              <a:cs typeface="Consolas"/>
            </a:endParaRPr>
          </a:p>
          <a:p>
            <a:pPr marL="641985" lvl="1" indent="-304800">
              <a:lnSpc>
                <a:spcPct val="100000"/>
              </a:lnSpc>
              <a:spcBef>
                <a:spcPts val="5"/>
              </a:spcBef>
              <a:buSzPct val="91666"/>
              <a:buFont typeface="Cambria"/>
              <a:buChar char="◾"/>
              <a:tabLst>
                <a:tab pos="641985" algn="l"/>
              </a:tabLst>
            </a:pPr>
            <a:r>
              <a:rPr sz="1800" b="1" dirty="0">
                <a:solidFill>
                  <a:srgbClr val="4590B8"/>
                </a:solidFill>
                <a:latin typeface="Consolas"/>
                <a:cs typeface="Consolas"/>
              </a:rPr>
              <a:t>DELIMITER</a:t>
            </a:r>
            <a:r>
              <a:rPr sz="1800" b="1" spc="-65" dirty="0">
                <a:solidFill>
                  <a:srgbClr val="4590B8"/>
                </a:solidFill>
                <a:latin typeface="Consolas"/>
                <a:cs typeface="Consolas"/>
              </a:rPr>
              <a:t> </a:t>
            </a:r>
            <a:r>
              <a:rPr sz="1800" b="1" spc="-50" dirty="0">
                <a:solidFill>
                  <a:srgbClr val="3C3C3C"/>
                </a:solidFill>
                <a:latin typeface="Consolas"/>
                <a:cs typeface="Consolas"/>
              </a:rPr>
              <a:t>;</a:t>
            </a:r>
            <a:endParaRPr sz="1800">
              <a:latin typeface="Consolas"/>
              <a:cs typeface="Consola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070165"/>
          </a:xfrm>
          <a:prstGeom prst="rect">
            <a:avLst/>
          </a:prstGeom>
          <a:solidFill>
            <a:srgbClr val="1A315F"/>
          </a:solidFill>
        </p:spPr>
        <p:txBody>
          <a:bodyPr vert="horz" wrap="square" lIns="0" tIns="206375" rIns="0" bIns="0" rtlCol="0">
            <a:spAutoFit/>
          </a:bodyPr>
          <a:lstStyle/>
          <a:p>
            <a:pPr>
              <a:lnSpc>
                <a:spcPct val="100000"/>
              </a:lnSpc>
              <a:spcBef>
                <a:spcPts val="1625"/>
              </a:spcBef>
            </a:pPr>
            <a:endParaRPr sz="2800" dirty="0">
              <a:latin typeface="Times New Roman"/>
              <a:cs typeface="Times New Roman"/>
            </a:endParaRPr>
          </a:p>
          <a:p>
            <a:pPr marL="231775">
              <a:lnSpc>
                <a:spcPct val="100000"/>
              </a:lnSpc>
            </a:pPr>
            <a:r>
              <a:rPr lang="en-US" sz="2800" spc="-20" dirty="0">
                <a:solidFill>
                  <a:srgbClr val="FFFFFF"/>
                </a:solidFill>
              </a:rPr>
              <a:t>Definition of CTEs</a:t>
            </a:r>
            <a:endParaRPr sz="2800" dirty="0"/>
          </a:p>
        </p:txBody>
      </p:sp>
      <p:sp>
        <p:nvSpPr>
          <p:cNvPr id="3" name="object 3"/>
          <p:cNvSpPr txBox="1"/>
          <p:nvPr/>
        </p:nvSpPr>
        <p:spPr>
          <a:xfrm>
            <a:off x="659993" y="2622892"/>
            <a:ext cx="10873105" cy="2680221"/>
          </a:xfrm>
          <a:prstGeom prst="rect">
            <a:avLst/>
          </a:prstGeom>
        </p:spPr>
        <p:txBody>
          <a:bodyPr vert="horz" wrap="square" lIns="0" tIns="154940" rIns="0" bIns="0" rtlCol="0">
            <a:spAutoFit/>
          </a:bodyPr>
          <a:lstStyle/>
          <a:p>
            <a:pPr marL="318770" indent="-306070">
              <a:lnSpc>
                <a:spcPct val="100000"/>
              </a:lnSpc>
              <a:spcBef>
                <a:spcPts val="1220"/>
              </a:spcBef>
              <a:buClr>
                <a:srgbClr val="4590B8"/>
              </a:buClr>
              <a:buSzPct val="91666"/>
              <a:buFont typeface="Cambria"/>
              <a:buChar char="◾"/>
              <a:tabLst>
                <a:tab pos="318770" algn="l"/>
              </a:tabLst>
            </a:pPr>
            <a:r>
              <a:rPr lang="en-US" dirty="0"/>
              <a:t>A </a:t>
            </a:r>
            <a:r>
              <a:rPr lang="en-US" b="1" dirty="0"/>
              <a:t>Common Table Expression</a:t>
            </a:r>
            <a:r>
              <a:rPr lang="en-US" dirty="0"/>
              <a:t> (CTE) is like a named subquery. It functions as a virtual table that only its main query can access. CTEs can help simplify, shorten, and organize your code</a:t>
            </a:r>
          </a:p>
          <a:p>
            <a:pPr marL="318770" indent="-306070">
              <a:lnSpc>
                <a:spcPct val="100000"/>
              </a:lnSpc>
              <a:spcBef>
                <a:spcPts val="1220"/>
              </a:spcBef>
              <a:buClr>
                <a:srgbClr val="4590B8"/>
              </a:buClr>
              <a:buSzPct val="91666"/>
              <a:buFont typeface="Cambria"/>
              <a:buChar char="◾"/>
              <a:tabLst>
                <a:tab pos="318770" algn="l"/>
              </a:tabLst>
            </a:pPr>
            <a:r>
              <a:rPr lang="en-US" dirty="0"/>
              <a:t>CTE provide a way to break down complex queries into more manageable and understandable parts, improving readability and maintainability</a:t>
            </a:r>
          </a:p>
          <a:p>
            <a:pPr marL="318770" indent="-306070">
              <a:lnSpc>
                <a:spcPct val="100000"/>
              </a:lnSpc>
              <a:spcBef>
                <a:spcPts val="1220"/>
              </a:spcBef>
              <a:buClr>
                <a:srgbClr val="4590B8"/>
              </a:buClr>
              <a:buSzPct val="91666"/>
              <a:buFont typeface="Cambria"/>
              <a:buChar char="◾"/>
              <a:tabLst>
                <a:tab pos="318770" algn="l"/>
              </a:tabLst>
            </a:pPr>
            <a:r>
              <a:rPr lang="en-US" dirty="0"/>
              <a:t>Common Table Expressions (CTEs) are a valuable feature in SQL that provides a way to organize and simplify complex queries. They are particularly useful for recursive queries, data transformation, code reusability, and improving query readability. By mastering CTEs, SQL developers can write more efficient and maintainable code for handling diverse data processing tasks</a:t>
            </a:r>
            <a:endParaRPr dirty="0">
              <a:latin typeface="Trebuchet MS"/>
              <a:cs typeface="Trebuchet M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070165"/>
          </a:xfrm>
          <a:prstGeom prst="rect">
            <a:avLst/>
          </a:prstGeom>
          <a:solidFill>
            <a:srgbClr val="1A315F"/>
          </a:solidFill>
        </p:spPr>
        <p:txBody>
          <a:bodyPr vert="horz" wrap="square" lIns="0" tIns="206375" rIns="0" bIns="0" rtlCol="0">
            <a:spAutoFit/>
          </a:bodyPr>
          <a:lstStyle/>
          <a:p>
            <a:pPr>
              <a:lnSpc>
                <a:spcPct val="100000"/>
              </a:lnSpc>
              <a:spcBef>
                <a:spcPts val="1625"/>
              </a:spcBef>
            </a:pPr>
            <a:endParaRPr sz="2800" dirty="0">
              <a:latin typeface="Times New Roman"/>
              <a:cs typeface="Times New Roman"/>
            </a:endParaRPr>
          </a:p>
          <a:p>
            <a:pPr marL="231775">
              <a:lnSpc>
                <a:spcPct val="100000"/>
              </a:lnSpc>
            </a:pPr>
            <a:r>
              <a:rPr lang="en-US" sz="2800" spc="-20" dirty="0">
                <a:solidFill>
                  <a:srgbClr val="FFFFFF"/>
                </a:solidFill>
              </a:rPr>
              <a:t>Syntax of CTEs</a:t>
            </a:r>
            <a:endParaRPr sz="2800" dirty="0"/>
          </a:p>
        </p:txBody>
      </p:sp>
      <p:pic>
        <p:nvPicPr>
          <p:cNvPr id="4" name="Picture 3"/>
          <p:cNvPicPr>
            <a:picLocks noChangeAspect="1"/>
          </p:cNvPicPr>
          <p:nvPr/>
        </p:nvPicPr>
        <p:blipFill>
          <a:blip r:embed="rId2"/>
          <a:stretch>
            <a:fillRect/>
          </a:stretch>
        </p:blipFill>
        <p:spPr>
          <a:xfrm>
            <a:off x="609600" y="1828800"/>
            <a:ext cx="6849812" cy="3200400"/>
          </a:xfrm>
          <a:prstGeom prst="rect">
            <a:avLst/>
          </a:prstGeom>
        </p:spPr>
      </p:pic>
      <p:pic>
        <p:nvPicPr>
          <p:cNvPr id="5" name="Picture 4"/>
          <p:cNvPicPr>
            <a:picLocks noChangeAspect="1"/>
          </p:cNvPicPr>
          <p:nvPr/>
        </p:nvPicPr>
        <p:blipFill>
          <a:blip r:embed="rId3"/>
          <a:stretch>
            <a:fillRect/>
          </a:stretch>
        </p:blipFill>
        <p:spPr>
          <a:xfrm>
            <a:off x="6629399" y="2819400"/>
            <a:ext cx="4376519" cy="3276600"/>
          </a:xfrm>
          <a:prstGeom prst="rect">
            <a:avLst/>
          </a:prstGeom>
        </p:spPr>
      </p:pic>
    </p:spTree>
    <p:extLst>
      <p:ext uri="{BB962C8B-B14F-4D97-AF65-F5344CB8AC3E}">
        <p14:creationId xmlns:p14="http://schemas.microsoft.com/office/powerpoint/2010/main" val="39057431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070165"/>
          </a:xfrm>
          <a:prstGeom prst="rect">
            <a:avLst/>
          </a:prstGeom>
          <a:solidFill>
            <a:srgbClr val="1A315F"/>
          </a:solidFill>
        </p:spPr>
        <p:txBody>
          <a:bodyPr vert="horz" wrap="square" lIns="0" tIns="206375" rIns="0" bIns="0" rtlCol="0">
            <a:spAutoFit/>
          </a:bodyPr>
          <a:lstStyle/>
          <a:p>
            <a:pPr>
              <a:lnSpc>
                <a:spcPct val="100000"/>
              </a:lnSpc>
              <a:spcBef>
                <a:spcPts val="1625"/>
              </a:spcBef>
            </a:pPr>
            <a:endParaRPr sz="2800" dirty="0">
              <a:latin typeface="Times New Roman"/>
              <a:cs typeface="Times New Roman"/>
            </a:endParaRPr>
          </a:p>
          <a:p>
            <a:pPr marL="231775">
              <a:lnSpc>
                <a:spcPct val="100000"/>
              </a:lnSpc>
            </a:pPr>
            <a:r>
              <a:rPr lang="en-US" sz="2800" spc="-20" dirty="0">
                <a:solidFill>
                  <a:srgbClr val="FFFFFF"/>
                </a:solidFill>
              </a:rPr>
              <a:t>Recursive CTEs</a:t>
            </a:r>
            <a:endParaRPr sz="2800" dirty="0"/>
          </a:p>
        </p:txBody>
      </p:sp>
      <p:sp>
        <p:nvSpPr>
          <p:cNvPr id="3" name="object 3"/>
          <p:cNvSpPr txBox="1"/>
          <p:nvPr/>
        </p:nvSpPr>
        <p:spPr>
          <a:xfrm>
            <a:off x="6553200" y="2362200"/>
            <a:ext cx="4740020" cy="3357329"/>
          </a:xfrm>
          <a:prstGeom prst="rect">
            <a:avLst/>
          </a:prstGeom>
        </p:spPr>
        <p:txBody>
          <a:bodyPr vert="horz" wrap="square" lIns="0" tIns="154940" rIns="0" bIns="0" rtlCol="0">
            <a:spAutoFit/>
          </a:bodyPr>
          <a:lstStyle/>
          <a:p>
            <a:pPr marL="318770" indent="-306070" algn="just">
              <a:lnSpc>
                <a:spcPct val="100000"/>
              </a:lnSpc>
              <a:spcBef>
                <a:spcPts val="1220"/>
              </a:spcBef>
              <a:buClr>
                <a:srgbClr val="4590B8"/>
              </a:buClr>
              <a:buSzPct val="91666"/>
              <a:buFont typeface="Cambria"/>
              <a:buChar char="◾"/>
              <a:tabLst>
                <a:tab pos="318770" algn="l"/>
              </a:tabLst>
            </a:pPr>
            <a:r>
              <a:rPr lang="en-US" dirty="0"/>
              <a:t>Suppose we have a table Employees with columns EmployeeID, Name and ManagerID where ManagerID refers to the EmployeeID of the manager. We can use a recursive CTE to retrieve the hierarchical structure of employees and their managers</a:t>
            </a:r>
          </a:p>
          <a:p>
            <a:pPr marL="318770" indent="-306070" algn="just">
              <a:lnSpc>
                <a:spcPct val="100000"/>
              </a:lnSpc>
              <a:spcBef>
                <a:spcPts val="1220"/>
              </a:spcBef>
              <a:buClr>
                <a:srgbClr val="4590B8"/>
              </a:buClr>
              <a:buSzPct val="91666"/>
              <a:buFont typeface="Cambria"/>
              <a:buChar char="◾"/>
              <a:tabLst>
                <a:tab pos="318770" algn="l"/>
              </a:tabLst>
            </a:pPr>
            <a:r>
              <a:rPr lang="en-US" dirty="0"/>
              <a:t>This recursive CTE starts with the employee whose EmployeeID is 1 and then recursively retrieves all employees reporting to that employee and their managers</a:t>
            </a:r>
            <a:endParaRPr dirty="0">
              <a:latin typeface="Trebuchet MS"/>
              <a:cs typeface="Trebuchet MS"/>
            </a:endParaRPr>
          </a:p>
        </p:txBody>
      </p:sp>
      <p:pic>
        <p:nvPicPr>
          <p:cNvPr id="4" name="Picture 3"/>
          <p:cNvPicPr>
            <a:picLocks noChangeAspect="1"/>
          </p:cNvPicPr>
          <p:nvPr/>
        </p:nvPicPr>
        <p:blipFill>
          <a:blip r:embed="rId2"/>
          <a:stretch>
            <a:fillRect/>
          </a:stretch>
        </p:blipFill>
        <p:spPr>
          <a:xfrm>
            <a:off x="304800" y="3733800"/>
            <a:ext cx="5638801" cy="2595172"/>
          </a:xfrm>
          <a:prstGeom prst="rect">
            <a:avLst/>
          </a:prstGeom>
        </p:spPr>
      </p:pic>
      <p:pic>
        <p:nvPicPr>
          <p:cNvPr id="5" name="Picture 4"/>
          <p:cNvPicPr>
            <a:picLocks noChangeAspect="1"/>
          </p:cNvPicPr>
          <p:nvPr/>
        </p:nvPicPr>
        <p:blipFill>
          <a:blip r:embed="rId3"/>
          <a:stretch>
            <a:fillRect/>
          </a:stretch>
        </p:blipFill>
        <p:spPr>
          <a:xfrm>
            <a:off x="503638" y="1981200"/>
            <a:ext cx="5572125" cy="1533525"/>
          </a:xfrm>
          <a:prstGeom prst="rect">
            <a:avLst/>
          </a:prstGeom>
        </p:spPr>
      </p:pic>
    </p:spTree>
    <p:extLst>
      <p:ext uri="{BB962C8B-B14F-4D97-AF65-F5344CB8AC3E}">
        <p14:creationId xmlns:p14="http://schemas.microsoft.com/office/powerpoint/2010/main" val="28897846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070165"/>
          </a:xfrm>
          <a:prstGeom prst="rect">
            <a:avLst/>
          </a:prstGeom>
          <a:solidFill>
            <a:srgbClr val="1A315F"/>
          </a:solidFill>
        </p:spPr>
        <p:txBody>
          <a:bodyPr vert="horz" wrap="square" lIns="0" tIns="206375" rIns="0" bIns="0" rtlCol="0">
            <a:spAutoFit/>
          </a:bodyPr>
          <a:lstStyle/>
          <a:p>
            <a:pPr>
              <a:lnSpc>
                <a:spcPct val="100000"/>
              </a:lnSpc>
              <a:spcBef>
                <a:spcPts val="1625"/>
              </a:spcBef>
            </a:pPr>
            <a:endParaRPr sz="2800" dirty="0">
              <a:latin typeface="Times New Roman"/>
              <a:cs typeface="Times New Roman"/>
            </a:endParaRPr>
          </a:p>
          <a:p>
            <a:pPr marL="231775">
              <a:lnSpc>
                <a:spcPct val="100000"/>
              </a:lnSpc>
            </a:pPr>
            <a:r>
              <a:rPr lang="en-US" sz="2800" spc="-20" dirty="0">
                <a:solidFill>
                  <a:srgbClr val="FFFFFF"/>
                </a:solidFill>
              </a:rPr>
              <a:t>Data Transformation CTEs</a:t>
            </a:r>
            <a:endParaRPr sz="2800" dirty="0"/>
          </a:p>
        </p:txBody>
      </p:sp>
      <p:sp>
        <p:nvSpPr>
          <p:cNvPr id="3" name="object 3"/>
          <p:cNvSpPr txBox="1"/>
          <p:nvPr/>
        </p:nvSpPr>
        <p:spPr>
          <a:xfrm>
            <a:off x="6248400" y="2514600"/>
            <a:ext cx="5502021" cy="2803332"/>
          </a:xfrm>
          <a:prstGeom prst="rect">
            <a:avLst/>
          </a:prstGeom>
        </p:spPr>
        <p:txBody>
          <a:bodyPr vert="horz" wrap="square" lIns="0" tIns="154940" rIns="0" bIns="0" rtlCol="0">
            <a:spAutoFit/>
          </a:bodyPr>
          <a:lstStyle/>
          <a:p>
            <a:pPr marL="318770" indent="-306070" algn="just">
              <a:lnSpc>
                <a:spcPct val="100000"/>
              </a:lnSpc>
              <a:spcBef>
                <a:spcPts val="1220"/>
              </a:spcBef>
              <a:buClr>
                <a:srgbClr val="4590B8"/>
              </a:buClr>
              <a:buSzPct val="91666"/>
              <a:buFont typeface="Cambria"/>
              <a:buChar char="◾"/>
              <a:tabLst>
                <a:tab pos="318770" algn="l"/>
              </a:tabLst>
            </a:pPr>
            <a:r>
              <a:rPr lang="en-US" dirty="0"/>
              <a:t>Suppose we have a table Orders with columns OrderID, CustomerID, OrderDate and TotalAmount. We want to calculate the total revenue generated by each customer in the year 2023</a:t>
            </a:r>
          </a:p>
          <a:p>
            <a:pPr marL="318770" indent="-306070" algn="just">
              <a:lnSpc>
                <a:spcPct val="100000"/>
              </a:lnSpc>
              <a:spcBef>
                <a:spcPts val="1220"/>
              </a:spcBef>
              <a:buClr>
                <a:srgbClr val="4590B8"/>
              </a:buClr>
              <a:buSzPct val="91666"/>
              <a:buFont typeface="Cambria"/>
              <a:buChar char="◾"/>
              <a:tabLst>
                <a:tab pos="318770" algn="l"/>
              </a:tabLst>
            </a:pPr>
            <a:r>
              <a:rPr lang="en-US" dirty="0"/>
              <a:t>In this example, the CTE RevenueByCustomer calculates the total revenue for each customer in the year 2023, and then the main query selects and displays the results</a:t>
            </a:r>
            <a:endParaRPr dirty="0">
              <a:latin typeface="Trebuchet MS"/>
              <a:cs typeface="Trebuchet MS"/>
            </a:endParaRPr>
          </a:p>
        </p:txBody>
      </p:sp>
      <p:pic>
        <p:nvPicPr>
          <p:cNvPr id="5" name="Picture 4"/>
          <p:cNvPicPr>
            <a:picLocks noChangeAspect="1"/>
          </p:cNvPicPr>
          <p:nvPr/>
        </p:nvPicPr>
        <p:blipFill>
          <a:blip r:embed="rId2"/>
          <a:stretch>
            <a:fillRect/>
          </a:stretch>
        </p:blipFill>
        <p:spPr>
          <a:xfrm>
            <a:off x="304800" y="2514600"/>
            <a:ext cx="5638800" cy="2667000"/>
          </a:xfrm>
          <a:prstGeom prst="rect">
            <a:avLst/>
          </a:prstGeom>
        </p:spPr>
      </p:pic>
    </p:spTree>
    <p:extLst>
      <p:ext uri="{BB962C8B-B14F-4D97-AF65-F5344CB8AC3E}">
        <p14:creationId xmlns:p14="http://schemas.microsoft.com/office/powerpoint/2010/main" val="7559723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070165"/>
          </a:xfrm>
          <a:prstGeom prst="rect">
            <a:avLst/>
          </a:prstGeom>
          <a:solidFill>
            <a:srgbClr val="1A315F"/>
          </a:solidFill>
        </p:spPr>
        <p:txBody>
          <a:bodyPr vert="horz" wrap="square" lIns="0" tIns="206375" rIns="0" bIns="0" rtlCol="0">
            <a:spAutoFit/>
          </a:bodyPr>
          <a:lstStyle/>
          <a:p>
            <a:pPr>
              <a:lnSpc>
                <a:spcPct val="100000"/>
              </a:lnSpc>
              <a:spcBef>
                <a:spcPts val="1625"/>
              </a:spcBef>
            </a:pPr>
            <a:endParaRPr sz="2800" dirty="0">
              <a:latin typeface="Times New Roman"/>
              <a:cs typeface="Times New Roman"/>
            </a:endParaRPr>
          </a:p>
          <a:p>
            <a:pPr marL="231775">
              <a:lnSpc>
                <a:spcPct val="100000"/>
              </a:lnSpc>
            </a:pPr>
            <a:r>
              <a:rPr lang="en-US" sz="2800" spc="-20" dirty="0">
                <a:solidFill>
                  <a:srgbClr val="FFFFFF"/>
                </a:solidFill>
              </a:rPr>
              <a:t>Defines two or more CTEs and use them in main query</a:t>
            </a:r>
            <a:endParaRPr sz="2800" dirty="0"/>
          </a:p>
        </p:txBody>
      </p:sp>
      <p:pic>
        <p:nvPicPr>
          <p:cNvPr id="4" name="Picture 3"/>
          <p:cNvPicPr>
            <a:picLocks noChangeAspect="1"/>
          </p:cNvPicPr>
          <p:nvPr/>
        </p:nvPicPr>
        <p:blipFill>
          <a:blip r:embed="rId2"/>
          <a:stretch>
            <a:fillRect/>
          </a:stretch>
        </p:blipFill>
        <p:spPr>
          <a:xfrm>
            <a:off x="440436" y="1679421"/>
            <a:ext cx="5105400" cy="5097112"/>
          </a:xfrm>
          <a:prstGeom prst="rect">
            <a:avLst/>
          </a:prstGeom>
        </p:spPr>
      </p:pic>
      <p:sp>
        <p:nvSpPr>
          <p:cNvPr id="6" name="Rectangle 1"/>
          <p:cNvSpPr>
            <a:spLocks noChangeArrowheads="1"/>
          </p:cNvSpPr>
          <p:nvPr/>
        </p:nvSpPr>
        <p:spPr bwMode="auto">
          <a:xfrm>
            <a:off x="5029200" y="2292340"/>
            <a:ext cx="6553200" cy="3416320"/>
          </a:xfrm>
          <a:prstGeom prst="rect">
            <a:avLst/>
          </a:prstGeom>
          <a:solidFill>
            <a:srgbClr val="EEF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D2D2D"/>
                </a:solidFill>
                <a:effectLst/>
                <a:latin typeface="oxygen"/>
              </a:rPr>
              <a:t>The query define two CTEs, </a:t>
            </a:r>
            <a:r>
              <a:rPr kumimoji="0" lang="en-US" altLang="en-US" sz="2400" b="0" i="0" u="none" strike="noStrike" cap="none" normalizeH="0" baseline="0" dirty="0">
                <a:ln>
                  <a:noFill/>
                </a:ln>
                <a:solidFill>
                  <a:srgbClr val="4424A9"/>
                </a:solidFill>
                <a:effectLst/>
                <a:latin typeface="fira code"/>
              </a:rPr>
              <a:t>london1_monthly_revenue</a:t>
            </a:r>
            <a:r>
              <a:rPr kumimoji="0" lang="en-US" altLang="en-US" sz="2400" b="0" i="0" u="none" strike="noStrike" cap="none" normalizeH="0" baseline="0" dirty="0">
                <a:ln>
                  <a:noFill/>
                </a:ln>
                <a:solidFill>
                  <a:srgbClr val="2D2D2D"/>
                </a:solidFill>
                <a:effectLst/>
                <a:latin typeface="oxygen"/>
              </a:rPr>
              <a:t> and </a:t>
            </a:r>
            <a:r>
              <a:rPr kumimoji="0" lang="en-US" altLang="en-US" sz="2400" b="0" i="0" u="none" strike="noStrike" cap="none" normalizeH="0" baseline="0" dirty="0">
                <a:ln>
                  <a:noFill/>
                </a:ln>
                <a:solidFill>
                  <a:srgbClr val="4424A9"/>
                </a:solidFill>
                <a:effectLst/>
                <a:latin typeface="fira code"/>
              </a:rPr>
              <a:t>london2_monthly_revenue</a:t>
            </a:r>
            <a:r>
              <a:rPr kumimoji="0" lang="en-US" altLang="en-US" sz="2400" b="0" i="0" u="none" strike="noStrike" cap="none" normalizeH="0" baseline="0" dirty="0">
                <a:ln>
                  <a:noFill/>
                </a:ln>
                <a:solidFill>
                  <a:srgbClr val="2D2D2D"/>
                </a:solidFill>
                <a:effectLst/>
                <a:latin typeface="oxygen"/>
              </a:rPr>
              <a:t>, to obtain the monthly revenue in 2021 for each branch in London.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solidFill>
                <a:srgbClr val="2D2D2D"/>
              </a:solidFill>
              <a:latin typeface="oxygen"/>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D2D2D"/>
                </a:solidFill>
                <a:effectLst/>
                <a:latin typeface="oxygen"/>
              </a:rPr>
              <a:t>Finally, it joins both CTEs using the month column and calculate the total revenue for London by adding up the revenues of the two branches</a:t>
            </a:r>
            <a:r>
              <a:rPr kumimoji="0" lang="en-US" altLang="en-US" sz="2400" b="0" i="0" u="none" strike="noStrike" cap="none" normalizeH="0" baseline="0" dirty="0">
                <a:ln>
                  <a:noFill/>
                </a:ln>
                <a:solidFill>
                  <a:schemeClr val="tx1"/>
                </a:solidFill>
                <a:effectLst/>
              </a:rPr>
              <a:t> </a:t>
            </a:r>
          </a:p>
        </p:txBody>
      </p:sp>
    </p:spTree>
    <p:extLst>
      <p:ext uri="{BB962C8B-B14F-4D97-AF65-F5344CB8AC3E}">
        <p14:creationId xmlns:p14="http://schemas.microsoft.com/office/powerpoint/2010/main" val="2522731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070165"/>
          </a:xfrm>
          <a:prstGeom prst="rect">
            <a:avLst/>
          </a:prstGeom>
          <a:solidFill>
            <a:srgbClr val="1A315F"/>
          </a:solidFill>
        </p:spPr>
        <p:txBody>
          <a:bodyPr vert="horz" wrap="square" lIns="0" tIns="206375" rIns="0" bIns="0" rtlCol="0">
            <a:spAutoFit/>
          </a:bodyPr>
          <a:lstStyle/>
          <a:p>
            <a:pPr>
              <a:lnSpc>
                <a:spcPct val="100000"/>
              </a:lnSpc>
              <a:spcBef>
                <a:spcPts val="1625"/>
              </a:spcBef>
            </a:pPr>
            <a:endParaRPr sz="2800" dirty="0">
              <a:latin typeface="Times New Roman"/>
              <a:cs typeface="Times New Roman"/>
            </a:endParaRPr>
          </a:p>
          <a:p>
            <a:pPr marL="231775">
              <a:lnSpc>
                <a:spcPct val="100000"/>
              </a:lnSpc>
            </a:pPr>
            <a:r>
              <a:rPr lang="en-US" sz="2800" spc="-20" dirty="0">
                <a:solidFill>
                  <a:srgbClr val="FFFFFF"/>
                </a:solidFill>
              </a:rPr>
              <a:t>Definition of SQL Window Function</a:t>
            </a:r>
            <a:endParaRPr sz="2800" dirty="0"/>
          </a:p>
        </p:txBody>
      </p:sp>
      <p:sp>
        <p:nvSpPr>
          <p:cNvPr id="3" name="object 3"/>
          <p:cNvSpPr txBox="1"/>
          <p:nvPr/>
        </p:nvSpPr>
        <p:spPr>
          <a:xfrm>
            <a:off x="658875" y="1828800"/>
            <a:ext cx="10873105" cy="1972335"/>
          </a:xfrm>
          <a:prstGeom prst="rect">
            <a:avLst/>
          </a:prstGeom>
        </p:spPr>
        <p:txBody>
          <a:bodyPr vert="horz" wrap="square" lIns="0" tIns="154940" rIns="0" bIns="0" rtlCol="0">
            <a:spAutoFit/>
          </a:bodyPr>
          <a:lstStyle/>
          <a:p>
            <a:pPr marL="318770" indent="-306070">
              <a:lnSpc>
                <a:spcPct val="100000"/>
              </a:lnSpc>
              <a:spcBef>
                <a:spcPts val="1220"/>
              </a:spcBef>
              <a:buClr>
                <a:srgbClr val="4590B8"/>
              </a:buClr>
              <a:buSzPct val="91666"/>
              <a:buFont typeface="Cambria"/>
              <a:buChar char="◾"/>
              <a:tabLst>
                <a:tab pos="318770" algn="l"/>
              </a:tabLst>
            </a:pPr>
            <a:r>
              <a:rPr lang="en-US" dirty="0"/>
              <a:t>A </a:t>
            </a:r>
            <a:r>
              <a:rPr lang="en-US" i="1" dirty="0"/>
              <a:t>window function</a:t>
            </a:r>
            <a:r>
              <a:rPr lang="en-US" dirty="0"/>
              <a:t> performs a calculation across a set of table rows that are somehow related to the current row. </a:t>
            </a:r>
          </a:p>
          <a:p>
            <a:pPr marL="318770" indent="-306070">
              <a:lnSpc>
                <a:spcPct val="100000"/>
              </a:lnSpc>
              <a:spcBef>
                <a:spcPts val="1220"/>
              </a:spcBef>
              <a:buClr>
                <a:srgbClr val="4590B8"/>
              </a:buClr>
              <a:buSzPct val="91666"/>
              <a:buFont typeface="Cambria"/>
              <a:buChar char="◾"/>
              <a:tabLst>
                <a:tab pos="318770" algn="l"/>
              </a:tabLst>
            </a:pPr>
            <a:r>
              <a:rPr lang="en-US" dirty="0"/>
              <a:t>This is comparable to the type of calculation that can be done with an aggregate function. But unlike regular aggregate functions, use of a window function does not cause rows to become grouped into a single output row — the rows retain their separate identities. Behind the scenes, the window function is able to access more than just the current row of the query result.</a:t>
            </a:r>
            <a:endParaRPr dirty="0">
              <a:latin typeface="Trebuchet MS"/>
              <a:cs typeface="Trebuchet MS"/>
            </a:endParaRPr>
          </a:p>
        </p:txBody>
      </p:sp>
      <p:pic>
        <p:nvPicPr>
          <p:cNvPr id="4" name="Picture 3"/>
          <p:cNvPicPr>
            <a:picLocks noChangeAspect="1"/>
          </p:cNvPicPr>
          <p:nvPr/>
        </p:nvPicPr>
        <p:blipFill>
          <a:blip r:embed="rId2"/>
          <a:stretch>
            <a:fillRect/>
          </a:stretch>
        </p:blipFill>
        <p:spPr>
          <a:xfrm>
            <a:off x="2209800" y="4267200"/>
            <a:ext cx="7410450" cy="1799869"/>
          </a:xfrm>
          <a:prstGeom prst="rect">
            <a:avLst/>
          </a:prstGeom>
        </p:spPr>
      </p:pic>
    </p:spTree>
    <p:extLst>
      <p:ext uri="{BB962C8B-B14F-4D97-AF65-F5344CB8AC3E}">
        <p14:creationId xmlns:p14="http://schemas.microsoft.com/office/powerpoint/2010/main" val="5312156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070165"/>
          </a:xfrm>
          <a:prstGeom prst="rect">
            <a:avLst/>
          </a:prstGeom>
          <a:solidFill>
            <a:srgbClr val="1A315F"/>
          </a:solidFill>
        </p:spPr>
        <p:txBody>
          <a:bodyPr vert="horz" wrap="square" lIns="0" tIns="206375" rIns="0" bIns="0" rtlCol="0">
            <a:spAutoFit/>
          </a:bodyPr>
          <a:lstStyle/>
          <a:p>
            <a:pPr>
              <a:lnSpc>
                <a:spcPct val="100000"/>
              </a:lnSpc>
              <a:spcBef>
                <a:spcPts val="1625"/>
              </a:spcBef>
            </a:pPr>
            <a:endParaRPr sz="2800" dirty="0">
              <a:latin typeface="Times New Roman"/>
              <a:cs typeface="Times New Roman"/>
            </a:endParaRPr>
          </a:p>
          <a:p>
            <a:pPr marL="231775">
              <a:lnSpc>
                <a:spcPct val="100000"/>
              </a:lnSpc>
            </a:pPr>
            <a:r>
              <a:rPr lang="en-US" sz="2800" spc="-20" dirty="0">
                <a:solidFill>
                  <a:srgbClr val="FFFFFF"/>
                </a:solidFill>
              </a:rPr>
              <a:t>Definition of SQL Window Function</a:t>
            </a:r>
            <a:endParaRPr sz="2800" dirty="0"/>
          </a:p>
        </p:txBody>
      </p:sp>
      <p:pic>
        <p:nvPicPr>
          <p:cNvPr id="5" name="Picture 4"/>
          <p:cNvPicPr>
            <a:picLocks noChangeAspect="1"/>
          </p:cNvPicPr>
          <p:nvPr/>
        </p:nvPicPr>
        <p:blipFill>
          <a:blip r:embed="rId2"/>
          <a:stretch>
            <a:fillRect/>
          </a:stretch>
        </p:blipFill>
        <p:spPr>
          <a:xfrm>
            <a:off x="609028" y="1905000"/>
            <a:ext cx="10972800" cy="4543425"/>
          </a:xfrm>
          <a:prstGeom prst="rect">
            <a:avLst/>
          </a:prstGeom>
        </p:spPr>
      </p:pic>
    </p:spTree>
    <p:extLst>
      <p:ext uri="{BB962C8B-B14F-4D97-AF65-F5344CB8AC3E}">
        <p14:creationId xmlns:p14="http://schemas.microsoft.com/office/powerpoint/2010/main" val="24579598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070165"/>
          </a:xfrm>
          <a:prstGeom prst="rect">
            <a:avLst/>
          </a:prstGeom>
          <a:solidFill>
            <a:srgbClr val="1A315F"/>
          </a:solidFill>
        </p:spPr>
        <p:txBody>
          <a:bodyPr vert="horz" wrap="square" lIns="0" tIns="206375" rIns="0" bIns="0" rtlCol="0">
            <a:spAutoFit/>
          </a:bodyPr>
          <a:lstStyle/>
          <a:p>
            <a:pPr>
              <a:lnSpc>
                <a:spcPct val="100000"/>
              </a:lnSpc>
              <a:spcBef>
                <a:spcPts val="1625"/>
              </a:spcBef>
            </a:pPr>
            <a:endParaRPr sz="2800" dirty="0">
              <a:latin typeface="Times New Roman"/>
              <a:cs typeface="Times New Roman"/>
            </a:endParaRPr>
          </a:p>
          <a:p>
            <a:pPr marL="231775">
              <a:lnSpc>
                <a:spcPct val="100000"/>
              </a:lnSpc>
            </a:pPr>
            <a:r>
              <a:rPr lang="en-US" sz="2800" spc="-20" dirty="0">
                <a:solidFill>
                  <a:srgbClr val="FFFFFF"/>
                </a:solidFill>
              </a:rPr>
              <a:t>Anatomy of a Window Function</a:t>
            </a:r>
            <a:endParaRPr sz="2800" dirty="0"/>
          </a:p>
        </p:txBody>
      </p:sp>
      <p:sp>
        <p:nvSpPr>
          <p:cNvPr id="5"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p:cNvSpPr>
            <a:spLocks noChangeArrowheads="1"/>
          </p:cNvSpPr>
          <p:nvPr/>
        </p:nvSpPr>
        <p:spPr bwMode="auto">
          <a:xfrm>
            <a:off x="0" y="-184666"/>
            <a:ext cx="184731" cy="369332"/>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4"/>
          <p:cNvSpPr>
            <a:spLocks noChangeArrowheads="1"/>
          </p:cNvSpPr>
          <p:nvPr/>
        </p:nvSpPr>
        <p:spPr bwMode="auto">
          <a:xfrm>
            <a:off x="0" y="-138499"/>
            <a:ext cx="65" cy="276999"/>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 name="Picture 7"/>
          <p:cNvPicPr>
            <a:picLocks noChangeAspect="1"/>
          </p:cNvPicPr>
          <p:nvPr/>
        </p:nvPicPr>
        <p:blipFill>
          <a:blip r:embed="rId2"/>
          <a:stretch>
            <a:fillRect/>
          </a:stretch>
        </p:blipFill>
        <p:spPr>
          <a:xfrm>
            <a:off x="762000" y="2362200"/>
            <a:ext cx="9296400" cy="3654639"/>
          </a:xfrm>
          <a:prstGeom prst="rect">
            <a:avLst/>
          </a:prstGeom>
        </p:spPr>
      </p:pic>
    </p:spTree>
    <p:extLst>
      <p:ext uri="{BB962C8B-B14F-4D97-AF65-F5344CB8AC3E}">
        <p14:creationId xmlns:p14="http://schemas.microsoft.com/office/powerpoint/2010/main" val="35301361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070165"/>
          </a:xfrm>
          <a:prstGeom prst="rect">
            <a:avLst/>
          </a:prstGeom>
          <a:solidFill>
            <a:srgbClr val="1A315F"/>
          </a:solidFill>
        </p:spPr>
        <p:txBody>
          <a:bodyPr vert="horz" wrap="square" lIns="0" tIns="206375" rIns="0" bIns="0" rtlCol="0">
            <a:spAutoFit/>
          </a:bodyPr>
          <a:lstStyle/>
          <a:p>
            <a:pPr>
              <a:lnSpc>
                <a:spcPct val="100000"/>
              </a:lnSpc>
              <a:spcBef>
                <a:spcPts val="1625"/>
              </a:spcBef>
            </a:pPr>
            <a:endParaRPr sz="2800" dirty="0">
              <a:latin typeface="Times New Roman"/>
              <a:cs typeface="Times New Roman"/>
            </a:endParaRPr>
          </a:p>
          <a:p>
            <a:pPr marL="231775">
              <a:lnSpc>
                <a:spcPct val="100000"/>
              </a:lnSpc>
            </a:pPr>
            <a:r>
              <a:rPr lang="en-US" sz="2800" spc="-20" dirty="0">
                <a:solidFill>
                  <a:srgbClr val="FFFFFF"/>
                </a:solidFill>
              </a:rPr>
              <a:t>Anatomy of a Window Function</a:t>
            </a:r>
            <a:endParaRPr sz="2800" dirty="0"/>
          </a:p>
        </p:txBody>
      </p:sp>
      <p:sp>
        <p:nvSpPr>
          <p:cNvPr id="3" name="object 3"/>
          <p:cNvSpPr txBox="1"/>
          <p:nvPr/>
        </p:nvSpPr>
        <p:spPr>
          <a:xfrm>
            <a:off x="440436" y="1828800"/>
            <a:ext cx="10873105" cy="5634876"/>
          </a:xfrm>
          <a:prstGeom prst="rect">
            <a:avLst/>
          </a:prstGeom>
        </p:spPr>
        <p:txBody>
          <a:bodyPr vert="horz" wrap="square" lIns="0" tIns="154940" rIns="0" bIns="0" rtlCol="0">
            <a:spAutoFit/>
          </a:bodyPr>
          <a:lstStyle/>
          <a:p>
            <a:pPr marL="285750" indent="-285750">
              <a:buFont typeface="Arial" panose="020B0604020202020204" pitchFamily="34" charset="0"/>
              <a:buChar char="•"/>
            </a:pPr>
            <a:r>
              <a:rPr lang="en-US" b="1" dirty="0"/>
              <a:t>The Function</a:t>
            </a:r>
            <a:r>
              <a:rPr lang="en-US" dirty="0"/>
              <a:t>: This could be a SUM, AVG, MAX, or any other function you need. It’s generally the heart of the (mathematical) operation that you want to perform! These are similar to regular aggregate functions but do not reduce the number of rows returned.</a:t>
            </a:r>
          </a:p>
          <a:p>
            <a:pPr marL="285750" indent="-285750">
              <a:buFont typeface="Arial" panose="020B0604020202020204" pitchFamily="34" charset="0"/>
              <a:buChar char="•"/>
            </a:pPr>
            <a:endParaRPr lang="en-US" dirty="0"/>
          </a:p>
          <a:p>
            <a:pPr marL="285750" lvl="0" indent="-285750" algn="l" rtl="0">
              <a:buFont typeface="Arial" panose="020B0604020202020204" pitchFamily="34" charset="0"/>
              <a:buChar char="•"/>
            </a:pPr>
            <a:r>
              <a:rPr kumimoji="0" lang="en-US" altLang="en-US" sz="1800" b="1" i="0" u="none" strike="noStrike" cap="none" normalizeH="0" baseline="0" dirty="0">
                <a:ln>
                  <a:noFill/>
                </a:ln>
                <a:solidFill>
                  <a:srgbClr val="242424"/>
                </a:solidFill>
                <a:effectLst/>
                <a:latin typeface="source-serif-pro"/>
              </a:rPr>
              <a:t>OVER()</a:t>
            </a:r>
            <a:r>
              <a:rPr kumimoji="0" lang="en-US" altLang="en-US" sz="1800" b="0" i="0" u="none" strike="noStrike" cap="none" normalizeH="0" baseline="0" dirty="0">
                <a:ln>
                  <a:noFill/>
                </a:ln>
                <a:solidFill>
                  <a:srgbClr val="242424"/>
                </a:solidFill>
                <a:effectLst/>
                <a:latin typeface="source-serif-pro"/>
              </a:rPr>
              <a:t>: This part lets SQL know that we’re about to do something special, setting the stage for our Window Function. </a:t>
            </a:r>
            <a:r>
              <a:rPr kumimoji="0" lang="en-US" altLang="en-US" sz="1200" b="0" i="0" u="none" strike="noStrike" cap="none" normalizeH="0" baseline="0" dirty="0">
                <a:ln>
                  <a:noFill/>
                </a:ln>
                <a:solidFill>
                  <a:srgbClr val="242424"/>
                </a:solidFill>
                <a:effectLst/>
                <a:latin typeface="source-code-pro"/>
              </a:rPr>
              <a:t>OVER()</a:t>
            </a:r>
            <a:r>
              <a:rPr kumimoji="0" lang="en-US" altLang="en-US" sz="1800" b="0" i="0" u="none" strike="noStrike" cap="none" normalizeH="0" baseline="0" dirty="0">
                <a:ln>
                  <a:noFill/>
                </a:ln>
                <a:solidFill>
                  <a:srgbClr val="242424"/>
                </a:solidFill>
                <a:effectLst/>
                <a:latin typeface="source-serif-pro"/>
              </a:rPr>
              <a:t>is the cornerstone of window functions in SQL. This clause empowers us to designate a “</a:t>
            </a:r>
            <a:r>
              <a:rPr kumimoji="0" lang="en-US" altLang="en-US" sz="1800" b="1" i="0" u="none" strike="noStrike" cap="none" normalizeH="0" baseline="0" dirty="0">
                <a:ln>
                  <a:noFill/>
                </a:ln>
                <a:solidFill>
                  <a:srgbClr val="242424"/>
                </a:solidFill>
                <a:effectLst/>
                <a:latin typeface="source-serif-pro"/>
              </a:rPr>
              <a:t>window</a:t>
            </a:r>
            <a:r>
              <a:rPr kumimoji="0" lang="en-US" altLang="en-US" sz="1800" b="0" i="0" u="none" strike="noStrike" cap="none" normalizeH="0" baseline="0" dirty="0">
                <a:ln>
                  <a:noFill/>
                </a:ln>
                <a:solidFill>
                  <a:srgbClr val="242424"/>
                </a:solidFill>
                <a:effectLst/>
                <a:latin typeface="source-serif-pro"/>
              </a:rPr>
              <a:t>” or a subset of data that the function will process</a:t>
            </a:r>
            <a:r>
              <a:rPr kumimoji="0" lang="en-US" altLang="en-US" sz="900" b="0" i="0" u="none" strike="noStrike" cap="none" normalizeH="0" baseline="0" dirty="0">
                <a:ln>
                  <a:noFill/>
                </a:ln>
                <a:solidFill>
                  <a:schemeClr val="tx1"/>
                </a:solidFill>
                <a:effectLst/>
              </a:rPr>
              <a:t> </a:t>
            </a:r>
          </a:p>
          <a:p>
            <a:pPr marL="285750" lvl="0" indent="-285750" algn="l" rtl="0">
              <a:buFont typeface="Arial" panose="020B0604020202020204" pitchFamily="34" charset="0"/>
              <a:buChar char="•"/>
            </a:pPr>
            <a:endParaRPr lang="en-US" altLang="en-US" sz="900" dirty="0">
              <a:solidFill>
                <a:schemeClr val="tx1"/>
              </a:solidFill>
              <a:latin typeface="Arial" panose="020B0604020202020204" pitchFamily="34" charset="0"/>
            </a:endParaRPr>
          </a:p>
          <a:p>
            <a:pPr marL="285750" lvl="0" indent="-285750" algn="l" rtl="0">
              <a:buFont typeface="Arial" panose="020B0604020202020204" pitchFamily="34" charset="0"/>
              <a:buChar char="•"/>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285750" lvl="0" indent="-285750" algn="l" rtl="0">
              <a:buFont typeface="Arial" panose="020B0604020202020204" pitchFamily="34" charset="0"/>
              <a:buChar char="•"/>
            </a:pPr>
            <a:r>
              <a:rPr kumimoji="0" lang="en-US" altLang="en-US" sz="1800" b="1" i="0" u="none" strike="noStrike" cap="none" normalizeH="0" baseline="0" dirty="0">
                <a:ln>
                  <a:noFill/>
                </a:ln>
                <a:solidFill>
                  <a:srgbClr val="242424"/>
                </a:solidFill>
                <a:effectLst/>
                <a:latin typeface="source-serif-pro"/>
              </a:rPr>
              <a:t>PARTITION BY</a:t>
            </a:r>
            <a:r>
              <a:rPr kumimoji="0" lang="en-US" altLang="en-US" sz="1800" b="0" i="0" u="none" strike="noStrike" cap="none" normalizeH="0" baseline="0" dirty="0">
                <a:ln>
                  <a:noFill/>
                </a:ln>
                <a:solidFill>
                  <a:srgbClr val="242424"/>
                </a:solidFill>
                <a:effectLst/>
                <a:latin typeface="source-serif-pro"/>
              </a:rPr>
              <a:t>: (Optional) If you want to perform your calculations on specific chunks (groups) of your data, this is how you tell SQL to divide things up. If no </a:t>
            </a:r>
            <a:r>
              <a:rPr kumimoji="0" lang="en-US" altLang="en-US" sz="1200" b="0" i="0" u="none" strike="noStrike" cap="none" normalizeH="0" baseline="0" dirty="0">
                <a:ln>
                  <a:noFill/>
                </a:ln>
                <a:solidFill>
                  <a:srgbClr val="242424"/>
                </a:solidFill>
                <a:effectLst/>
                <a:latin typeface="source-code-pro"/>
              </a:rPr>
              <a:t>PARTITION BY</a:t>
            </a:r>
            <a:r>
              <a:rPr kumimoji="0" lang="en-US" altLang="en-US" sz="1800" b="0" i="0" u="none" strike="noStrike" cap="none" normalizeH="0" baseline="0" dirty="0">
                <a:ln>
                  <a:noFill/>
                </a:ln>
                <a:solidFill>
                  <a:srgbClr val="242424"/>
                </a:solidFill>
                <a:effectLst/>
                <a:latin typeface="source-serif-pro"/>
              </a:rPr>
              <a:t> is specified, the function treats all rows of the query result set as a single partition. It works similarly to the GROUP BY clause, but while GROUP BY aggregates the data, PARTITION BY doesn’t, it just groups the data for the purpose of the window function</a:t>
            </a:r>
            <a:r>
              <a:rPr kumimoji="0" lang="en-US" altLang="en-US" sz="900" b="0" i="0" u="none" strike="noStrike" cap="none" normalizeH="0" baseline="0" dirty="0">
                <a:ln>
                  <a:noFill/>
                </a:ln>
                <a:solidFill>
                  <a:schemeClr val="tx1"/>
                </a:solidFill>
                <a:effectLst/>
              </a:rPr>
              <a:t> </a:t>
            </a:r>
          </a:p>
          <a:p>
            <a:pPr marL="285750" lvl="0" indent="-285750" algn="l" rtl="0">
              <a:buFont typeface="Arial" panose="020B0604020202020204" pitchFamily="34" charset="0"/>
              <a:buChar char="•"/>
            </a:pPr>
            <a:endParaRPr lang="en-US" altLang="en-US" sz="900" dirty="0">
              <a:solidFill>
                <a:schemeClr val="tx1"/>
              </a:solidFill>
              <a:latin typeface="source-serif-pro"/>
            </a:endParaRPr>
          </a:p>
          <a:p>
            <a:pPr marL="285750" lvl="0" indent="-285750" algn="l" rtl="0">
              <a:buFont typeface="Arial" panose="020B0604020202020204" pitchFamily="34" charset="0"/>
              <a:buChar char="•"/>
            </a:pPr>
            <a:r>
              <a:rPr kumimoji="0" lang="en-US" altLang="en-US" sz="2000" b="1" i="0" u="none" strike="noStrike" cap="none" normalizeH="0" baseline="0" dirty="0">
                <a:ln>
                  <a:noFill/>
                </a:ln>
                <a:solidFill>
                  <a:srgbClr val="242424"/>
                </a:solidFill>
                <a:effectLst/>
                <a:latin typeface="source-serif-pro"/>
              </a:rPr>
              <a:t>ORDER BY</a:t>
            </a:r>
            <a:r>
              <a:rPr kumimoji="0" lang="en-US" altLang="en-US" sz="2000" b="0" i="0" u="none" strike="noStrike" cap="none" normalizeH="0" baseline="0" dirty="0">
                <a:ln>
                  <a:noFill/>
                </a:ln>
                <a:solidFill>
                  <a:srgbClr val="242424"/>
                </a:solidFill>
                <a:effectLst/>
                <a:latin typeface="source-serif-pro"/>
              </a:rPr>
              <a:t>: (Optional) This orders the rows within each partition. If no </a:t>
            </a:r>
            <a:r>
              <a:rPr kumimoji="0" lang="en-US" altLang="en-US" sz="1400" b="0" i="0" u="none" strike="noStrike" cap="none" normalizeH="0" baseline="0" dirty="0">
                <a:ln>
                  <a:noFill/>
                </a:ln>
                <a:solidFill>
                  <a:srgbClr val="242424"/>
                </a:solidFill>
                <a:effectLst/>
                <a:latin typeface="source-code-pro"/>
              </a:rPr>
              <a:t>ORDER BY</a:t>
            </a:r>
            <a:r>
              <a:rPr kumimoji="0" lang="en-US" altLang="en-US" sz="2000" b="0" i="0" u="none" strike="noStrike" cap="none" normalizeH="0" baseline="0" dirty="0">
                <a:ln>
                  <a:noFill/>
                </a:ln>
                <a:solidFill>
                  <a:srgbClr val="242424"/>
                </a:solidFill>
                <a:effectLst/>
                <a:latin typeface="source-serif-pro"/>
              </a:rPr>
              <a:t> is specified, the function treats all rows of the partition as a single group.</a:t>
            </a:r>
            <a:endParaRPr kumimoji="0" lang="en-US" altLang="en-US" sz="1000" b="0" i="0" u="none" strike="noStrike" cap="none" normalizeH="0" baseline="0" dirty="0">
              <a:ln>
                <a:noFill/>
              </a:ln>
              <a:solidFill>
                <a:schemeClr val="tx1"/>
              </a:solidFill>
              <a:effectLst/>
              <a:latin typeface="medium-content-sans-serif-fon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285750" lvl="0" indent="-285750" algn="l" rtl="0">
              <a:buFont typeface="Arial" panose="020B0604020202020204" pitchFamily="34" charset="0"/>
              <a:buChar char="•"/>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285750" indent="-285750">
              <a:buFont typeface="Arial" panose="020B0604020202020204" pitchFamily="34" charset="0"/>
              <a:buChar char="•"/>
            </a:pPr>
            <a:endParaRPr lang="en-US" dirty="0"/>
          </a:p>
        </p:txBody>
      </p:sp>
      <p:sp>
        <p:nvSpPr>
          <p:cNvPr id="5"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p:cNvSpPr>
            <a:spLocks noChangeArrowheads="1"/>
          </p:cNvSpPr>
          <p:nvPr/>
        </p:nvSpPr>
        <p:spPr bwMode="auto">
          <a:xfrm>
            <a:off x="0" y="-184666"/>
            <a:ext cx="184731" cy="369332"/>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4"/>
          <p:cNvSpPr>
            <a:spLocks noChangeArrowheads="1"/>
          </p:cNvSpPr>
          <p:nvPr/>
        </p:nvSpPr>
        <p:spPr bwMode="auto">
          <a:xfrm>
            <a:off x="0" y="-138499"/>
            <a:ext cx="65" cy="276999"/>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378423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070165"/>
          </a:xfrm>
          <a:prstGeom prst="rect">
            <a:avLst/>
          </a:prstGeom>
          <a:solidFill>
            <a:srgbClr val="1A315F"/>
          </a:solidFill>
        </p:spPr>
        <p:txBody>
          <a:bodyPr vert="horz" wrap="square" lIns="0" tIns="206375" rIns="0" bIns="0" rtlCol="0">
            <a:spAutoFit/>
          </a:bodyPr>
          <a:lstStyle/>
          <a:p>
            <a:pPr>
              <a:lnSpc>
                <a:spcPct val="100000"/>
              </a:lnSpc>
              <a:spcBef>
                <a:spcPts val="1625"/>
              </a:spcBef>
            </a:pPr>
            <a:endParaRPr sz="2800" dirty="0">
              <a:latin typeface="Times New Roman"/>
              <a:cs typeface="Times New Roman"/>
            </a:endParaRPr>
          </a:p>
          <a:p>
            <a:pPr marL="231775">
              <a:lnSpc>
                <a:spcPct val="100000"/>
              </a:lnSpc>
            </a:pPr>
            <a:r>
              <a:rPr lang="en-US" sz="2800" spc="-20" dirty="0">
                <a:solidFill>
                  <a:srgbClr val="FFFFFF"/>
                </a:solidFill>
              </a:rPr>
              <a:t>Window Function: Running Total</a:t>
            </a:r>
            <a:endParaRPr sz="2800" dirty="0"/>
          </a:p>
        </p:txBody>
      </p:sp>
      <p:sp>
        <p:nvSpPr>
          <p:cNvPr id="3" name="object 3"/>
          <p:cNvSpPr txBox="1"/>
          <p:nvPr/>
        </p:nvSpPr>
        <p:spPr>
          <a:xfrm>
            <a:off x="7773798" y="2534437"/>
            <a:ext cx="4418202" cy="987450"/>
          </a:xfrm>
          <a:prstGeom prst="rect">
            <a:avLst/>
          </a:prstGeom>
        </p:spPr>
        <p:txBody>
          <a:bodyPr vert="horz" wrap="square" lIns="0" tIns="154940" rIns="0" bIns="0"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42424"/>
                </a:solidFill>
                <a:effectLst/>
                <a:latin typeface="source-serif-pro"/>
              </a:rPr>
              <a:t>This will calculate the running total of </a:t>
            </a:r>
            <a:r>
              <a:rPr kumimoji="0" lang="en-US" altLang="en-US" b="0" i="0" u="none" strike="noStrike" cap="none" normalizeH="0" baseline="0" dirty="0">
                <a:ln>
                  <a:noFill/>
                </a:ln>
                <a:solidFill>
                  <a:srgbClr val="242424"/>
                </a:solidFill>
                <a:effectLst/>
                <a:latin typeface="source-code-pro"/>
              </a:rPr>
              <a:t>SaleAmount</a:t>
            </a:r>
            <a:r>
              <a:rPr kumimoji="0" lang="en-US" altLang="en-US" b="0" i="0" u="none" strike="noStrike" cap="none" normalizeH="0" baseline="0" dirty="0">
                <a:ln>
                  <a:noFill/>
                </a:ln>
                <a:solidFill>
                  <a:srgbClr val="242424"/>
                </a:solidFill>
                <a:effectLst/>
                <a:latin typeface="source-serif-pro"/>
              </a:rPr>
              <a:t> for each row ordered by </a:t>
            </a:r>
            <a:r>
              <a:rPr kumimoji="0" lang="en-US" altLang="en-US" b="0" i="0" u="none" strike="noStrike" cap="none" normalizeH="0" baseline="0" dirty="0">
                <a:ln>
                  <a:noFill/>
                </a:ln>
                <a:solidFill>
                  <a:srgbClr val="242424"/>
                </a:solidFill>
                <a:effectLst/>
                <a:latin typeface="source-code-pro"/>
              </a:rPr>
              <a:t>SaleDate</a:t>
            </a:r>
            <a:r>
              <a:rPr kumimoji="0" lang="en-US" altLang="en-US" b="0" i="0" u="none" strike="noStrike" cap="none" normalizeH="0" baseline="0" dirty="0">
                <a:ln>
                  <a:noFill/>
                </a:ln>
                <a:solidFill>
                  <a:schemeClr val="tx1"/>
                </a:solidFill>
                <a:effectLst/>
              </a:rPr>
              <a:t>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5"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p:cNvSpPr>
            <a:spLocks noChangeArrowheads="1"/>
          </p:cNvSpPr>
          <p:nvPr/>
        </p:nvSpPr>
        <p:spPr bwMode="auto">
          <a:xfrm>
            <a:off x="0" y="-184666"/>
            <a:ext cx="184731" cy="369332"/>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4"/>
          <p:cNvSpPr>
            <a:spLocks noChangeArrowheads="1"/>
          </p:cNvSpPr>
          <p:nvPr/>
        </p:nvSpPr>
        <p:spPr bwMode="auto">
          <a:xfrm>
            <a:off x="0" y="-138499"/>
            <a:ext cx="65" cy="276999"/>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p:cNvPicPr>
            <a:picLocks noChangeAspect="1"/>
          </p:cNvPicPr>
          <p:nvPr/>
        </p:nvPicPr>
        <p:blipFill>
          <a:blip r:embed="rId2"/>
          <a:stretch>
            <a:fillRect/>
          </a:stretch>
        </p:blipFill>
        <p:spPr>
          <a:xfrm>
            <a:off x="440436" y="1981200"/>
            <a:ext cx="6795600" cy="2133600"/>
          </a:xfrm>
          <a:prstGeom prst="rect">
            <a:avLst/>
          </a:prstGeom>
        </p:spPr>
      </p:pic>
      <p:sp>
        <p:nvSpPr>
          <p:cNvPr id="8" name="Rectangle 1"/>
          <p:cNvSpPr>
            <a:spLocks noChangeArrowheads="1"/>
          </p:cNvSpPr>
          <p:nvPr/>
        </p:nvSpPr>
        <p:spPr bwMode="auto">
          <a:xfrm>
            <a:off x="0" y="-184666"/>
            <a:ext cx="184731" cy="369332"/>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ight Arrow 8"/>
          <p:cNvSpPr/>
          <p:nvPr/>
        </p:nvSpPr>
        <p:spPr>
          <a:xfrm>
            <a:off x="7162800" y="2703525"/>
            <a:ext cx="381000" cy="6492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3"/>
          <a:stretch>
            <a:fillRect/>
          </a:stretch>
        </p:blipFill>
        <p:spPr>
          <a:xfrm>
            <a:off x="1447800" y="4244212"/>
            <a:ext cx="9486900" cy="2181225"/>
          </a:xfrm>
          <a:prstGeom prst="rect">
            <a:avLst/>
          </a:prstGeom>
        </p:spPr>
      </p:pic>
      <p:sp>
        <p:nvSpPr>
          <p:cNvPr id="11" name="Rectangle 10"/>
          <p:cNvSpPr/>
          <p:nvPr/>
        </p:nvSpPr>
        <p:spPr>
          <a:xfrm>
            <a:off x="9144000" y="4075125"/>
            <a:ext cx="1981200" cy="255427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58119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070165"/>
          </a:xfrm>
          <a:prstGeom prst="rect">
            <a:avLst/>
          </a:prstGeom>
          <a:solidFill>
            <a:srgbClr val="1A315F"/>
          </a:solidFill>
        </p:spPr>
        <p:txBody>
          <a:bodyPr vert="horz" wrap="square" lIns="0" tIns="206375" rIns="0" bIns="0" rtlCol="0">
            <a:spAutoFit/>
          </a:bodyPr>
          <a:lstStyle/>
          <a:p>
            <a:pPr>
              <a:lnSpc>
                <a:spcPct val="100000"/>
              </a:lnSpc>
              <a:spcBef>
                <a:spcPts val="1625"/>
              </a:spcBef>
            </a:pPr>
            <a:endParaRPr sz="2800" dirty="0">
              <a:latin typeface="Times New Roman"/>
              <a:cs typeface="Times New Roman"/>
            </a:endParaRPr>
          </a:p>
          <a:p>
            <a:pPr marL="231775">
              <a:lnSpc>
                <a:spcPct val="100000"/>
              </a:lnSpc>
            </a:pPr>
            <a:r>
              <a:rPr lang="en-US" sz="2800" spc="-20" dirty="0">
                <a:solidFill>
                  <a:srgbClr val="FFFFFF"/>
                </a:solidFill>
              </a:rPr>
              <a:t>Window Function: Cumulative totals (by </a:t>
            </a:r>
            <a:r>
              <a:rPr lang="en-US" sz="2800" spc="-20" dirty="0" err="1">
                <a:solidFill>
                  <a:srgbClr val="FFFFFF"/>
                </a:solidFill>
              </a:rPr>
              <a:t>SalesPerson</a:t>
            </a:r>
            <a:r>
              <a:rPr lang="en-US" sz="2800" spc="-20" dirty="0">
                <a:solidFill>
                  <a:srgbClr val="FFFFFF"/>
                </a:solidFill>
              </a:rPr>
              <a:t>) </a:t>
            </a:r>
            <a:endParaRPr sz="2800" dirty="0"/>
          </a:p>
        </p:txBody>
      </p:sp>
      <p:sp>
        <p:nvSpPr>
          <p:cNvPr id="3" name="object 3"/>
          <p:cNvSpPr txBox="1"/>
          <p:nvPr/>
        </p:nvSpPr>
        <p:spPr>
          <a:xfrm>
            <a:off x="7162800" y="1777761"/>
            <a:ext cx="4418202" cy="1880002"/>
          </a:xfrm>
          <a:prstGeom prst="rect">
            <a:avLst/>
          </a:prstGeom>
        </p:spPr>
        <p:txBody>
          <a:bodyPr vert="horz" wrap="square" lIns="0" tIns="154940" rIns="0" bIns="0" rtlCol="0">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sz="1600" dirty="0"/>
              <a:t>Now what if we wanted to see how each member of the Sales team was evolving over time? It is quite important to keep track of numbers (AKA Quotas) in a Sales team, so we may have a different requirement of actually calculating something like a Running Total not for the whole dataset, but rather for each person on the team</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5"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p:cNvSpPr>
            <a:spLocks noChangeArrowheads="1"/>
          </p:cNvSpPr>
          <p:nvPr/>
        </p:nvSpPr>
        <p:spPr bwMode="auto">
          <a:xfrm>
            <a:off x="0" y="-184666"/>
            <a:ext cx="184731" cy="369332"/>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4"/>
          <p:cNvSpPr>
            <a:spLocks noChangeArrowheads="1"/>
          </p:cNvSpPr>
          <p:nvPr/>
        </p:nvSpPr>
        <p:spPr bwMode="auto">
          <a:xfrm>
            <a:off x="0" y="-138499"/>
            <a:ext cx="65" cy="276999"/>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p:cNvSpPr>
            <a:spLocks noChangeArrowheads="1"/>
          </p:cNvSpPr>
          <p:nvPr/>
        </p:nvSpPr>
        <p:spPr bwMode="auto">
          <a:xfrm>
            <a:off x="0" y="-184666"/>
            <a:ext cx="184731" cy="369332"/>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ight Arrow 8"/>
          <p:cNvSpPr/>
          <p:nvPr/>
        </p:nvSpPr>
        <p:spPr>
          <a:xfrm>
            <a:off x="6629400" y="2581577"/>
            <a:ext cx="381000" cy="6492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33400" y="1752053"/>
            <a:ext cx="6096000" cy="2308324"/>
          </a:xfrm>
          <a:prstGeom prst="rect">
            <a:avLst/>
          </a:prstGeom>
        </p:spPr>
        <p:txBody>
          <a:bodyPr>
            <a:spAutoFit/>
          </a:bodyPr>
          <a:lstStyle/>
          <a:p>
            <a:r>
              <a:rPr lang="en-US" b="0" i="0" dirty="0">
                <a:solidFill>
                  <a:srgbClr val="AA0D91"/>
                </a:solidFill>
                <a:effectLst/>
                <a:latin typeface="source-code-pro"/>
              </a:rPr>
              <a:t>SELECT</a:t>
            </a:r>
            <a:r>
              <a:rPr lang="en-US" b="0" i="0" dirty="0">
                <a:solidFill>
                  <a:srgbClr val="242424"/>
                </a:solidFill>
                <a:effectLst/>
                <a:latin typeface="source-code-pro"/>
              </a:rPr>
              <a:t> </a:t>
            </a:r>
            <a:br>
              <a:rPr lang="en-US" dirty="0"/>
            </a:br>
            <a:r>
              <a:rPr lang="en-US" b="0" i="0" dirty="0">
                <a:solidFill>
                  <a:srgbClr val="242424"/>
                </a:solidFill>
                <a:effectLst/>
                <a:latin typeface="source-code-pro"/>
              </a:rPr>
              <a:t>SaleID, </a:t>
            </a:r>
            <a:br>
              <a:rPr lang="en-US" dirty="0"/>
            </a:br>
            <a:r>
              <a:rPr lang="en-US" b="0" i="0" dirty="0">
                <a:solidFill>
                  <a:srgbClr val="242424"/>
                </a:solidFill>
                <a:effectLst/>
                <a:latin typeface="source-code-pro"/>
              </a:rPr>
              <a:t>Salesperson, </a:t>
            </a:r>
            <a:br>
              <a:rPr lang="en-US" dirty="0"/>
            </a:br>
            <a:r>
              <a:rPr lang="en-US" b="0" i="0" dirty="0">
                <a:solidFill>
                  <a:srgbClr val="242424"/>
                </a:solidFill>
                <a:effectLst/>
                <a:latin typeface="source-code-pro"/>
              </a:rPr>
              <a:t>SaleAmount, </a:t>
            </a:r>
            <a:br>
              <a:rPr lang="en-US" dirty="0"/>
            </a:br>
            <a:r>
              <a:rPr lang="en-US" b="0" i="0" dirty="0">
                <a:solidFill>
                  <a:srgbClr val="242424"/>
                </a:solidFill>
                <a:effectLst/>
                <a:latin typeface="source-code-pro"/>
              </a:rPr>
              <a:t>SaleDate, </a:t>
            </a:r>
            <a:br>
              <a:rPr lang="en-US" dirty="0"/>
            </a:br>
            <a:r>
              <a:rPr lang="en-US" b="0" i="0" dirty="0">
                <a:solidFill>
                  <a:srgbClr val="5C2699"/>
                </a:solidFill>
                <a:effectLst/>
                <a:latin typeface="source-code-pro"/>
              </a:rPr>
              <a:t>SUM</a:t>
            </a:r>
            <a:r>
              <a:rPr lang="en-US" b="0" i="0" dirty="0">
                <a:solidFill>
                  <a:srgbClr val="242424"/>
                </a:solidFill>
                <a:effectLst/>
                <a:latin typeface="source-code-pro"/>
              </a:rPr>
              <a:t>(SaleAmount) </a:t>
            </a:r>
            <a:r>
              <a:rPr lang="en-US" b="0" i="0" dirty="0">
                <a:solidFill>
                  <a:srgbClr val="AA0D91"/>
                </a:solidFill>
                <a:effectLst/>
                <a:latin typeface="source-code-pro"/>
              </a:rPr>
              <a:t>OVER</a:t>
            </a:r>
            <a:r>
              <a:rPr lang="en-US" b="0" i="0" dirty="0">
                <a:solidFill>
                  <a:srgbClr val="242424"/>
                </a:solidFill>
                <a:effectLst/>
                <a:latin typeface="source-code-pro"/>
              </a:rPr>
              <a:t> (</a:t>
            </a:r>
            <a:r>
              <a:rPr lang="en-US" b="0" i="0" dirty="0">
                <a:solidFill>
                  <a:srgbClr val="AA0D91"/>
                </a:solidFill>
                <a:effectLst/>
                <a:latin typeface="source-code-pro"/>
              </a:rPr>
              <a:t>PARTITION</a:t>
            </a:r>
            <a:r>
              <a:rPr lang="en-US" b="0" i="0" dirty="0">
                <a:solidFill>
                  <a:srgbClr val="242424"/>
                </a:solidFill>
                <a:effectLst/>
                <a:latin typeface="source-code-pro"/>
              </a:rPr>
              <a:t> </a:t>
            </a:r>
            <a:r>
              <a:rPr lang="en-US" b="0" i="0" dirty="0">
                <a:solidFill>
                  <a:srgbClr val="AA0D91"/>
                </a:solidFill>
                <a:effectLst/>
                <a:latin typeface="source-code-pro"/>
              </a:rPr>
              <a:t>BY</a:t>
            </a:r>
            <a:r>
              <a:rPr lang="en-US" b="0" i="0" dirty="0">
                <a:solidFill>
                  <a:srgbClr val="242424"/>
                </a:solidFill>
                <a:effectLst/>
                <a:latin typeface="source-code-pro"/>
              </a:rPr>
              <a:t> Salesperson </a:t>
            </a:r>
            <a:r>
              <a:rPr lang="en-US" b="0" i="0" dirty="0">
                <a:solidFill>
                  <a:srgbClr val="AA0D91"/>
                </a:solidFill>
                <a:effectLst/>
                <a:latin typeface="source-code-pro"/>
              </a:rPr>
              <a:t>ORDER</a:t>
            </a:r>
            <a:r>
              <a:rPr lang="en-US" b="0" i="0" dirty="0">
                <a:solidFill>
                  <a:srgbClr val="242424"/>
                </a:solidFill>
                <a:effectLst/>
                <a:latin typeface="source-code-pro"/>
              </a:rPr>
              <a:t> </a:t>
            </a:r>
            <a:r>
              <a:rPr lang="en-US" b="0" i="0" dirty="0">
                <a:solidFill>
                  <a:srgbClr val="AA0D91"/>
                </a:solidFill>
                <a:effectLst/>
                <a:latin typeface="source-code-pro"/>
              </a:rPr>
              <a:t>BY</a:t>
            </a:r>
            <a:r>
              <a:rPr lang="en-US" b="0" i="0" dirty="0">
                <a:solidFill>
                  <a:srgbClr val="242424"/>
                </a:solidFill>
                <a:effectLst/>
                <a:latin typeface="source-code-pro"/>
              </a:rPr>
              <a:t> SaleDate) </a:t>
            </a:r>
            <a:r>
              <a:rPr lang="en-US" b="0" i="0" dirty="0">
                <a:solidFill>
                  <a:srgbClr val="AA0D91"/>
                </a:solidFill>
                <a:effectLst/>
                <a:latin typeface="source-code-pro"/>
              </a:rPr>
              <a:t>AS</a:t>
            </a:r>
            <a:r>
              <a:rPr lang="en-US" b="0" i="0" dirty="0">
                <a:solidFill>
                  <a:srgbClr val="242424"/>
                </a:solidFill>
                <a:effectLst/>
                <a:latin typeface="source-code-pro"/>
              </a:rPr>
              <a:t> CumulativeSalePerPerson</a:t>
            </a:r>
            <a:br>
              <a:rPr lang="en-US" dirty="0"/>
            </a:br>
            <a:r>
              <a:rPr lang="en-US" b="0" i="0" dirty="0">
                <a:solidFill>
                  <a:srgbClr val="AA0D91"/>
                </a:solidFill>
                <a:effectLst/>
                <a:latin typeface="source-code-pro"/>
              </a:rPr>
              <a:t>FROM</a:t>
            </a:r>
            <a:r>
              <a:rPr lang="en-US" b="0" i="0" dirty="0">
                <a:solidFill>
                  <a:srgbClr val="242424"/>
                </a:solidFill>
                <a:effectLst/>
                <a:latin typeface="source-code-pro"/>
              </a:rPr>
              <a:t> Sales;</a:t>
            </a:r>
            <a:endParaRPr lang="en-US" dirty="0"/>
          </a:p>
        </p:txBody>
      </p:sp>
      <p:pic>
        <p:nvPicPr>
          <p:cNvPr id="13" name="Picture 12"/>
          <p:cNvPicPr>
            <a:picLocks noChangeAspect="1"/>
          </p:cNvPicPr>
          <p:nvPr/>
        </p:nvPicPr>
        <p:blipFill>
          <a:blip r:embed="rId2"/>
          <a:stretch>
            <a:fillRect/>
          </a:stretch>
        </p:blipFill>
        <p:spPr>
          <a:xfrm>
            <a:off x="1475803" y="4128092"/>
            <a:ext cx="9239250" cy="2076450"/>
          </a:xfrm>
          <a:prstGeom prst="rect">
            <a:avLst/>
          </a:prstGeom>
        </p:spPr>
      </p:pic>
      <p:sp>
        <p:nvSpPr>
          <p:cNvPr id="11" name="Rectangle 10"/>
          <p:cNvSpPr/>
          <p:nvPr/>
        </p:nvSpPr>
        <p:spPr>
          <a:xfrm>
            <a:off x="8001000" y="3962400"/>
            <a:ext cx="2590800" cy="255427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72337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070165"/>
          </a:xfrm>
          <a:prstGeom prst="rect">
            <a:avLst/>
          </a:prstGeom>
          <a:solidFill>
            <a:srgbClr val="1A315F"/>
          </a:solidFill>
        </p:spPr>
        <p:txBody>
          <a:bodyPr vert="horz" wrap="square" lIns="0" tIns="206375" rIns="0" bIns="0" rtlCol="0">
            <a:spAutoFit/>
          </a:bodyPr>
          <a:lstStyle/>
          <a:p>
            <a:pPr>
              <a:lnSpc>
                <a:spcPct val="100000"/>
              </a:lnSpc>
              <a:spcBef>
                <a:spcPts val="1625"/>
              </a:spcBef>
            </a:pPr>
            <a:endParaRPr sz="2800" dirty="0">
              <a:latin typeface="Times New Roman"/>
              <a:cs typeface="Times New Roman"/>
            </a:endParaRPr>
          </a:p>
          <a:p>
            <a:pPr marL="231775">
              <a:lnSpc>
                <a:spcPct val="100000"/>
              </a:lnSpc>
            </a:pPr>
            <a:r>
              <a:rPr lang="en-US" sz="2800" spc="-20" dirty="0">
                <a:solidFill>
                  <a:srgbClr val="FFFFFF"/>
                </a:solidFill>
              </a:rPr>
              <a:t>Window Function: Visualisation of Cumulative totals (by </a:t>
            </a:r>
            <a:r>
              <a:rPr lang="en-US" sz="2800" spc="-20" dirty="0" err="1">
                <a:solidFill>
                  <a:srgbClr val="FFFFFF"/>
                </a:solidFill>
              </a:rPr>
              <a:t>SalesPerson</a:t>
            </a:r>
            <a:r>
              <a:rPr lang="en-US" sz="2800" spc="-20" dirty="0">
                <a:solidFill>
                  <a:srgbClr val="FFFFFF"/>
                </a:solidFill>
              </a:rPr>
              <a:t>) </a:t>
            </a:r>
            <a:endParaRPr sz="2800" dirty="0"/>
          </a:p>
        </p:txBody>
      </p:sp>
      <p:sp>
        <p:nvSpPr>
          <p:cNvPr id="5"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p:cNvSpPr>
            <a:spLocks noChangeArrowheads="1"/>
          </p:cNvSpPr>
          <p:nvPr/>
        </p:nvSpPr>
        <p:spPr bwMode="auto">
          <a:xfrm>
            <a:off x="0" y="-184666"/>
            <a:ext cx="184731" cy="369332"/>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4"/>
          <p:cNvSpPr>
            <a:spLocks noChangeArrowheads="1"/>
          </p:cNvSpPr>
          <p:nvPr/>
        </p:nvSpPr>
        <p:spPr bwMode="auto">
          <a:xfrm>
            <a:off x="0" y="-138499"/>
            <a:ext cx="65" cy="276999"/>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p:cNvSpPr>
            <a:spLocks noChangeArrowheads="1"/>
          </p:cNvSpPr>
          <p:nvPr/>
        </p:nvSpPr>
        <p:spPr bwMode="auto">
          <a:xfrm>
            <a:off x="0" y="-184666"/>
            <a:ext cx="184731" cy="369332"/>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p:cNvPicPr>
            <a:picLocks noChangeAspect="1"/>
          </p:cNvPicPr>
          <p:nvPr/>
        </p:nvPicPr>
        <p:blipFill>
          <a:blip r:embed="rId2"/>
          <a:stretch>
            <a:fillRect/>
          </a:stretch>
        </p:blipFill>
        <p:spPr>
          <a:xfrm>
            <a:off x="1" y="1694168"/>
            <a:ext cx="11641462" cy="5011431"/>
          </a:xfrm>
          <a:prstGeom prst="rect">
            <a:avLst/>
          </a:prstGeom>
        </p:spPr>
      </p:pic>
    </p:spTree>
    <p:extLst>
      <p:ext uri="{BB962C8B-B14F-4D97-AF65-F5344CB8AC3E}">
        <p14:creationId xmlns:p14="http://schemas.microsoft.com/office/powerpoint/2010/main" val="11790467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070165"/>
          </a:xfrm>
          <a:prstGeom prst="rect">
            <a:avLst/>
          </a:prstGeom>
          <a:solidFill>
            <a:srgbClr val="1A315F"/>
          </a:solidFill>
        </p:spPr>
        <p:txBody>
          <a:bodyPr vert="horz" wrap="square" lIns="0" tIns="206375" rIns="0" bIns="0" rtlCol="0">
            <a:spAutoFit/>
          </a:bodyPr>
          <a:lstStyle/>
          <a:p>
            <a:pPr>
              <a:lnSpc>
                <a:spcPct val="100000"/>
              </a:lnSpc>
              <a:spcBef>
                <a:spcPts val="1625"/>
              </a:spcBef>
            </a:pPr>
            <a:endParaRPr sz="2800" dirty="0">
              <a:latin typeface="Times New Roman"/>
              <a:cs typeface="Times New Roman"/>
            </a:endParaRPr>
          </a:p>
          <a:p>
            <a:pPr marL="231775">
              <a:lnSpc>
                <a:spcPct val="100000"/>
              </a:lnSpc>
            </a:pPr>
            <a:r>
              <a:rPr lang="en-US" sz="2800" spc="-20" dirty="0">
                <a:solidFill>
                  <a:srgbClr val="FFFFFF"/>
                </a:solidFill>
              </a:rPr>
              <a:t>Window Function: Three days Salesamount</a:t>
            </a:r>
            <a:endParaRPr sz="2800" dirty="0"/>
          </a:p>
        </p:txBody>
      </p:sp>
      <p:sp>
        <p:nvSpPr>
          <p:cNvPr id="3" name="object 3"/>
          <p:cNvSpPr txBox="1"/>
          <p:nvPr/>
        </p:nvSpPr>
        <p:spPr>
          <a:xfrm>
            <a:off x="706872" y="4389487"/>
            <a:ext cx="4418202" cy="1633781"/>
          </a:xfrm>
          <a:prstGeom prst="rect">
            <a:avLst/>
          </a:prstGeom>
        </p:spPr>
        <p:txBody>
          <a:bodyPr vert="horz" wrap="square" lIns="0" tIns="154940" rIns="0" bIns="0"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42424"/>
                </a:solidFill>
                <a:effectLst/>
                <a:latin typeface="source-serif-pro"/>
              </a:rPr>
              <a:t>We used </a:t>
            </a:r>
            <a:r>
              <a:rPr kumimoji="0" lang="en-US" altLang="en-US" sz="1200" b="0" i="0" u="none" strike="noStrike" cap="none" normalizeH="0" baseline="0" dirty="0">
                <a:ln>
                  <a:noFill/>
                </a:ln>
                <a:solidFill>
                  <a:srgbClr val="242424"/>
                </a:solidFill>
                <a:effectLst/>
                <a:latin typeface="source-code-pro"/>
              </a:rPr>
              <a:t>ROWS BETWEEN 1 PRECEDING AND 1 FOLLOWING</a:t>
            </a:r>
            <a:r>
              <a:rPr kumimoji="0" lang="en-US" altLang="en-US" sz="1600" b="0" i="0" u="none" strike="noStrike" cap="none" normalizeH="0" baseline="0" dirty="0">
                <a:ln>
                  <a:noFill/>
                </a:ln>
                <a:solidFill>
                  <a:srgbClr val="242424"/>
                </a:solidFill>
                <a:effectLst/>
                <a:latin typeface="source-serif-pro"/>
              </a:rPr>
              <a:t> to look at the day before and the day after each row (AKA our “Window”). This is probably the most relevant reason why anyone even thought to call these functions by this name!</a:t>
            </a:r>
            <a:r>
              <a:rPr kumimoji="0" lang="en-US" altLang="en-US" sz="900" b="0" i="0" u="none" strike="noStrike" cap="none" normalizeH="0" baseline="0" dirty="0">
                <a:ln>
                  <a:noFill/>
                </a:ln>
                <a:solidFill>
                  <a:schemeClr val="tx1"/>
                </a:solidFill>
                <a:effectLst/>
              </a:rPr>
              <a:t>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5"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p:cNvSpPr>
            <a:spLocks noChangeArrowheads="1"/>
          </p:cNvSpPr>
          <p:nvPr/>
        </p:nvSpPr>
        <p:spPr bwMode="auto">
          <a:xfrm>
            <a:off x="0" y="-184666"/>
            <a:ext cx="184731" cy="369332"/>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4"/>
          <p:cNvSpPr>
            <a:spLocks noChangeArrowheads="1"/>
          </p:cNvSpPr>
          <p:nvPr/>
        </p:nvSpPr>
        <p:spPr bwMode="auto">
          <a:xfrm>
            <a:off x="0" y="-138499"/>
            <a:ext cx="65" cy="276999"/>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p:cNvSpPr>
            <a:spLocks noChangeArrowheads="1"/>
          </p:cNvSpPr>
          <p:nvPr/>
        </p:nvSpPr>
        <p:spPr bwMode="auto">
          <a:xfrm>
            <a:off x="0" y="-184666"/>
            <a:ext cx="184731" cy="369332"/>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p:cNvPicPr>
            <a:picLocks noChangeAspect="1"/>
          </p:cNvPicPr>
          <p:nvPr/>
        </p:nvPicPr>
        <p:blipFill>
          <a:blip r:embed="rId2"/>
          <a:stretch>
            <a:fillRect/>
          </a:stretch>
        </p:blipFill>
        <p:spPr>
          <a:xfrm>
            <a:off x="92365" y="1885844"/>
            <a:ext cx="5761551" cy="1847956"/>
          </a:xfrm>
          <a:prstGeom prst="rect">
            <a:avLst/>
          </a:prstGeom>
        </p:spPr>
      </p:pic>
      <p:sp>
        <p:nvSpPr>
          <p:cNvPr id="10" name="Rectangle 1"/>
          <p:cNvSpPr>
            <a:spLocks noChangeArrowheads="1"/>
          </p:cNvSpPr>
          <p:nvPr/>
        </p:nvSpPr>
        <p:spPr bwMode="auto">
          <a:xfrm>
            <a:off x="0" y="-184666"/>
            <a:ext cx="184731" cy="369332"/>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4" name="Picture 13"/>
          <p:cNvPicPr>
            <a:picLocks noChangeAspect="1"/>
          </p:cNvPicPr>
          <p:nvPr/>
        </p:nvPicPr>
        <p:blipFill>
          <a:blip r:embed="rId3"/>
          <a:stretch>
            <a:fillRect/>
          </a:stretch>
        </p:blipFill>
        <p:spPr>
          <a:xfrm>
            <a:off x="5715000" y="1885844"/>
            <a:ext cx="6169937" cy="4667356"/>
          </a:xfrm>
          <a:prstGeom prst="rect">
            <a:avLst/>
          </a:prstGeom>
        </p:spPr>
      </p:pic>
      <p:sp>
        <p:nvSpPr>
          <p:cNvPr id="15" name="Down Arrow 14"/>
          <p:cNvSpPr/>
          <p:nvPr/>
        </p:nvSpPr>
        <p:spPr>
          <a:xfrm>
            <a:off x="2689200" y="3960808"/>
            <a:ext cx="30614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7696200" y="1885844"/>
            <a:ext cx="4188737" cy="474355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28171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1A315F"/>
          </a:solidFill>
        </p:spPr>
        <p:txBody>
          <a:bodyPr vert="horz" wrap="square" lIns="0" tIns="206375" rIns="0" bIns="0" rtlCol="0">
            <a:spAutoFit/>
          </a:bodyPr>
          <a:lstStyle/>
          <a:p>
            <a:pPr>
              <a:lnSpc>
                <a:spcPct val="100000"/>
              </a:lnSpc>
              <a:spcBef>
                <a:spcPts val="1625"/>
              </a:spcBef>
            </a:pPr>
            <a:endParaRPr sz="2800">
              <a:latin typeface="Times New Roman"/>
              <a:cs typeface="Times New Roman"/>
            </a:endParaRPr>
          </a:p>
          <a:p>
            <a:pPr marL="231775">
              <a:lnSpc>
                <a:spcPct val="100000"/>
              </a:lnSpc>
            </a:pPr>
            <a:r>
              <a:rPr sz="2800" spc="-10" dirty="0">
                <a:solidFill>
                  <a:srgbClr val="FFFFFF"/>
                </a:solidFill>
              </a:rPr>
              <a:t>REFERENCES</a:t>
            </a:r>
            <a:endParaRPr sz="2800"/>
          </a:p>
        </p:txBody>
      </p:sp>
      <p:sp>
        <p:nvSpPr>
          <p:cNvPr id="3" name="object 3"/>
          <p:cNvSpPr txBox="1"/>
          <p:nvPr/>
        </p:nvSpPr>
        <p:spPr>
          <a:xfrm>
            <a:off x="609600" y="2209800"/>
            <a:ext cx="10791190" cy="3942105"/>
          </a:xfrm>
          <a:prstGeom prst="rect">
            <a:avLst/>
          </a:prstGeom>
        </p:spPr>
        <p:txBody>
          <a:bodyPr vert="horz" wrap="square" lIns="0" tIns="12700" rIns="0" bIns="0" rtlCol="0">
            <a:spAutoFit/>
          </a:bodyPr>
          <a:lstStyle/>
          <a:p>
            <a:pPr marL="369570" indent="-306070">
              <a:lnSpc>
                <a:spcPct val="100000"/>
              </a:lnSpc>
              <a:spcBef>
                <a:spcPts val="100"/>
              </a:spcBef>
              <a:buClr>
                <a:srgbClr val="4590B8"/>
              </a:buClr>
              <a:buSzPct val="91666"/>
              <a:buFont typeface="Cambria"/>
              <a:buChar char="◾"/>
              <a:tabLst>
                <a:tab pos="369570" algn="l"/>
              </a:tabLst>
            </a:pPr>
            <a:r>
              <a:rPr sz="1800" spc="-125" dirty="0">
                <a:solidFill>
                  <a:srgbClr val="3C3C3C"/>
                </a:solidFill>
                <a:latin typeface="Trebuchet MS"/>
                <a:cs typeface="Trebuchet MS"/>
              </a:rPr>
              <a:t>Elmasri,</a:t>
            </a:r>
            <a:r>
              <a:rPr sz="1800" spc="-210" dirty="0">
                <a:solidFill>
                  <a:srgbClr val="3C3C3C"/>
                </a:solidFill>
                <a:latin typeface="Trebuchet MS"/>
                <a:cs typeface="Trebuchet MS"/>
              </a:rPr>
              <a:t> </a:t>
            </a:r>
            <a:r>
              <a:rPr sz="1800" spc="-110" dirty="0">
                <a:solidFill>
                  <a:srgbClr val="3C3C3C"/>
                </a:solidFill>
                <a:latin typeface="Trebuchet MS"/>
                <a:cs typeface="Trebuchet MS"/>
              </a:rPr>
              <a:t>Ramez</a:t>
            </a:r>
            <a:r>
              <a:rPr sz="1800" spc="-15" dirty="0">
                <a:solidFill>
                  <a:srgbClr val="3C3C3C"/>
                </a:solidFill>
                <a:latin typeface="Trebuchet MS"/>
                <a:cs typeface="Trebuchet MS"/>
              </a:rPr>
              <a:t> </a:t>
            </a:r>
            <a:r>
              <a:rPr sz="1800" spc="-125" dirty="0">
                <a:solidFill>
                  <a:srgbClr val="3C3C3C"/>
                </a:solidFill>
                <a:latin typeface="Trebuchet MS"/>
                <a:cs typeface="Trebuchet MS"/>
              </a:rPr>
              <a:t>and</a:t>
            </a:r>
            <a:r>
              <a:rPr sz="1800" spc="-5" dirty="0">
                <a:solidFill>
                  <a:srgbClr val="3C3C3C"/>
                </a:solidFill>
                <a:latin typeface="Trebuchet MS"/>
                <a:cs typeface="Trebuchet MS"/>
              </a:rPr>
              <a:t> </a:t>
            </a:r>
            <a:r>
              <a:rPr sz="1800" spc="-120" dirty="0">
                <a:solidFill>
                  <a:srgbClr val="3C3C3C"/>
                </a:solidFill>
                <a:latin typeface="Trebuchet MS"/>
                <a:cs typeface="Trebuchet MS"/>
              </a:rPr>
              <a:t>Shamkant</a:t>
            </a:r>
            <a:r>
              <a:rPr sz="1800" spc="-20" dirty="0">
                <a:solidFill>
                  <a:srgbClr val="3C3C3C"/>
                </a:solidFill>
                <a:latin typeface="Trebuchet MS"/>
                <a:cs typeface="Trebuchet MS"/>
              </a:rPr>
              <a:t> </a:t>
            </a:r>
            <a:r>
              <a:rPr sz="1800" spc="-150" dirty="0">
                <a:solidFill>
                  <a:srgbClr val="3C3C3C"/>
                </a:solidFill>
                <a:latin typeface="Trebuchet MS"/>
                <a:cs typeface="Trebuchet MS"/>
              </a:rPr>
              <a:t>B.</a:t>
            </a:r>
            <a:r>
              <a:rPr sz="1800" spc="-190" dirty="0">
                <a:solidFill>
                  <a:srgbClr val="3C3C3C"/>
                </a:solidFill>
                <a:latin typeface="Trebuchet MS"/>
                <a:cs typeface="Trebuchet MS"/>
              </a:rPr>
              <a:t> </a:t>
            </a:r>
            <a:r>
              <a:rPr sz="1800" spc="-100" dirty="0">
                <a:solidFill>
                  <a:srgbClr val="3C3C3C"/>
                </a:solidFill>
                <a:latin typeface="Trebuchet MS"/>
                <a:cs typeface="Trebuchet MS"/>
              </a:rPr>
              <a:t>Navathe</a:t>
            </a:r>
            <a:r>
              <a:rPr sz="1800" spc="-20" dirty="0">
                <a:solidFill>
                  <a:srgbClr val="3C3C3C"/>
                </a:solidFill>
                <a:latin typeface="Trebuchet MS"/>
                <a:cs typeface="Trebuchet MS"/>
              </a:rPr>
              <a:t> </a:t>
            </a:r>
            <a:r>
              <a:rPr sz="1800" spc="-110" dirty="0">
                <a:solidFill>
                  <a:srgbClr val="3C3C3C"/>
                </a:solidFill>
                <a:latin typeface="Trebuchet MS"/>
                <a:cs typeface="Trebuchet MS"/>
              </a:rPr>
              <a:t>(2016),</a:t>
            </a:r>
            <a:r>
              <a:rPr sz="1800" spc="-175" dirty="0">
                <a:solidFill>
                  <a:srgbClr val="3C3C3C"/>
                </a:solidFill>
                <a:latin typeface="Trebuchet MS"/>
                <a:cs typeface="Trebuchet MS"/>
              </a:rPr>
              <a:t> </a:t>
            </a:r>
            <a:r>
              <a:rPr sz="1800" spc="-120" dirty="0">
                <a:solidFill>
                  <a:srgbClr val="3C3C3C"/>
                </a:solidFill>
                <a:latin typeface="Trebuchet MS"/>
                <a:cs typeface="Trebuchet MS"/>
              </a:rPr>
              <a:t>Fundamentals</a:t>
            </a:r>
            <a:r>
              <a:rPr sz="1800" spc="-20" dirty="0">
                <a:solidFill>
                  <a:srgbClr val="3C3C3C"/>
                </a:solidFill>
                <a:latin typeface="Trebuchet MS"/>
                <a:cs typeface="Trebuchet MS"/>
              </a:rPr>
              <a:t> </a:t>
            </a:r>
            <a:r>
              <a:rPr sz="1800" spc="-100" dirty="0">
                <a:solidFill>
                  <a:srgbClr val="3C3C3C"/>
                </a:solidFill>
                <a:latin typeface="Trebuchet MS"/>
                <a:cs typeface="Trebuchet MS"/>
              </a:rPr>
              <a:t>of</a:t>
            </a:r>
            <a:r>
              <a:rPr sz="1800" spc="-5" dirty="0">
                <a:solidFill>
                  <a:srgbClr val="3C3C3C"/>
                </a:solidFill>
                <a:latin typeface="Trebuchet MS"/>
                <a:cs typeface="Trebuchet MS"/>
              </a:rPr>
              <a:t> </a:t>
            </a:r>
            <a:r>
              <a:rPr sz="1800" spc="-90" dirty="0">
                <a:solidFill>
                  <a:srgbClr val="3C3C3C"/>
                </a:solidFill>
                <a:latin typeface="Trebuchet MS"/>
                <a:cs typeface="Trebuchet MS"/>
              </a:rPr>
              <a:t>Database</a:t>
            </a:r>
            <a:r>
              <a:rPr sz="1800" spc="-35" dirty="0">
                <a:solidFill>
                  <a:srgbClr val="3C3C3C"/>
                </a:solidFill>
                <a:latin typeface="Trebuchet MS"/>
                <a:cs typeface="Trebuchet MS"/>
              </a:rPr>
              <a:t> </a:t>
            </a:r>
            <a:r>
              <a:rPr sz="1800" spc="-114" dirty="0">
                <a:solidFill>
                  <a:srgbClr val="3C3C3C"/>
                </a:solidFill>
                <a:latin typeface="Trebuchet MS"/>
                <a:cs typeface="Trebuchet MS"/>
              </a:rPr>
              <a:t>Systems,</a:t>
            </a:r>
            <a:r>
              <a:rPr sz="1800" spc="-235" dirty="0">
                <a:solidFill>
                  <a:srgbClr val="3C3C3C"/>
                </a:solidFill>
                <a:latin typeface="Trebuchet MS"/>
                <a:cs typeface="Trebuchet MS"/>
              </a:rPr>
              <a:t> </a:t>
            </a:r>
            <a:r>
              <a:rPr sz="1800" spc="-10" dirty="0">
                <a:solidFill>
                  <a:srgbClr val="3C3C3C"/>
                </a:solidFill>
                <a:latin typeface="Trebuchet MS"/>
                <a:cs typeface="Trebuchet MS"/>
              </a:rPr>
              <a:t>7</a:t>
            </a:r>
            <a:r>
              <a:rPr sz="1800" spc="-15" baseline="25462" dirty="0">
                <a:solidFill>
                  <a:srgbClr val="3C3C3C"/>
                </a:solidFill>
                <a:latin typeface="Trebuchet MS"/>
                <a:cs typeface="Trebuchet MS"/>
              </a:rPr>
              <a:t>th</a:t>
            </a:r>
            <a:r>
              <a:rPr sz="1800" spc="270" baseline="25462" dirty="0">
                <a:solidFill>
                  <a:srgbClr val="3C3C3C"/>
                </a:solidFill>
                <a:latin typeface="Trebuchet MS"/>
                <a:cs typeface="Trebuchet MS"/>
              </a:rPr>
              <a:t> </a:t>
            </a:r>
            <a:r>
              <a:rPr sz="1800" spc="-125" dirty="0">
                <a:solidFill>
                  <a:srgbClr val="3C3C3C"/>
                </a:solidFill>
                <a:latin typeface="Trebuchet MS"/>
                <a:cs typeface="Trebuchet MS"/>
              </a:rPr>
              <a:t>edition,</a:t>
            </a:r>
            <a:r>
              <a:rPr sz="1800" spc="-385" dirty="0">
                <a:solidFill>
                  <a:srgbClr val="3C3C3C"/>
                </a:solidFill>
                <a:latin typeface="Trebuchet MS"/>
                <a:cs typeface="Trebuchet MS"/>
              </a:rPr>
              <a:t> </a:t>
            </a:r>
            <a:r>
              <a:rPr sz="1800" spc="-50" dirty="0">
                <a:solidFill>
                  <a:srgbClr val="3C3C3C"/>
                </a:solidFill>
                <a:latin typeface="Trebuchet MS"/>
                <a:cs typeface="Trebuchet MS"/>
              </a:rPr>
              <a:t>Addison</a:t>
            </a:r>
            <a:r>
              <a:rPr sz="1800" spc="-280" dirty="0">
                <a:solidFill>
                  <a:srgbClr val="3C3C3C"/>
                </a:solidFill>
                <a:latin typeface="Trebuchet MS"/>
                <a:cs typeface="Trebuchet MS"/>
              </a:rPr>
              <a:t> </a:t>
            </a:r>
            <a:r>
              <a:rPr sz="1800" spc="-10" dirty="0">
                <a:solidFill>
                  <a:srgbClr val="3C3C3C"/>
                </a:solidFill>
                <a:latin typeface="Trebuchet MS"/>
                <a:cs typeface="Trebuchet MS"/>
              </a:rPr>
              <a:t>Wesley.</a:t>
            </a:r>
            <a:endParaRPr sz="1800" dirty="0">
              <a:latin typeface="Trebuchet MS"/>
              <a:cs typeface="Trebuchet MS"/>
            </a:endParaRPr>
          </a:p>
          <a:p>
            <a:pPr>
              <a:lnSpc>
                <a:spcPct val="100000"/>
              </a:lnSpc>
              <a:buClr>
                <a:srgbClr val="4590B8"/>
              </a:buClr>
              <a:buFont typeface="Cambria"/>
              <a:buChar char="◾"/>
            </a:pPr>
            <a:endParaRPr sz="1800" dirty="0">
              <a:latin typeface="Trebuchet MS"/>
              <a:cs typeface="Trebuchet MS"/>
            </a:endParaRPr>
          </a:p>
          <a:p>
            <a:pPr>
              <a:lnSpc>
                <a:spcPct val="100000"/>
              </a:lnSpc>
              <a:spcBef>
                <a:spcPts val="40"/>
              </a:spcBef>
              <a:buClr>
                <a:srgbClr val="4590B8"/>
              </a:buClr>
              <a:buFont typeface="Cambria"/>
              <a:buChar char="◾"/>
            </a:pPr>
            <a:endParaRPr sz="1800" dirty="0">
              <a:latin typeface="Trebuchet MS"/>
              <a:cs typeface="Trebuchet MS"/>
            </a:endParaRPr>
          </a:p>
          <a:p>
            <a:pPr marL="369570" indent="-306070">
              <a:lnSpc>
                <a:spcPct val="100000"/>
              </a:lnSpc>
              <a:buClr>
                <a:srgbClr val="4590B8"/>
              </a:buClr>
              <a:buSzPct val="91666"/>
              <a:buFont typeface="Cambria"/>
              <a:buChar char="◾"/>
              <a:tabLst>
                <a:tab pos="369570" algn="l"/>
              </a:tabLst>
            </a:pPr>
            <a:r>
              <a:rPr sz="1800" spc="-60" dirty="0">
                <a:solidFill>
                  <a:srgbClr val="3C3C3C"/>
                </a:solidFill>
                <a:latin typeface="Trebuchet MS"/>
                <a:cs typeface="Trebuchet MS"/>
              </a:rPr>
              <a:t>Rick</a:t>
            </a:r>
            <a:r>
              <a:rPr sz="1800" spc="-15" dirty="0">
                <a:solidFill>
                  <a:srgbClr val="3C3C3C"/>
                </a:solidFill>
                <a:latin typeface="Trebuchet MS"/>
                <a:cs typeface="Trebuchet MS"/>
              </a:rPr>
              <a:t> </a:t>
            </a:r>
            <a:r>
              <a:rPr sz="1800" spc="-320" dirty="0">
                <a:solidFill>
                  <a:srgbClr val="3C3C3C"/>
                </a:solidFill>
                <a:latin typeface="Trebuchet MS"/>
                <a:cs typeface="Trebuchet MS"/>
              </a:rPr>
              <a:t>F.</a:t>
            </a:r>
            <a:r>
              <a:rPr sz="1800" spc="-175" dirty="0">
                <a:solidFill>
                  <a:srgbClr val="3C3C3C"/>
                </a:solidFill>
                <a:latin typeface="Trebuchet MS"/>
                <a:cs typeface="Trebuchet MS"/>
              </a:rPr>
              <a:t> </a:t>
            </a:r>
            <a:r>
              <a:rPr sz="1800" spc="-130" dirty="0">
                <a:solidFill>
                  <a:srgbClr val="3C3C3C"/>
                </a:solidFill>
                <a:latin typeface="Trebuchet MS"/>
                <a:cs typeface="Trebuchet MS"/>
              </a:rPr>
              <a:t>van</a:t>
            </a:r>
            <a:r>
              <a:rPr sz="1800" spc="-15" dirty="0">
                <a:solidFill>
                  <a:srgbClr val="3C3C3C"/>
                </a:solidFill>
                <a:latin typeface="Trebuchet MS"/>
                <a:cs typeface="Trebuchet MS"/>
              </a:rPr>
              <a:t> </a:t>
            </a:r>
            <a:r>
              <a:rPr sz="1800" spc="-70" dirty="0">
                <a:solidFill>
                  <a:srgbClr val="3C3C3C"/>
                </a:solidFill>
                <a:latin typeface="Trebuchet MS"/>
                <a:cs typeface="Trebuchet MS"/>
              </a:rPr>
              <a:t>der</a:t>
            </a:r>
            <a:r>
              <a:rPr sz="1800" spc="10" dirty="0">
                <a:solidFill>
                  <a:srgbClr val="3C3C3C"/>
                </a:solidFill>
                <a:latin typeface="Trebuchet MS"/>
                <a:cs typeface="Trebuchet MS"/>
              </a:rPr>
              <a:t> </a:t>
            </a:r>
            <a:r>
              <a:rPr sz="1800" spc="-95" dirty="0">
                <a:solidFill>
                  <a:srgbClr val="3C3C3C"/>
                </a:solidFill>
                <a:latin typeface="Trebuchet MS"/>
                <a:cs typeface="Trebuchet MS"/>
              </a:rPr>
              <a:t>Lans</a:t>
            </a:r>
            <a:r>
              <a:rPr sz="1800" spc="-15" dirty="0">
                <a:solidFill>
                  <a:srgbClr val="3C3C3C"/>
                </a:solidFill>
                <a:latin typeface="Trebuchet MS"/>
                <a:cs typeface="Trebuchet MS"/>
              </a:rPr>
              <a:t> </a:t>
            </a:r>
            <a:r>
              <a:rPr sz="1800" spc="-110" dirty="0">
                <a:solidFill>
                  <a:srgbClr val="3C3C3C"/>
                </a:solidFill>
                <a:latin typeface="Trebuchet MS"/>
                <a:cs typeface="Trebuchet MS"/>
              </a:rPr>
              <a:t>(2007),</a:t>
            </a:r>
            <a:r>
              <a:rPr sz="1800" spc="-165" dirty="0">
                <a:solidFill>
                  <a:srgbClr val="3C3C3C"/>
                </a:solidFill>
                <a:latin typeface="Trebuchet MS"/>
                <a:cs typeface="Trebuchet MS"/>
              </a:rPr>
              <a:t> </a:t>
            </a:r>
            <a:r>
              <a:rPr sz="1800" spc="55" dirty="0">
                <a:solidFill>
                  <a:srgbClr val="3C3C3C"/>
                </a:solidFill>
                <a:latin typeface="Trebuchet MS"/>
                <a:cs typeface="Trebuchet MS"/>
              </a:rPr>
              <a:t>SQL</a:t>
            </a:r>
            <a:r>
              <a:rPr sz="1800" dirty="0">
                <a:solidFill>
                  <a:srgbClr val="3C3C3C"/>
                </a:solidFill>
                <a:latin typeface="Trebuchet MS"/>
                <a:cs typeface="Trebuchet MS"/>
              </a:rPr>
              <a:t> </a:t>
            </a:r>
            <a:r>
              <a:rPr sz="1800" spc="-65" dirty="0">
                <a:solidFill>
                  <a:srgbClr val="3C3C3C"/>
                </a:solidFill>
                <a:latin typeface="Trebuchet MS"/>
                <a:cs typeface="Trebuchet MS"/>
              </a:rPr>
              <a:t>for</a:t>
            </a:r>
            <a:r>
              <a:rPr sz="1800" spc="-15" dirty="0">
                <a:solidFill>
                  <a:srgbClr val="3C3C3C"/>
                </a:solidFill>
                <a:latin typeface="Trebuchet MS"/>
                <a:cs typeface="Trebuchet MS"/>
              </a:rPr>
              <a:t> </a:t>
            </a:r>
            <a:r>
              <a:rPr sz="1800" dirty="0">
                <a:solidFill>
                  <a:srgbClr val="3C3C3C"/>
                </a:solidFill>
                <a:latin typeface="Trebuchet MS"/>
                <a:cs typeface="Trebuchet MS"/>
              </a:rPr>
              <a:t>MySQL </a:t>
            </a:r>
            <a:r>
              <a:rPr sz="1800" spc="-85" dirty="0">
                <a:solidFill>
                  <a:srgbClr val="3C3C3C"/>
                </a:solidFill>
                <a:latin typeface="Trebuchet MS"/>
                <a:cs typeface="Trebuchet MS"/>
              </a:rPr>
              <a:t>Developers,</a:t>
            </a:r>
            <a:r>
              <a:rPr sz="1800" spc="-415" dirty="0">
                <a:solidFill>
                  <a:srgbClr val="3C3C3C"/>
                </a:solidFill>
                <a:latin typeface="Trebuchet MS"/>
                <a:cs typeface="Trebuchet MS"/>
              </a:rPr>
              <a:t> </a:t>
            </a:r>
            <a:r>
              <a:rPr sz="1800" spc="-50" dirty="0">
                <a:solidFill>
                  <a:srgbClr val="3C3C3C"/>
                </a:solidFill>
                <a:latin typeface="Trebuchet MS"/>
                <a:cs typeface="Trebuchet MS"/>
              </a:rPr>
              <a:t>Addison</a:t>
            </a:r>
            <a:r>
              <a:rPr sz="1800" spc="-254" dirty="0">
                <a:solidFill>
                  <a:srgbClr val="3C3C3C"/>
                </a:solidFill>
                <a:latin typeface="Trebuchet MS"/>
                <a:cs typeface="Trebuchet MS"/>
              </a:rPr>
              <a:t> </a:t>
            </a:r>
            <a:r>
              <a:rPr sz="1800" spc="-10" dirty="0">
                <a:solidFill>
                  <a:srgbClr val="3C3C3C"/>
                </a:solidFill>
                <a:latin typeface="Trebuchet MS"/>
                <a:cs typeface="Trebuchet MS"/>
              </a:rPr>
              <a:t>Wesley.</a:t>
            </a:r>
            <a:endParaRPr sz="1800" dirty="0">
              <a:latin typeface="Trebuchet MS"/>
              <a:cs typeface="Trebuchet MS"/>
            </a:endParaRPr>
          </a:p>
          <a:p>
            <a:pPr>
              <a:lnSpc>
                <a:spcPct val="100000"/>
              </a:lnSpc>
              <a:buClr>
                <a:srgbClr val="4590B8"/>
              </a:buClr>
              <a:buFont typeface="Cambria"/>
              <a:buChar char="◾"/>
            </a:pPr>
            <a:endParaRPr sz="1800" dirty="0">
              <a:latin typeface="Trebuchet MS"/>
              <a:cs typeface="Trebuchet MS"/>
            </a:endParaRPr>
          </a:p>
          <a:p>
            <a:pPr>
              <a:lnSpc>
                <a:spcPct val="100000"/>
              </a:lnSpc>
              <a:spcBef>
                <a:spcPts val="45"/>
              </a:spcBef>
              <a:buClr>
                <a:srgbClr val="4590B8"/>
              </a:buClr>
              <a:buFont typeface="Cambria"/>
              <a:buChar char="◾"/>
            </a:pPr>
            <a:endParaRPr sz="1800" dirty="0">
              <a:latin typeface="Trebuchet MS"/>
              <a:cs typeface="Trebuchet MS"/>
            </a:endParaRPr>
          </a:p>
          <a:p>
            <a:pPr marL="369570" marR="167640" indent="-306705">
              <a:lnSpc>
                <a:spcPct val="100000"/>
              </a:lnSpc>
              <a:spcBef>
                <a:spcPts val="5"/>
              </a:spcBef>
              <a:buClr>
                <a:srgbClr val="4590B8"/>
              </a:buClr>
              <a:buSzPct val="91666"/>
              <a:buFont typeface="Cambria"/>
              <a:buChar char="◾"/>
              <a:tabLst>
                <a:tab pos="369570" algn="l"/>
              </a:tabLst>
            </a:pPr>
            <a:r>
              <a:rPr sz="1800" spc="-70" dirty="0">
                <a:solidFill>
                  <a:srgbClr val="3C3C3C"/>
                </a:solidFill>
                <a:latin typeface="Trebuchet MS"/>
                <a:cs typeface="Trebuchet MS"/>
              </a:rPr>
              <a:t>Connolly,Thomas</a:t>
            </a:r>
            <a:r>
              <a:rPr sz="1800" spc="-50" dirty="0">
                <a:solidFill>
                  <a:srgbClr val="3C3C3C"/>
                </a:solidFill>
                <a:latin typeface="Trebuchet MS"/>
                <a:cs typeface="Trebuchet MS"/>
              </a:rPr>
              <a:t> </a:t>
            </a:r>
            <a:r>
              <a:rPr sz="1800" spc="-125" dirty="0">
                <a:solidFill>
                  <a:srgbClr val="3C3C3C"/>
                </a:solidFill>
                <a:latin typeface="Trebuchet MS"/>
                <a:cs typeface="Trebuchet MS"/>
              </a:rPr>
              <a:t>and</a:t>
            </a:r>
            <a:r>
              <a:rPr sz="1800" spc="-35" dirty="0">
                <a:solidFill>
                  <a:srgbClr val="3C3C3C"/>
                </a:solidFill>
                <a:latin typeface="Trebuchet MS"/>
                <a:cs typeface="Trebuchet MS"/>
              </a:rPr>
              <a:t> </a:t>
            </a:r>
            <a:r>
              <a:rPr sz="1800" spc="-45" dirty="0">
                <a:solidFill>
                  <a:srgbClr val="3C3C3C"/>
                </a:solidFill>
                <a:latin typeface="Trebuchet MS"/>
                <a:cs typeface="Trebuchet MS"/>
              </a:rPr>
              <a:t>Carolyn</a:t>
            </a:r>
            <a:r>
              <a:rPr sz="1800" spc="-15" dirty="0">
                <a:solidFill>
                  <a:srgbClr val="3C3C3C"/>
                </a:solidFill>
                <a:latin typeface="Trebuchet MS"/>
                <a:cs typeface="Trebuchet MS"/>
              </a:rPr>
              <a:t> </a:t>
            </a:r>
            <a:r>
              <a:rPr sz="1800" spc="-105" dirty="0">
                <a:solidFill>
                  <a:srgbClr val="3C3C3C"/>
                </a:solidFill>
                <a:latin typeface="Trebuchet MS"/>
                <a:cs typeface="Trebuchet MS"/>
              </a:rPr>
              <a:t>Begg</a:t>
            </a:r>
            <a:r>
              <a:rPr sz="1800" spc="-30" dirty="0">
                <a:solidFill>
                  <a:srgbClr val="3C3C3C"/>
                </a:solidFill>
                <a:latin typeface="Trebuchet MS"/>
                <a:cs typeface="Trebuchet MS"/>
              </a:rPr>
              <a:t> </a:t>
            </a:r>
            <a:r>
              <a:rPr sz="1800" spc="-110" dirty="0">
                <a:solidFill>
                  <a:srgbClr val="3C3C3C"/>
                </a:solidFill>
                <a:latin typeface="Trebuchet MS"/>
                <a:cs typeface="Trebuchet MS"/>
              </a:rPr>
              <a:t>(2015),</a:t>
            </a:r>
            <a:r>
              <a:rPr sz="1800" spc="-180" dirty="0">
                <a:solidFill>
                  <a:srgbClr val="3C3C3C"/>
                </a:solidFill>
                <a:latin typeface="Trebuchet MS"/>
                <a:cs typeface="Trebuchet MS"/>
              </a:rPr>
              <a:t> </a:t>
            </a:r>
            <a:r>
              <a:rPr sz="1800" spc="-90" dirty="0">
                <a:solidFill>
                  <a:srgbClr val="3C3C3C"/>
                </a:solidFill>
                <a:latin typeface="Trebuchet MS"/>
                <a:cs typeface="Trebuchet MS"/>
              </a:rPr>
              <a:t>Database</a:t>
            </a:r>
            <a:r>
              <a:rPr sz="1800" spc="-55" dirty="0">
                <a:solidFill>
                  <a:srgbClr val="3C3C3C"/>
                </a:solidFill>
                <a:latin typeface="Trebuchet MS"/>
                <a:cs typeface="Trebuchet MS"/>
              </a:rPr>
              <a:t> </a:t>
            </a:r>
            <a:r>
              <a:rPr sz="1800" spc="-90" dirty="0">
                <a:solidFill>
                  <a:srgbClr val="3C3C3C"/>
                </a:solidFill>
                <a:latin typeface="Trebuchet MS"/>
                <a:cs typeface="Trebuchet MS"/>
              </a:rPr>
              <a:t>Systems</a:t>
            </a:r>
            <a:r>
              <a:rPr sz="1800" spc="-235" dirty="0">
                <a:solidFill>
                  <a:srgbClr val="3C3C3C"/>
                </a:solidFill>
                <a:latin typeface="Trebuchet MS"/>
                <a:cs typeface="Trebuchet MS"/>
              </a:rPr>
              <a:t> </a:t>
            </a:r>
            <a:r>
              <a:rPr sz="1800" spc="125" dirty="0">
                <a:solidFill>
                  <a:srgbClr val="3C3C3C"/>
                </a:solidFill>
                <a:latin typeface="Trebuchet MS"/>
                <a:cs typeface="Trebuchet MS"/>
              </a:rPr>
              <a:t>A</a:t>
            </a:r>
            <a:r>
              <a:rPr sz="1800" spc="-20" dirty="0">
                <a:solidFill>
                  <a:srgbClr val="3C3C3C"/>
                </a:solidFill>
                <a:latin typeface="Trebuchet MS"/>
                <a:cs typeface="Trebuchet MS"/>
              </a:rPr>
              <a:t> </a:t>
            </a:r>
            <a:r>
              <a:rPr sz="1800" spc="-125" dirty="0">
                <a:solidFill>
                  <a:srgbClr val="3C3C3C"/>
                </a:solidFill>
                <a:latin typeface="Trebuchet MS"/>
                <a:cs typeface="Trebuchet MS"/>
              </a:rPr>
              <a:t>Practical</a:t>
            </a:r>
            <a:r>
              <a:rPr sz="1800" spc="-215" dirty="0">
                <a:solidFill>
                  <a:srgbClr val="3C3C3C"/>
                </a:solidFill>
                <a:latin typeface="Trebuchet MS"/>
                <a:cs typeface="Trebuchet MS"/>
              </a:rPr>
              <a:t> </a:t>
            </a:r>
            <a:r>
              <a:rPr sz="1800" spc="-65" dirty="0">
                <a:solidFill>
                  <a:srgbClr val="3C3C3C"/>
                </a:solidFill>
                <a:latin typeface="Trebuchet MS"/>
                <a:cs typeface="Trebuchet MS"/>
              </a:rPr>
              <a:t>Approach</a:t>
            </a:r>
            <a:r>
              <a:rPr sz="1800" spc="-30" dirty="0">
                <a:solidFill>
                  <a:srgbClr val="3C3C3C"/>
                </a:solidFill>
                <a:latin typeface="Trebuchet MS"/>
                <a:cs typeface="Trebuchet MS"/>
              </a:rPr>
              <a:t> </a:t>
            </a:r>
            <a:r>
              <a:rPr sz="1800" dirty="0">
                <a:solidFill>
                  <a:srgbClr val="3C3C3C"/>
                </a:solidFill>
                <a:latin typeface="Trebuchet MS"/>
                <a:cs typeface="Trebuchet MS"/>
              </a:rPr>
              <a:t>to</a:t>
            </a:r>
            <a:r>
              <a:rPr sz="1800" spc="-30" dirty="0">
                <a:solidFill>
                  <a:srgbClr val="3C3C3C"/>
                </a:solidFill>
                <a:latin typeface="Trebuchet MS"/>
                <a:cs typeface="Trebuchet MS"/>
              </a:rPr>
              <a:t> </a:t>
            </a:r>
            <a:r>
              <a:rPr sz="1800" spc="-90" dirty="0">
                <a:solidFill>
                  <a:srgbClr val="3C3C3C"/>
                </a:solidFill>
                <a:latin typeface="Trebuchet MS"/>
                <a:cs typeface="Trebuchet MS"/>
              </a:rPr>
              <a:t>Design,</a:t>
            </a:r>
            <a:r>
              <a:rPr sz="1800" spc="-229" dirty="0">
                <a:solidFill>
                  <a:srgbClr val="3C3C3C"/>
                </a:solidFill>
                <a:latin typeface="Trebuchet MS"/>
                <a:cs typeface="Trebuchet MS"/>
              </a:rPr>
              <a:t> </a:t>
            </a:r>
            <a:r>
              <a:rPr sz="1800" spc="-85" dirty="0">
                <a:solidFill>
                  <a:srgbClr val="3C3C3C"/>
                </a:solidFill>
                <a:latin typeface="Trebuchet MS"/>
                <a:cs typeface="Trebuchet MS"/>
              </a:rPr>
              <a:t>Implementation, </a:t>
            </a:r>
            <a:r>
              <a:rPr sz="1800" spc="-125" dirty="0">
                <a:solidFill>
                  <a:srgbClr val="3C3C3C"/>
                </a:solidFill>
                <a:latin typeface="Trebuchet MS"/>
                <a:cs typeface="Trebuchet MS"/>
              </a:rPr>
              <a:t>and</a:t>
            </a:r>
            <a:r>
              <a:rPr sz="1800" dirty="0">
                <a:solidFill>
                  <a:srgbClr val="3C3C3C"/>
                </a:solidFill>
                <a:latin typeface="Trebuchet MS"/>
                <a:cs typeface="Trebuchet MS"/>
              </a:rPr>
              <a:t> </a:t>
            </a:r>
            <a:r>
              <a:rPr sz="1800" spc="-130" dirty="0">
                <a:solidFill>
                  <a:srgbClr val="3C3C3C"/>
                </a:solidFill>
                <a:latin typeface="Trebuchet MS"/>
                <a:cs typeface="Trebuchet MS"/>
              </a:rPr>
              <a:t>Management,</a:t>
            </a:r>
            <a:r>
              <a:rPr sz="1800" spc="-195" dirty="0">
                <a:solidFill>
                  <a:srgbClr val="3C3C3C"/>
                </a:solidFill>
                <a:latin typeface="Trebuchet MS"/>
                <a:cs typeface="Trebuchet MS"/>
              </a:rPr>
              <a:t> </a:t>
            </a:r>
            <a:r>
              <a:rPr sz="1800" spc="-10" dirty="0">
                <a:solidFill>
                  <a:srgbClr val="3C3C3C"/>
                </a:solidFill>
                <a:latin typeface="Trebuchet MS"/>
                <a:cs typeface="Trebuchet MS"/>
              </a:rPr>
              <a:t>6</a:t>
            </a:r>
            <a:r>
              <a:rPr sz="1800" spc="-15" baseline="25462" dirty="0">
                <a:solidFill>
                  <a:srgbClr val="3C3C3C"/>
                </a:solidFill>
                <a:latin typeface="Trebuchet MS"/>
                <a:cs typeface="Trebuchet MS"/>
              </a:rPr>
              <a:t>th</a:t>
            </a:r>
            <a:r>
              <a:rPr sz="1800" spc="307" baseline="25462" dirty="0">
                <a:solidFill>
                  <a:srgbClr val="3C3C3C"/>
                </a:solidFill>
                <a:latin typeface="Trebuchet MS"/>
                <a:cs typeface="Trebuchet MS"/>
              </a:rPr>
              <a:t> </a:t>
            </a:r>
            <a:r>
              <a:rPr sz="1800" spc="-125" dirty="0">
                <a:solidFill>
                  <a:srgbClr val="3C3C3C"/>
                </a:solidFill>
                <a:latin typeface="Trebuchet MS"/>
                <a:cs typeface="Trebuchet MS"/>
              </a:rPr>
              <a:t>edition,</a:t>
            </a:r>
            <a:r>
              <a:rPr sz="1800" spc="-180" dirty="0">
                <a:solidFill>
                  <a:srgbClr val="3C3C3C"/>
                </a:solidFill>
                <a:latin typeface="Trebuchet MS"/>
                <a:cs typeface="Trebuchet MS"/>
              </a:rPr>
              <a:t> </a:t>
            </a:r>
            <a:r>
              <a:rPr sz="1800" spc="-90" dirty="0">
                <a:solidFill>
                  <a:srgbClr val="3C3C3C"/>
                </a:solidFill>
                <a:latin typeface="Trebuchet MS"/>
                <a:cs typeface="Trebuchet MS"/>
              </a:rPr>
              <a:t>Pearson</a:t>
            </a:r>
            <a:r>
              <a:rPr sz="1800" dirty="0">
                <a:solidFill>
                  <a:srgbClr val="3C3C3C"/>
                </a:solidFill>
                <a:latin typeface="Trebuchet MS"/>
                <a:cs typeface="Trebuchet MS"/>
              </a:rPr>
              <a:t> </a:t>
            </a:r>
            <a:r>
              <a:rPr sz="1800" spc="-120" dirty="0">
                <a:solidFill>
                  <a:srgbClr val="3C3C3C"/>
                </a:solidFill>
                <a:latin typeface="Trebuchet MS"/>
                <a:cs typeface="Trebuchet MS"/>
              </a:rPr>
              <a:t>Education,</a:t>
            </a:r>
            <a:r>
              <a:rPr sz="1800" spc="-190" dirty="0">
                <a:solidFill>
                  <a:srgbClr val="3C3C3C"/>
                </a:solidFill>
                <a:latin typeface="Trebuchet MS"/>
                <a:cs typeface="Trebuchet MS"/>
              </a:rPr>
              <a:t> </a:t>
            </a:r>
            <a:r>
              <a:rPr sz="1800" dirty="0">
                <a:solidFill>
                  <a:srgbClr val="3C3C3C"/>
                </a:solidFill>
                <a:latin typeface="Trebuchet MS"/>
                <a:cs typeface="Trebuchet MS"/>
              </a:rPr>
              <a:t>ISBN</a:t>
            </a:r>
            <a:r>
              <a:rPr sz="1800" spc="5" dirty="0">
                <a:solidFill>
                  <a:srgbClr val="3C3C3C"/>
                </a:solidFill>
                <a:latin typeface="Trebuchet MS"/>
                <a:cs typeface="Trebuchet MS"/>
              </a:rPr>
              <a:t> </a:t>
            </a:r>
            <a:r>
              <a:rPr sz="1800" spc="-140" dirty="0">
                <a:solidFill>
                  <a:srgbClr val="3C3C3C"/>
                </a:solidFill>
                <a:latin typeface="Trebuchet MS"/>
                <a:cs typeface="Trebuchet MS"/>
              </a:rPr>
              <a:t>13:</a:t>
            </a:r>
            <a:r>
              <a:rPr sz="1800" spc="-185" dirty="0">
                <a:solidFill>
                  <a:srgbClr val="3C3C3C"/>
                </a:solidFill>
                <a:latin typeface="Trebuchet MS"/>
                <a:cs typeface="Trebuchet MS"/>
              </a:rPr>
              <a:t> </a:t>
            </a:r>
            <a:r>
              <a:rPr sz="1800" spc="-70" dirty="0">
                <a:solidFill>
                  <a:srgbClr val="3C3C3C"/>
                </a:solidFill>
                <a:latin typeface="Trebuchet MS"/>
                <a:cs typeface="Trebuchet MS"/>
              </a:rPr>
              <a:t>978-</a:t>
            </a:r>
            <a:r>
              <a:rPr sz="1800" spc="-85" dirty="0">
                <a:solidFill>
                  <a:srgbClr val="3C3C3C"/>
                </a:solidFill>
                <a:latin typeface="Trebuchet MS"/>
                <a:cs typeface="Trebuchet MS"/>
              </a:rPr>
              <a:t>1-</a:t>
            </a:r>
            <a:r>
              <a:rPr sz="1800" spc="-75" dirty="0">
                <a:solidFill>
                  <a:srgbClr val="3C3C3C"/>
                </a:solidFill>
                <a:latin typeface="Trebuchet MS"/>
                <a:cs typeface="Trebuchet MS"/>
              </a:rPr>
              <a:t>292-</a:t>
            </a:r>
            <a:r>
              <a:rPr sz="1800" spc="-70" dirty="0">
                <a:solidFill>
                  <a:srgbClr val="3C3C3C"/>
                </a:solidFill>
                <a:latin typeface="Trebuchet MS"/>
                <a:cs typeface="Trebuchet MS"/>
              </a:rPr>
              <a:t>06118-</a:t>
            </a:r>
            <a:r>
              <a:rPr sz="1800" spc="-170" dirty="0">
                <a:solidFill>
                  <a:srgbClr val="3C3C3C"/>
                </a:solidFill>
                <a:latin typeface="Trebuchet MS"/>
                <a:cs typeface="Trebuchet MS"/>
              </a:rPr>
              <a:t>4,</a:t>
            </a:r>
            <a:r>
              <a:rPr sz="1800" spc="-125" dirty="0">
                <a:solidFill>
                  <a:srgbClr val="3C3C3C"/>
                </a:solidFill>
                <a:latin typeface="Trebuchet MS"/>
                <a:cs typeface="Trebuchet MS"/>
              </a:rPr>
              <a:t> </a:t>
            </a:r>
            <a:r>
              <a:rPr sz="1800" spc="-100" dirty="0">
                <a:solidFill>
                  <a:srgbClr val="3C3C3C"/>
                </a:solidFill>
                <a:latin typeface="Trebuchet MS"/>
                <a:cs typeface="Trebuchet MS"/>
              </a:rPr>
              <a:t>Essex,</a:t>
            </a:r>
            <a:r>
              <a:rPr sz="1800" spc="-204" dirty="0">
                <a:solidFill>
                  <a:srgbClr val="3C3C3C"/>
                </a:solidFill>
                <a:latin typeface="Trebuchet MS"/>
                <a:cs typeface="Trebuchet MS"/>
              </a:rPr>
              <a:t> </a:t>
            </a:r>
            <a:r>
              <a:rPr sz="1800" spc="-10" dirty="0">
                <a:solidFill>
                  <a:srgbClr val="3C3C3C"/>
                </a:solidFill>
                <a:latin typeface="Trebuchet MS"/>
                <a:cs typeface="Trebuchet MS"/>
              </a:rPr>
              <a:t>England.</a:t>
            </a:r>
            <a:endParaRPr lang="en-US" sz="1800" spc="-10" dirty="0">
              <a:solidFill>
                <a:srgbClr val="3C3C3C"/>
              </a:solidFill>
              <a:latin typeface="Trebuchet MS"/>
              <a:cs typeface="Trebuchet MS"/>
            </a:endParaRPr>
          </a:p>
          <a:p>
            <a:pPr marL="369570" marR="167640" indent="-306705">
              <a:lnSpc>
                <a:spcPct val="100000"/>
              </a:lnSpc>
              <a:spcBef>
                <a:spcPts val="5"/>
              </a:spcBef>
              <a:buClr>
                <a:srgbClr val="4590B8"/>
              </a:buClr>
              <a:buSzPct val="91666"/>
              <a:buFont typeface="Cambria"/>
              <a:buChar char="◾"/>
              <a:tabLst>
                <a:tab pos="369570" algn="l"/>
              </a:tabLst>
            </a:pPr>
            <a:endParaRPr lang="en-US" spc="-10" dirty="0">
              <a:solidFill>
                <a:srgbClr val="3C3C3C"/>
              </a:solidFill>
              <a:latin typeface="Trebuchet MS"/>
              <a:cs typeface="Trebuchet MS"/>
            </a:endParaRPr>
          </a:p>
          <a:p>
            <a:pPr marL="406400" indent="-342900">
              <a:lnSpc>
                <a:spcPct val="100000"/>
              </a:lnSpc>
              <a:spcBef>
                <a:spcPts val="100"/>
              </a:spcBef>
              <a:buClr>
                <a:srgbClr val="4590B8"/>
              </a:buClr>
              <a:buSzPct val="91666"/>
              <a:buFont typeface="Arial" panose="020B0604020202020204" pitchFamily="34" charset="0"/>
              <a:buChar char="•"/>
              <a:tabLst>
                <a:tab pos="369570" algn="l"/>
              </a:tabLst>
            </a:pPr>
            <a:r>
              <a:rPr lang="en-US" sz="1800" spc="-125" dirty="0">
                <a:solidFill>
                  <a:srgbClr val="3C3C3C"/>
                </a:solidFill>
                <a:latin typeface="Trebuchet MS"/>
                <a:cs typeface="Trebuchet MS"/>
                <a:hlinkClick r:id="rId2"/>
              </a:rPr>
              <a:t>https://learnsql.com/blog/what-is-common-table-expression/</a:t>
            </a:r>
            <a:endParaRPr lang="en-US" sz="1800" spc="-125" dirty="0">
              <a:solidFill>
                <a:srgbClr val="3C3C3C"/>
              </a:solidFill>
              <a:latin typeface="Trebuchet MS"/>
              <a:cs typeface="Trebuchet MS"/>
            </a:endParaRPr>
          </a:p>
          <a:p>
            <a:pPr marL="406400" indent="-342900">
              <a:lnSpc>
                <a:spcPct val="100000"/>
              </a:lnSpc>
              <a:spcBef>
                <a:spcPts val="100"/>
              </a:spcBef>
              <a:buClr>
                <a:srgbClr val="4590B8"/>
              </a:buClr>
              <a:buSzPct val="91666"/>
              <a:buFont typeface="Arial" panose="020B0604020202020204" pitchFamily="34" charset="0"/>
              <a:buChar char="•"/>
              <a:tabLst>
                <a:tab pos="369570" algn="l"/>
              </a:tabLst>
            </a:pPr>
            <a:r>
              <a:rPr lang="en-US" sz="1800" dirty="0">
                <a:latin typeface="Trebuchet MS"/>
                <a:cs typeface="Trebuchet MS"/>
                <a:hlinkClick r:id="rId3"/>
              </a:rPr>
              <a:t>https://medium.com/@roshmitadey/common-table-expressions-cte-in-sql-abdf550fc72f</a:t>
            </a:r>
            <a:endParaRPr lang="en-US" sz="1800" dirty="0">
              <a:latin typeface="Trebuchet MS"/>
              <a:cs typeface="Trebuchet MS"/>
            </a:endParaRPr>
          </a:p>
          <a:p>
            <a:pPr marL="406400" indent="-342900">
              <a:lnSpc>
                <a:spcPct val="100000"/>
              </a:lnSpc>
              <a:spcBef>
                <a:spcPts val="100"/>
              </a:spcBef>
              <a:buClr>
                <a:srgbClr val="4590B8"/>
              </a:buClr>
              <a:buSzPct val="91666"/>
              <a:buFont typeface="Arial" panose="020B0604020202020204" pitchFamily="34" charset="0"/>
              <a:buChar char="•"/>
              <a:tabLst>
                <a:tab pos="369570" algn="l"/>
              </a:tabLst>
            </a:pPr>
            <a:r>
              <a:rPr lang="en-US" sz="1800" dirty="0">
                <a:latin typeface="Trebuchet MS"/>
                <a:cs typeface="Trebuchet MS"/>
                <a:hlinkClick r:id="rId4"/>
              </a:rPr>
              <a:t>https://medium.com/@manutej/mastering-sql-window-functions-guide-e6dc17eb1995</a:t>
            </a:r>
            <a:endParaRPr lang="en-US" sz="1800" dirty="0">
              <a:latin typeface="Trebuchet MS"/>
              <a:cs typeface="Trebuchet MS"/>
            </a:endParaRPr>
          </a:p>
          <a:p>
            <a:pPr marL="406400" indent="-342900">
              <a:lnSpc>
                <a:spcPct val="100000"/>
              </a:lnSpc>
              <a:spcBef>
                <a:spcPts val="100"/>
              </a:spcBef>
              <a:buClr>
                <a:srgbClr val="4590B8"/>
              </a:buClr>
              <a:buSzPct val="91666"/>
              <a:buFont typeface="Arial" panose="020B0604020202020204" pitchFamily="34" charset="0"/>
              <a:buChar char="•"/>
              <a:tabLst>
                <a:tab pos="369570" algn="l"/>
              </a:tabLst>
            </a:pPr>
            <a:r>
              <a:rPr lang="en-US" sz="1800" dirty="0">
                <a:latin typeface="Trebuchet MS"/>
                <a:cs typeface="Trebuchet MS"/>
                <a:hlinkClick r:id="rId5"/>
              </a:rPr>
              <a:t>https://mode.com/sql-tutorial/sql-window-functions</a:t>
            </a:r>
            <a:endParaRPr lang="en-US" sz="1800" dirty="0">
              <a:latin typeface="Trebuchet MS"/>
              <a:cs typeface="Trebuchet MS"/>
            </a:endParaRPr>
          </a:p>
          <a:p>
            <a:pPr marL="369570" marR="167640" indent="-306705">
              <a:lnSpc>
                <a:spcPct val="100000"/>
              </a:lnSpc>
              <a:spcBef>
                <a:spcPts val="5"/>
              </a:spcBef>
              <a:buClr>
                <a:srgbClr val="4590B8"/>
              </a:buClr>
              <a:buSzPct val="91666"/>
              <a:buFont typeface="Cambria"/>
              <a:buChar char="◾"/>
              <a:tabLst>
                <a:tab pos="369570" algn="l"/>
              </a:tabLst>
            </a:pPr>
            <a:endParaRPr sz="1800" dirty="0">
              <a:latin typeface="Trebuchet MS"/>
              <a:cs typeface="Trebuchet M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48055" y="5141976"/>
            <a:ext cx="11291570" cy="1259205"/>
          </a:xfrm>
          <a:custGeom>
            <a:avLst/>
            <a:gdLst/>
            <a:ahLst/>
            <a:cxnLst/>
            <a:rect l="l" t="t" r="r" b="b"/>
            <a:pathLst>
              <a:path w="11291570" h="1259204">
                <a:moveTo>
                  <a:pt x="11291316" y="0"/>
                </a:moveTo>
                <a:lnTo>
                  <a:pt x="0" y="0"/>
                </a:lnTo>
                <a:lnTo>
                  <a:pt x="0" y="1258824"/>
                </a:lnTo>
                <a:lnTo>
                  <a:pt x="11291316" y="1258824"/>
                </a:lnTo>
                <a:lnTo>
                  <a:pt x="11291316" y="0"/>
                </a:lnTo>
                <a:close/>
              </a:path>
            </a:pathLst>
          </a:custGeom>
          <a:solidFill>
            <a:srgbClr val="1A315F"/>
          </a:solidFill>
        </p:spPr>
        <p:txBody>
          <a:bodyPr wrap="square" lIns="0" tIns="0" rIns="0" bIns="0" rtlCol="0"/>
          <a:lstStyle/>
          <a:p>
            <a:endParaRPr/>
          </a:p>
        </p:txBody>
      </p:sp>
      <p:sp>
        <p:nvSpPr>
          <p:cNvPr id="3" name="object 3"/>
          <p:cNvSpPr txBox="1"/>
          <p:nvPr/>
        </p:nvSpPr>
        <p:spPr>
          <a:xfrm>
            <a:off x="4318253" y="1190066"/>
            <a:ext cx="4335145" cy="3318510"/>
          </a:xfrm>
          <a:prstGeom prst="rect">
            <a:avLst/>
          </a:prstGeom>
        </p:spPr>
        <p:txBody>
          <a:bodyPr vert="horz" wrap="square" lIns="0" tIns="12700" rIns="0" bIns="0" rtlCol="0">
            <a:spAutoFit/>
          </a:bodyPr>
          <a:lstStyle/>
          <a:p>
            <a:pPr marL="12700" marR="1369695">
              <a:lnSpc>
                <a:spcPct val="100000"/>
              </a:lnSpc>
              <a:spcBef>
                <a:spcPts val="100"/>
              </a:spcBef>
            </a:pPr>
            <a:r>
              <a:rPr sz="3600" dirty="0">
                <a:solidFill>
                  <a:srgbClr val="1A315F"/>
                </a:solidFill>
                <a:latin typeface="Trebuchet MS"/>
                <a:cs typeface="Trebuchet MS"/>
              </a:rPr>
              <a:t>SELECT</a:t>
            </a:r>
            <a:r>
              <a:rPr sz="3600" spc="-20" dirty="0">
                <a:solidFill>
                  <a:srgbClr val="1A315F"/>
                </a:solidFill>
                <a:latin typeface="Trebuchet MS"/>
                <a:cs typeface="Trebuchet MS"/>
              </a:rPr>
              <a:t> </a:t>
            </a:r>
            <a:r>
              <a:rPr sz="3600" spc="120" dirty="0">
                <a:solidFill>
                  <a:srgbClr val="4590B8"/>
                </a:solidFill>
                <a:latin typeface="Trebuchet MS"/>
                <a:cs typeface="Trebuchet MS"/>
              </a:rPr>
              <a:t>* </a:t>
            </a:r>
            <a:r>
              <a:rPr sz="3600" spc="105" dirty="0">
                <a:solidFill>
                  <a:srgbClr val="1A315F"/>
                </a:solidFill>
                <a:latin typeface="Trebuchet MS"/>
                <a:cs typeface="Trebuchet MS"/>
              </a:rPr>
              <a:t>FROM</a:t>
            </a:r>
            <a:r>
              <a:rPr sz="3600" spc="-530" dirty="0">
                <a:solidFill>
                  <a:srgbClr val="1A315F"/>
                </a:solidFill>
                <a:latin typeface="Trebuchet MS"/>
                <a:cs typeface="Trebuchet MS"/>
              </a:rPr>
              <a:t> </a:t>
            </a:r>
            <a:r>
              <a:rPr sz="3600" spc="300" dirty="0">
                <a:solidFill>
                  <a:srgbClr val="4590B8"/>
                </a:solidFill>
                <a:latin typeface="Trebuchet MS"/>
                <a:cs typeface="Trebuchet MS"/>
              </a:rPr>
              <a:t>WORLD</a:t>
            </a:r>
            <a:endParaRPr sz="3600">
              <a:latin typeface="Trebuchet MS"/>
              <a:cs typeface="Trebuchet MS"/>
            </a:endParaRPr>
          </a:p>
          <a:p>
            <a:pPr marL="12700" marR="510540">
              <a:lnSpc>
                <a:spcPct val="100000"/>
              </a:lnSpc>
              <a:spcBef>
                <a:spcPts val="5"/>
              </a:spcBef>
            </a:pPr>
            <a:r>
              <a:rPr sz="3600" spc="135" dirty="0">
                <a:solidFill>
                  <a:srgbClr val="1A315F"/>
                </a:solidFill>
                <a:latin typeface="Trebuchet MS"/>
                <a:cs typeface="Trebuchet MS"/>
              </a:rPr>
              <a:t>WHERE</a:t>
            </a:r>
            <a:r>
              <a:rPr sz="3600" spc="-80" dirty="0">
                <a:solidFill>
                  <a:srgbClr val="1A315F"/>
                </a:solidFill>
                <a:latin typeface="Trebuchet MS"/>
                <a:cs typeface="Trebuchet MS"/>
              </a:rPr>
              <a:t> </a:t>
            </a:r>
            <a:r>
              <a:rPr sz="3600" spc="185" dirty="0">
                <a:solidFill>
                  <a:srgbClr val="4590B8"/>
                </a:solidFill>
                <a:latin typeface="Trebuchet MS"/>
                <a:cs typeface="Trebuchet MS"/>
              </a:rPr>
              <a:t>SOMEONE </a:t>
            </a:r>
            <a:r>
              <a:rPr sz="3600" dirty="0">
                <a:solidFill>
                  <a:srgbClr val="1A315F"/>
                </a:solidFill>
                <a:latin typeface="Trebuchet MS"/>
                <a:cs typeface="Trebuchet MS"/>
              </a:rPr>
              <a:t>LIKE</a:t>
            </a:r>
            <a:r>
              <a:rPr sz="3600" spc="-455" dirty="0">
                <a:solidFill>
                  <a:srgbClr val="1A315F"/>
                </a:solidFill>
                <a:latin typeface="Trebuchet MS"/>
                <a:cs typeface="Trebuchet MS"/>
              </a:rPr>
              <a:t> </a:t>
            </a:r>
            <a:r>
              <a:rPr sz="3600" spc="-10" dirty="0">
                <a:solidFill>
                  <a:srgbClr val="4590B8"/>
                </a:solidFill>
                <a:latin typeface="Trebuchet MS"/>
                <a:cs typeface="Trebuchet MS"/>
              </a:rPr>
              <a:t>‘%YOU%’</a:t>
            </a:r>
            <a:r>
              <a:rPr sz="3600" spc="-10" dirty="0">
                <a:solidFill>
                  <a:srgbClr val="1A315F"/>
                </a:solidFill>
                <a:latin typeface="Trebuchet MS"/>
                <a:cs typeface="Trebuchet MS"/>
              </a:rPr>
              <a:t>;</a:t>
            </a:r>
            <a:endParaRPr sz="3600">
              <a:latin typeface="Trebuchet MS"/>
              <a:cs typeface="Trebuchet MS"/>
            </a:endParaRPr>
          </a:p>
          <a:p>
            <a:pPr>
              <a:lnSpc>
                <a:spcPct val="100000"/>
              </a:lnSpc>
              <a:spcBef>
                <a:spcPts val="140"/>
              </a:spcBef>
            </a:pPr>
            <a:endParaRPr sz="3600">
              <a:latin typeface="Trebuchet MS"/>
              <a:cs typeface="Trebuchet MS"/>
            </a:endParaRPr>
          </a:p>
          <a:p>
            <a:pPr marL="12700">
              <a:lnSpc>
                <a:spcPct val="100000"/>
              </a:lnSpc>
            </a:pPr>
            <a:r>
              <a:rPr sz="3600" dirty="0">
                <a:solidFill>
                  <a:srgbClr val="1A315F"/>
                </a:solidFill>
                <a:latin typeface="Trebuchet MS"/>
                <a:cs typeface="Trebuchet MS"/>
              </a:rPr>
              <a:t>EMPTY</a:t>
            </a:r>
            <a:r>
              <a:rPr sz="3600" spc="-130" dirty="0">
                <a:solidFill>
                  <a:srgbClr val="1A315F"/>
                </a:solidFill>
                <a:latin typeface="Trebuchet MS"/>
                <a:cs typeface="Trebuchet MS"/>
              </a:rPr>
              <a:t> </a:t>
            </a:r>
            <a:r>
              <a:rPr sz="3600" dirty="0">
                <a:solidFill>
                  <a:srgbClr val="1A315F"/>
                </a:solidFill>
                <a:latin typeface="Trebuchet MS"/>
                <a:cs typeface="Trebuchet MS"/>
              </a:rPr>
              <a:t>SET</a:t>
            </a:r>
            <a:r>
              <a:rPr sz="3600" spc="-105" dirty="0">
                <a:solidFill>
                  <a:srgbClr val="1A315F"/>
                </a:solidFill>
                <a:latin typeface="Trebuchet MS"/>
                <a:cs typeface="Trebuchet MS"/>
              </a:rPr>
              <a:t> </a:t>
            </a:r>
            <a:r>
              <a:rPr sz="3600" spc="-200" dirty="0">
                <a:solidFill>
                  <a:srgbClr val="1A315F"/>
                </a:solidFill>
                <a:latin typeface="Trebuchet MS"/>
                <a:cs typeface="Trebuchet MS"/>
              </a:rPr>
              <a:t>(0.00</a:t>
            </a:r>
            <a:r>
              <a:rPr sz="3600" spc="-85" dirty="0">
                <a:solidFill>
                  <a:srgbClr val="1A315F"/>
                </a:solidFill>
                <a:latin typeface="Trebuchet MS"/>
                <a:cs typeface="Trebuchet MS"/>
              </a:rPr>
              <a:t> </a:t>
            </a:r>
            <a:r>
              <a:rPr sz="3600" spc="-20" dirty="0">
                <a:solidFill>
                  <a:srgbClr val="1A315F"/>
                </a:solidFill>
                <a:latin typeface="Trebuchet MS"/>
                <a:cs typeface="Trebuchet MS"/>
              </a:rPr>
              <a:t>SEC)</a:t>
            </a:r>
            <a:endParaRPr sz="3600">
              <a:latin typeface="Trebuchet MS"/>
              <a:cs typeface="Trebuchet M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9986" y="447294"/>
            <a:ext cx="3646804" cy="1778000"/>
          </a:xfrm>
          <a:prstGeom prst="rect">
            <a:avLst/>
          </a:prstGeom>
        </p:spPr>
        <p:txBody>
          <a:bodyPr vert="horz" wrap="square" lIns="0" tIns="12065" rIns="0" bIns="0" rtlCol="0">
            <a:spAutoFit/>
          </a:bodyPr>
          <a:lstStyle/>
          <a:p>
            <a:pPr marL="12700">
              <a:lnSpc>
                <a:spcPct val="100000"/>
              </a:lnSpc>
              <a:spcBef>
                <a:spcPts val="95"/>
              </a:spcBef>
            </a:pPr>
            <a:r>
              <a:rPr sz="11500" spc="-345" dirty="0">
                <a:solidFill>
                  <a:srgbClr val="3C3C3C"/>
                </a:solidFill>
              </a:rPr>
              <a:t>Vision</a:t>
            </a:r>
            <a:endParaRPr sz="11500"/>
          </a:p>
        </p:txBody>
      </p:sp>
      <p:sp>
        <p:nvSpPr>
          <p:cNvPr id="3" name="object 3"/>
          <p:cNvSpPr txBox="1"/>
          <p:nvPr/>
        </p:nvSpPr>
        <p:spPr>
          <a:xfrm>
            <a:off x="7086727" y="3114294"/>
            <a:ext cx="4467225" cy="1778000"/>
          </a:xfrm>
          <a:prstGeom prst="rect">
            <a:avLst/>
          </a:prstGeom>
        </p:spPr>
        <p:txBody>
          <a:bodyPr vert="horz" wrap="square" lIns="0" tIns="12065" rIns="0" bIns="0" rtlCol="0">
            <a:spAutoFit/>
          </a:bodyPr>
          <a:lstStyle/>
          <a:p>
            <a:pPr marL="12700">
              <a:lnSpc>
                <a:spcPct val="100000"/>
              </a:lnSpc>
              <a:spcBef>
                <a:spcPts val="95"/>
              </a:spcBef>
            </a:pPr>
            <a:r>
              <a:rPr sz="11500" spc="-215" dirty="0">
                <a:solidFill>
                  <a:srgbClr val="3C3C3C"/>
                </a:solidFill>
                <a:latin typeface="Trebuchet MS"/>
                <a:cs typeface="Trebuchet MS"/>
              </a:rPr>
              <a:t>Mission</a:t>
            </a:r>
            <a:endParaRPr sz="11500">
              <a:latin typeface="Trebuchet MS"/>
              <a:cs typeface="Trebuchet MS"/>
            </a:endParaRPr>
          </a:p>
        </p:txBody>
      </p:sp>
      <p:sp>
        <p:nvSpPr>
          <p:cNvPr id="4" name="object 4"/>
          <p:cNvSpPr/>
          <p:nvPr/>
        </p:nvSpPr>
        <p:spPr>
          <a:xfrm>
            <a:off x="0" y="2104644"/>
            <a:ext cx="8595360" cy="1047115"/>
          </a:xfrm>
          <a:custGeom>
            <a:avLst/>
            <a:gdLst/>
            <a:ahLst/>
            <a:cxnLst/>
            <a:rect l="l" t="t" r="r" b="b"/>
            <a:pathLst>
              <a:path w="8595360" h="1047114">
                <a:moveTo>
                  <a:pt x="8595360" y="0"/>
                </a:moveTo>
                <a:lnTo>
                  <a:pt x="0" y="0"/>
                </a:lnTo>
                <a:lnTo>
                  <a:pt x="0" y="1046988"/>
                </a:lnTo>
                <a:lnTo>
                  <a:pt x="8595360" y="1046988"/>
                </a:lnTo>
                <a:lnTo>
                  <a:pt x="8595360" y="0"/>
                </a:lnTo>
                <a:close/>
              </a:path>
            </a:pathLst>
          </a:custGeom>
          <a:solidFill>
            <a:srgbClr val="D9D9D9">
              <a:alpha val="50195"/>
            </a:srgbClr>
          </a:solidFill>
        </p:spPr>
        <p:txBody>
          <a:bodyPr wrap="square" lIns="0" tIns="0" rIns="0" bIns="0" rtlCol="0"/>
          <a:lstStyle/>
          <a:p>
            <a:endParaRPr/>
          </a:p>
        </p:txBody>
      </p:sp>
      <p:sp>
        <p:nvSpPr>
          <p:cNvPr id="5" name="object 5"/>
          <p:cNvSpPr txBox="1"/>
          <p:nvPr/>
        </p:nvSpPr>
        <p:spPr>
          <a:xfrm>
            <a:off x="449986" y="2164460"/>
            <a:ext cx="8069580" cy="848360"/>
          </a:xfrm>
          <a:prstGeom prst="rect">
            <a:avLst/>
          </a:prstGeom>
        </p:spPr>
        <p:txBody>
          <a:bodyPr vert="horz" wrap="square" lIns="0" tIns="12700" rIns="0" bIns="0" rtlCol="0">
            <a:spAutoFit/>
          </a:bodyPr>
          <a:lstStyle/>
          <a:p>
            <a:pPr marL="12700" marR="5080" algn="just">
              <a:lnSpc>
                <a:spcPct val="100000"/>
              </a:lnSpc>
              <a:spcBef>
                <a:spcPts val="100"/>
              </a:spcBef>
            </a:pPr>
            <a:r>
              <a:rPr sz="1800" spc="-90" dirty="0">
                <a:solidFill>
                  <a:srgbClr val="3C3C3C"/>
                </a:solidFill>
                <a:latin typeface="Trebuchet MS"/>
                <a:cs typeface="Trebuchet MS"/>
              </a:rPr>
              <a:t>To</a:t>
            </a:r>
            <a:r>
              <a:rPr sz="1800" spc="-45" dirty="0">
                <a:solidFill>
                  <a:srgbClr val="3C3C3C"/>
                </a:solidFill>
                <a:latin typeface="Trebuchet MS"/>
                <a:cs typeface="Trebuchet MS"/>
              </a:rPr>
              <a:t> </a:t>
            </a:r>
            <a:r>
              <a:rPr sz="1800" spc="-95" dirty="0">
                <a:solidFill>
                  <a:srgbClr val="3C3C3C"/>
                </a:solidFill>
                <a:latin typeface="Trebuchet MS"/>
                <a:cs typeface="Trebuchet MS"/>
              </a:rPr>
              <a:t>become</a:t>
            </a:r>
            <a:r>
              <a:rPr sz="1800" spc="-20" dirty="0">
                <a:solidFill>
                  <a:srgbClr val="3C3C3C"/>
                </a:solidFill>
                <a:latin typeface="Trebuchet MS"/>
                <a:cs typeface="Trebuchet MS"/>
              </a:rPr>
              <a:t> </a:t>
            </a:r>
            <a:r>
              <a:rPr sz="1800" spc="-165" dirty="0">
                <a:solidFill>
                  <a:srgbClr val="3C3C3C"/>
                </a:solidFill>
                <a:latin typeface="Trebuchet MS"/>
                <a:cs typeface="Trebuchet MS"/>
              </a:rPr>
              <a:t>an</a:t>
            </a:r>
            <a:r>
              <a:rPr sz="1800" spc="30" dirty="0">
                <a:solidFill>
                  <a:srgbClr val="3C3C3C"/>
                </a:solidFill>
                <a:latin typeface="Trebuchet MS"/>
                <a:cs typeface="Trebuchet MS"/>
              </a:rPr>
              <a:t> </a:t>
            </a:r>
            <a:r>
              <a:rPr sz="1800" b="1" dirty="0">
                <a:solidFill>
                  <a:srgbClr val="3C3C3C"/>
                </a:solidFill>
                <a:latin typeface="Trebuchet MS"/>
                <a:cs typeface="Trebuchet MS"/>
              </a:rPr>
              <a:t>outstanding</a:t>
            </a:r>
            <a:r>
              <a:rPr sz="1800" b="1" spc="-10" dirty="0">
                <a:solidFill>
                  <a:srgbClr val="3C3C3C"/>
                </a:solidFill>
                <a:latin typeface="Trebuchet MS"/>
                <a:cs typeface="Trebuchet MS"/>
              </a:rPr>
              <a:t> </a:t>
            </a:r>
            <a:r>
              <a:rPr sz="1800" spc="-110" dirty="0">
                <a:solidFill>
                  <a:srgbClr val="3C3C3C"/>
                </a:solidFill>
                <a:latin typeface="Trebuchet MS"/>
                <a:cs typeface="Trebuchet MS"/>
              </a:rPr>
              <a:t>undergraduate</a:t>
            </a:r>
            <a:r>
              <a:rPr sz="1800" dirty="0">
                <a:solidFill>
                  <a:srgbClr val="3C3C3C"/>
                </a:solidFill>
                <a:latin typeface="Trebuchet MS"/>
                <a:cs typeface="Trebuchet MS"/>
              </a:rPr>
              <a:t> </a:t>
            </a:r>
            <a:r>
              <a:rPr sz="1800" spc="-35" dirty="0">
                <a:solidFill>
                  <a:srgbClr val="3C3C3C"/>
                </a:solidFill>
                <a:latin typeface="Trebuchet MS"/>
                <a:cs typeface="Trebuchet MS"/>
              </a:rPr>
              <a:t>Computer</a:t>
            </a:r>
            <a:r>
              <a:rPr sz="1800" spc="-5" dirty="0">
                <a:solidFill>
                  <a:srgbClr val="3C3C3C"/>
                </a:solidFill>
                <a:latin typeface="Trebuchet MS"/>
                <a:cs typeface="Trebuchet MS"/>
              </a:rPr>
              <a:t> </a:t>
            </a:r>
            <a:r>
              <a:rPr sz="1800" spc="-100" dirty="0">
                <a:solidFill>
                  <a:srgbClr val="3C3C3C"/>
                </a:solidFill>
                <a:latin typeface="Trebuchet MS"/>
                <a:cs typeface="Trebuchet MS"/>
              </a:rPr>
              <a:t>Science</a:t>
            </a:r>
            <a:r>
              <a:rPr sz="1800" spc="-10" dirty="0">
                <a:solidFill>
                  <a:srgbClr val="3C3C3C"/>
                </a:solidFill>
                <a:latin typeface="Trebuchet MS"/>
                <a:cs typeface="Trebuchet MS"/>
              </a:rPr>
              <a:t> </a:t>
            </a:r>
            <a:r>
              <a:rPr sz="1800" spc="-80" dirty="0">
                <a:solidFill>
                  <a:srgbClr val="3C3C3C"/>
                </a:solidFill>
                <a:latin typeface="Trebuchet MS"/>
                <a:cs typeface="Trebuchet MS"/>
              </a:rPr>
              <a:t>program</a:t>
            </a:r>
            <a:r>
              <a:rPr sz="1800" spc="-5" dirty="0">
                <a:solidFill>
                  <a:srgbClr val="3C3C3C"/>
                </a:solidFill>
                <a:latin typeface="Trebuchet MS"/>
                <a:cs typeface="Trebuchet MS"/>
              </a:rPr>
              <a:t> </a:t>
            </a:r>
            <a:r>
              <a:rPr sz="1800" spc="-130" dirty="0">
                <a:solidFill>
                  <a:srgbClr val="3C3C3C"/>
                </a:solidFill>
                <a:latin typeface="Trebuchet MS"/>
                <a:cs typeface="Trebuchet MS"/>
              </a:rPr>
              <a:t>that</a:t>
            </a:r>
            <a:r>
              <a:rPr sz="1800" dirty="0">
                <a:solidFill>
                  <a:srgbClr val="3C3C3C"/>
                </a:solidFill>
                <a:latin typeface="Trebuchet MS"/>
                <a:cs typeface="Trebuchet MS"/>
              </a:rPr>
              <a:t> </a:t>
            </a:r>
            <a:r>
              <a:rPr sz="1800" spc="-40" dirty="0">
                <a:solidFill>
                  <a:srgbClr val="3C3C3C"/>
                </a:solidFill>
                <a:latin typeface="Trebuchet MS"/>
                <a:cs typeface="Trebuchet MS"/>
              </a:rPr>
              <a:t>produces </a:t>
            </a:r>
            <a:r>
              <a:rPr sz="1800" b="1" spc="-30" dirty="0">
                <a:solidFill>
                  <a:srgbClr val="3C3C3C"/>
                </a:solidFill>
                <a:latin typeface="Trebuchet MS"/>
                <a:cs typeface="Trebuchet MS"/>
              </a:rPr>
              <a:t>international-</a:t>
            </a:r>
            <a:r>
              <a:rPr sz="1800" b="1" dirty="0">
                <a:solidFill>
                  <a:srgbClr val="3C3C3C"/>
                </a:solidFill>
                <a:latin typeface="Trebuchet MS"/>
                <a:cs typeface="Trebuchet MS"/>
              </a:rPr>
              <a:t>minded</a:t>
            </a:r>
            <a:r>
              <a:rPr sz="1800" b="1" spc="40" dirty="0">
                <a:solidFill>
                  <a:srgbClr val="3C3C3C"/>
                </a:solidFill>
                <a:latin typeface="Trebuchet MS"/>
                <a:cs typeface="Trebuchet MS"/>
              </a:rPr>
              <a:t> </a:t>
            </a:r>
            <a:r>
              <a:rPr sz="1800" spc="-95" dirty="0">
                <a:solidFill>
                  <a:srgbClr val="3C3C3C"/>
                </a:solidFill>
                <a:latin typeface="Trebuchet MS"/>
                <a:cs typeface="Trebuchet MS"/>
              </a:rPr>
              <a:t>graduates</a:t>
            </a:r>
            <a:r>
              <a:rPr sz="1800" spc="50" dirty="0">
                <a:solidFill>
                  <a:srgbClr val="3C3C3C"/>
                </a:solidFill>
                <a:latin typeface="Trebuchet MS"/>
                <a:cs typeface="Trebuchet MS"/>
              </a:rPr>
              <a:t> </a:t>
            </a:r>
            <a:r>
              <a:rPr sz="1800" dirty="0">
                <a:solidFill>
                  <a:srgbClr val="3C3C3C"/>
                </a:solidFill>
                <a:latin typeface="Trebuchet MS"/>
                <a:cs typeface="Trebuchet MS"/>
              </a:rPr>
              <a:t>who</a:t>
            </a:r>
            <a:r>
              <a:rPr sz="1800" spc="35" dirty="0">
                <a:solidFill>
                  <a:srgbClr val="3C3C3C"/>
                </a:solidFill>
                <a:latin typeface="Trebuchet MS"/>
                <a:cs typeface="Trebuchet MS"/>
              </a:rPr>
              <a:t> </a:t>
            </a:r>
            <a:r>
              <a:rPr sz="1800" spc="-50" dirty="0">
                <a:solidFill>
                  <a:srgbClr val="3C3C3C"/>
                </a:solidFill>
                <a:latin typeface="Trebuchet MS"/>
                <a:cs typeface="Trebuchet MS"/>
              </a:rPr>
              <a:t>are</a:t>
            </a:r>
            <a:r>
              <a:rPr sz="1800" spc="45" dirty="0">
                <a:solidFill>
                  <a:srgbClr val="3C3C3C"/>
                </a:solidFill>
                <a:latin typeface="Trebuchet MS"/>
                <a:cs typeface="Trebuchet MS"/>
              </a:rPr>
              <a:t> </a:t>
            </a:r>
            <a:r>
              <a:rPr sz="1800" b="1" dirty="0">
                <a:solidFill>
                  <a:srgbClr val="3C3C3C"/>
                </a:solidFill>
                <a:latin typeface="Trebuchet MS"/>
                <a:cs typeface="Trebuchet MS"/>
              </a:rPr>
              <a:t>competent</a:t>
            </a:r>
            <a:r>
              <a:rPr sz="1800" b="1" spc="45" dirty="0">
                <a:solidFill>
                  <a:srgbClr val="3C3C3C"/>
                </a:solidFill>
                <a:latin typeface="Trebuchet MS"/>
                <a:cs typeface="Trebuchet MS"/>
              </a:rPr>
              <a:t> </a:t>
            </a:r>
            <a:r>
              <a:rPr sz="1800" dirty="0">
                <a:solidFill>
                  <a:srgbClr val="3C3C3C"/>
                </a:solidFill>
                <a:latin typeface="Trebuchet MS"/>
                <a:cs typeface="Trebuchet MS"/>
              </a:rPr>
              <a:t>in</a:t>
            </a:r>
            <a:r>
              <a:rPr sz="1800" spc="35" dirty="0">
                <a:solidFill>
                  <a:srgbClr val="3C3C3C"/>
                </a:solidFill>
                <a:latin typeface="Trebuchet MS"/>
                <a:cs typeface="Trebuchet MS"/>
              </a:rPr>
              <a:t> </a:t>
            </a:r>
            <a:r>
              <a:rPr sz="1800" spc="-80" dirty="0">
                <a:solidFill>
                  <a:srgbClr val="3C3C3C"/>
                </a:solidFill>
                <a:latin typeface="Trebuchet MS"/>
                <a:cs typeface="Trebuchet MS"/>
              </a:rPr>
              <a:t>software</a:t>
            </a:r>
            <a:r>
              <a:rPr sz="1800" spc="45" dirty="0">
                <a:solidFill>
                  <a:srgbClr val="3C3C3C"/>
                </a:solidFill>
                <a:latin typeface="Trebuchet MS"/>
                <a:cs typeface="Trebuchet MS"/>
              </a:rPr>
              <a:t> </a:t>
            </a:r>
            <a:r>
              <a:rPr sz="1800" spc="-100" dirty="0">
                <a:solidFill>
                  <a:srgbClr val="3C3C3C"/>
                </a:solidFill>
                <a:latin typeface="Trebuchet MS"/>
                <a:cs typeface="Trebuchet MS"/>
              </a:rPr>
              <a:t>engineering</a:t>
            </a:r>
            <a:r>
              <a:rPr sz="1800" spc="40" dirty="0">
                <a:solidFill>
                  <a:srgbClr val="3C3C3C"/>
                </a:solidFill>
                <a:latin typeface="Trebuchet MS"/>
                <a:cs typeface="Trebuchet MS"/>
              </a:rPr>
              <a:t> </a:t>
            </a:r>
            <a:r>
              <a:rPr sz="1800" spc="-25" dirty="0">
                <a:solidFill>
                  <a:srgbClr val="3C3C3C"/>
                </a:solidFill>
                <a:latin typeface="Trebuchet MS"/>
                <a:cs typeface="Trebuchet MS"/>
              </a:rPr>
              <a:t>and </a:t>
            </a:r>
            <a:r>
              <a:rPr sz="1800" spc="-160" dirty="0">
                <a:solidFill>
                  <a:srgbClr val="3C3C3C"/>
                </a:solidFill>
                <a:latin typeface="Trebuchet MS"/>
                <a:cs typeface="Trebuchet MS"/>
              </a:rPr>
              <a:t>have</a:t>
            </a:r>
            <a:r>
              <a:rPr sz="1800" spc="-60" dirty="0">
                <a:solidFill>
                  <a:srgbClr val="3C3C3C"/>
                </a:solidFill>
                <a:latin typeface="Trebuchet MS"/>
                <a:cs typeface="Trebuchet MS"/>
              </a:rPr>
              <a:t> </a:t>
            </a:r>
            <a:r>
              <a:rPr sz="1800" b="1" spc="-30" dirty="0">
                <a:solidFill>
                  <a:srgbClr val="3C3C3C"/>
                </a:solidFill>
                <a:latin typeface="Trebuchet MS"/>
                <a:cs typeface="Trebuchet MS"/>
              </a:rPr>
              <a:t>entrepreneurial</a:t>
            </a:r>
            <a:r>
              <a:rPr sz="1800" b="1" spc="-35" dirty="0">
                <a:solidFill>
                  <a:srgbClr val="3C3C3C"/>
                </a:solidFill>
                <a:latin typeface="Trebuchet MS"/>
                <a:cs typeface="Trebuchet MS"/>
              </a:rPr>
              <a:t> </a:t>
            </a:r>
            <a:r>
              <a:rPr sz="1800" b="1" spc="-10" dirty="0">
                <a:solidFill>
                  <a:srgbClr val="3C3C3C"/>
                </a:solidFill>
                <a:latin typeface="Trebuchet MS"/>
                <a:cs typeface="Trebuchet MS"/>
              </a:rPr>
              <a:t>spirit</a:t>
            </a:r>
            <a:r>
              <a:rPr sz="1800" b="1" spc="-45" dirty="0">
                <a:solidFill>
                  <a:srgbClr val="3C3C3C"/>
                </a:solidFill>
                <a:latin typeface="Trebuchet MS"/>
                <a:cs typeface="Trebuchet MS"/>
              </a:rPr>
              <a:t> </a:t>
            </a:r>
            <a:r>
              <a:rPr sz="1800" spc="-130" dirty="0">
                <a:solidFill>
                  <a:srgbClr val="3C3C3C"/>
                </a:solidFill>
                <a:latin typeface="Trebuchet MS"/>
                <a:cs typeface="Trebuchet MS"/>
              </a:rPr>
              <a:t>and</a:t>
            </a:r>
            <a:r>
              <a:rPr sz="1800" spc="-35" dirty="0">
                <a:solidFill>
                  <a:srgbClr val="3C3C3C"/>
                </a:solidFill>
                <a:latin typeface="Trebuchet MS"/>
                <a:cs typeface="Trebuchet MS"/>
              </a:rPr>
              <a:t> </a:t>
            </a:r>
            <a:r>
              <a:rPr sz="1800" b="1" spc="-10" dirty="0">
                <a:solidFill>
                  <a:srgbClr val="3C3C3C"/>
                </a:solidFill>
                <a:latin typeface="Trebuchet MS"/>
                <a:cs typeface="Trebuchet MS"/>
              </a:rPr>
              <a:t>noble</a:t>
            </a:r>
            <a:r>
              <a:rPr sz="1800" b="1" spc="-40" dirty="0">
                <a:solidFill>
                  <a:srgbClr val="3C3C3C"/>
                </a:solidFill>
                <a:latin typeface="Trebuchet MS"/>
                <a:cs typeface="Trebuchet MS"/>
              </a:rPr>
              <a:t> </a:t>
            </a:r>
            <a:r>
              <a:rPr sz="1800" b="1" spc="-10" dirty="0">
                <a:solidFill>
                  <a:srgbClr val="3C3C3C"/>
                </a:solidFill>
                <a:latin typeface="Trebuchet MS"/>
                <a:cs typeface="Trebuchet MS"/>
              </a:rPr>
              <a:t>character</a:t>
            </a:r>
            <a:r>
              <a:rPr sz="1800" spc="-10" dirty="0">
                <a:solidFill>
                  <a:srgbClr val="3C3C3C"/>
                </a:solidFill>
                <a:latin typeface="Trebuchet MS"/>
                <a:cs typeface="Trebuchet MS"/>
              </a:rPr>
              <a:t>.</a:t>
            </a:r>
            <a:endParaRPr sz="1800">
              <a:latin typeface="Trebuchet MS"/>
              <a:cs typeface="Trebuchet MS"/>
            </a:endParaRPr>
          </a:p>
        </p:txBody>
      </p:sp>
      <p:sp>
        <p:nvSpPr>
          <p:cNvPr id="6" name="object 6"/>
          <p:cNvSpPr/>
          <p:nvPr/>
        </p:nvSpPr>
        <p:spPr>
          <a:xfrm>
            <a:off x="2881883" y="4785359"/>
            <a:ext cx="9311640" cy="1750060"/>
          </a:xfrm>
          <a:custGeom>
            <a:avLst/>
            <a:gdLst/>
            <a:ahLst/>
            <a:cxnLst/>
            <a:rect l="l" t="t" r="r" b="b"/>
            <a:pathLst>
              <a:path w="9311640" h="1750059">
                <a:moveTo>
                  <a:pt x="9311640" y="0"/>
                </a:moveTo>
                <a:lnTo>
                  <a:pt x="0" y="0"/>
                </a:lnTo>
                <a:lnTo>
                  <a:pt x="0" y="1749552"/>
                </a:lnTo>
                <a:lnTo>
                  <a:pt x="9311640" y="1749552"/>
                </a:lnTo>
                <a:lnTo>
                  <a:pt x="9311640" y="0"/>
                </a:lnTo>
                <a:close/>
              </a:path>
            </a:pathLst>
          </a:custGeom>
          <a:solidFill>
            <a:srgbClr val="D9D9D9">
              <a:alpha val="50195"/>
            </a:srgbClr>
          </a:solidFill>
        </p:spPr>
        <p:txBody>
          <a:bodyPr wrap="square" lIns="0" tIns="0" rIns="0" bIns="0" rtlCol="0"/>
          <a:lstStyle/>
          <a:p>
            <a:endParaRPr/>
          </a:p>
        </p:txBody>
      </p:sp>
      <p:sp>
        <p:nvSpPr>
          <p:cNvPr id="7" name="object 7"/>
          <p:cNvSpPr txBox="1"/>
          <p:nvPr/>
        </p:nvSpPr>
        <p:spPr>
          <a:xfrm>
            <a:off x="2961258" y="4858004"/>
            <a:ext cx="8519160" cy="1550035"/>
          </a:xfrm>
          <a:prstGeom prst="rect">
            <a:avLst/>
          </a:prstGeom>
        </p:spPr>
        <p:txBody>
          <a:bodyPr vert="horz" wrap="square" lIns="0" tIns="12700" rIns="0" bIns="0" rtlCol="0">
            <a:spAutoFit/>
          </a:bodyPr>
          <a:lstStyle/>
          <a:p>
            <a:pPr marL="355600" marR="5080" indent="-342900">
              <a:lnSpc>
                <a:spcPct val="100000"/>
              </a:lnSpc>
              <a:spcBef>
                <a:spcPts val="100"/>
              </a:spcBef>
              <a:buAutoNum type="arabicPeriod"/>
              <a:tabLst>
                <a:tab pos="355600" algn="l"/>
              </a:tabLst>
            </a:pPr>
            <a:r>
              <a:rPr sz="1800" spc="-50" dirty="0">
                <a:solidFill>
                  <a:srgbClr val="3C3C3C"/>
                </a:solidFill>
                <a:latin typeface="Trebuchet MS"/>
                <a:cs typeface="Trebuchet MS"/>
              </a:rPr>
              <a:t>To</a:t>
            </a:r>
            <a:r>
              <a:rPr sz="1800" spc="-70" dirty="0">
                <a:solidFill>
                  <a:srgbClr val="3C3C3C"/>
                </a:solidFill>
                <a:latin typeface="Trebuchet MS"/>
                <a:cs typeface="Trebuchet MS"/>
              </a:rPr>
              <a:t> </a:t>
            </a:r>
            <a:r>
              <a:rPr sz="1800" spc="-75" dirty="0">
                <a:solidFill>
                  <a:srgbClr val="3C3C3C"/>
                </a:solidFill>
                <a:latin typeface="Trebuchet MS"/>
                <a:cs typeface="Trebuchet MS"/>
              </a:rPr>
              <a:t>conduct</a:t>
            </a:r>
            <a:r>
              <a:rPr sz="1800" spc="-30" dirty="0">
                <a:solidFill>
                  <a:srgbClr val="3C3C3C"/>
                </a:solidFill>
                <a:latin typeface="Trebuchet MS"/>
                <a:cs typeface="Trebuchet MS"/>
              </a:rPr>
              <a:t> </a:t>
            </a:r>
            <a:r>
              <a:rPr sz="1800" spc="-85" dirty="0">
                <a:solidFill>
                  <a:srgbClr val="3C3C3C"/>
                </a:solidFill>
                <a:latin typeface="Trebuchet MS"/>
                <a:cs typeface="Trebuchet MS"/>
              </a:rPr>
              <a:t>studies</a:t>
            </a:r>
            <a:r>
              <a:rPr sz="1800" spc="-15" dirty="0">
                <a:solidFill>
                  <a:srgbClr val="3C3C3C"/>
                </a:solidFill>
                <a:latin typeface="Trebuchet MS"/>
                <a:cs typeface="Trebuchet MS"/>
              </a:rPr>
              <a:t> </a:t>
            </a:r>
            <a:r>
              <a:rPr sz="1800" spc="-75" dirty="0">
                <a:solidFill>
                  <a:srgbClr val="3C3C3C"/>
                </a:solidFill>
                <a:latin typeface="Trebuchet MS"/>
                <a:cs typeface="Trebuchet MS"/>
              </a:rPr>
              <a:t>with</a:t>
            </a:r>
            <a:r>
              <a:rPr sz="1800" spc="-20" dirty="0">
                <a:solidFill>
                  <a:srgbClr val="3C3C3C"/>
                </a:solidFill>
                <a:latin typeface="Trebuchet MS"/>
                <a:cs typeface="Trebuchet MS"/>
              </a:rPr>
              <a:t> </a:t>
            </a:r>
            <a:r>
              <a:rPr sz="1800" spc="-100" dirty="0">
                <a:solidFill>
                  <a:srgbClr val="3C3C3C"/>
                </a:solidFill>
                <a:latin typeface="Trebuchet MS"/>
                <a:cs typeface="Trebuchet MS"/>
              </a:rPr>
              <a:t>the</a:t>
            </a:r>
            <a:r>
              <a:rPr sz="1800" spc="-25" dirty="0">
                <a:solidFill>
                  <a:srgbClr val="3C3C3C"/>
                </a:solidFill>
                <a:latin typeface="Trebuchet MS"/>
                <a:cs typeface="Trebuchet MS"/>
              </a:rPr>
              <a:t> </a:t>
            </a:r>
            <a:r>
              <a:rPr sz="1800" spc="-85" dirty="0">
                <a:solidFill>
                  <a:srgbClr val="3C3C3C"/>
                </a:solidFill>
                <a:latin typeface="Trebuchet MS"/>
                <a:cs typeface="Trebuchet MS"/>
              </a:rPr>
              <a:t>best</a:t>
            </a:r>
            <a:r>
              <a:rPr sz="1800" spc="-25" dirty="0">
                <a:solidFill>
                  <a:srgbClr val="3C3C3C"/>
                </a:solidFill>
                <a:latin typeface="Trebuchet MS"/>
                <a:cs typeface="Trebuchet MS"/>
              </a:rPr>
              <a:t> </a:t>
            </a:r>
            <a:r>
              <a:rPr sz="1800" spc="-85" dirty="0">
                <a:solidFill>
                  <a:srgbClr val="3C3C3C"/>
                </a:solidFill>
                <a:latin typeface="Trebuchet MS"/>
                <a:cs typeface="Trebuchet MS"/>
              </a:rPr>
              <a:t>technology</a:t>
            </a:r>
            <a:r>
              <a:rPr sz="1800" spc="-15" dirty="0">
                <a:solidFill>
                  <a:srgbClr val="3C3C3C"/>
                </a:solidFill>
                <a:latin typeface="Trebuchet MS"/>
                <a:cs typeface="Trebuchet MS"/>
              </a:rPr>
              <a:t> </a:t>
            </a:r>
            <a:r>
              <a:rPr sz="1800" spc="-110" dirty="0">
                <a:solidFill>
                  <a:srgbClr val="3C3C3C"/>
                </a:solidFill>
                <a:latin typeface="Trebuchet MS"/>
                <a:cs typeface="Trebuchet MS"/>
              </a:rPr>
              <a:t>and</a:t>
            </a:r>
            <a:r>
              <a:rPr sz="1800" spc="-25" dirty="0">
                <a:solidFill>
                  <a:srgbClr val="3C3C3C"/>
                </a:solidFill>
                <a:latin typeface="Trebuchet MS"/>
                <a:cs typeface="Trebuchet MS"/>
              </a:rPr>
              <a:t> </a:t>
            </a:r>
            <a:r>
              <a:rPr sz="1800" spc="-110" dirty="0">
                <a:solidFill>
                  <a:srgbClr val="3C3C3C"/>
                </a:solidFill>
                <a:latin typeface="Trebuchet MS"/>
                <a:cs typeface="Trebuchet MS"/>
              </a:rPr>
              <a:t>curriculum,</a:t>
            </a:r>
            <a:r>
              <a:rPr sz="1800" spc="-145" dirty="0">
                <a:solidFill>
                  <a:srgbClr val="3C3C3C"/>
                </a:solidFill>
                <a:latin typeface="Trebuchet MS"/>
                <a:cs typeface="Trebuchet MS"/>
              </a:rPr>
              <a:t> </a:t>
            </a:r>
            <a:r>
              <a:rPr sz="1800" spc="-60" dirty="0">
                <a:solidFill>
                  <a:srgbClr val="3C3C3C"/>
                </a:solidFill>
                <a:latin typeface="Trebuchet MS"/>
                <a:cs typeface="Trebuchet MS"/>
              </a:rPr>
              <a:t>supported</a:t>
            </a:r>
            <a:r>
              <a:rPr sz="1800" spc="-25" dirty="0">
                <a:solidFill>
                  <a:srgbClr val="3C3C3C"/>
                </a:solidFill>
                <a:latin typeface="Trebuchet MS"/>
                <a:cs typeface="Trebuchet MS"/>
              </a:rPr>
              <a:t> </a:t>
            </a:r>
            <a:r>
              <a:rPr sz="1800" spc="-65" dirty="0">
                <a:solidFill>
                  <a:srgbClr val="3C3C3C"/>
                </a:solidFill>
                <a:latin typeface="Trebuchet MS"/>
                <a:cs typeface="Trebuchet MS"/>
              </a:rPr>
              <a:t>by</a:t>
            </a:r>
            <a:r>
              <a:rPr sz="1800" spc="-20" dirty="0">
                <a:solidFill>
                  <a:srgbClr val="3C3C3C"/>
                </a:solidFill>
                <a:latin typeface="Trebuchet MS"/>
                <a:cs typeface="Trebuchet MS"/>
              </a:rPr>
              <a:t> </a:t>
            </a:r>
            <a:r>
              <a:rPr sz="1800" spc="-60" dirty="0">
                <a:solidFill>
                  <a:srgbClr val="3C3C3C"/>
                </a:solidFill>
                <a:latin typeface="Trebuchet MS"/>
                <a:cs typeface="Trebuchet MS"/>
              </a:rPr>
              <a:t>professional </a:t>
            </a:r>
            <a:r>
              <a:rPr sz="1800" spc="-10" dirty="0">
                <a:solidFill>
                  <a:srgbClr val="3C3C3C"/>
                </a:solidFill>
                <a:latin typeface="Trebuchet MS"/>
                <a:cs typeface="Trebuchet MS"/>
              </a:rPr>
              <a:t>lecturer</a:t>
            </a:r>
            <a:endParaRPr sz="1800">
              <a:latin typeface="Trebuchet MS"/>
              <a:cs typeface="Trebuchet MS"/>
            </a:endParaRPr>
          </a:p>
          <a:p>
            <a:pPr marL="354965" indent="-342265">
              <a:lnSpc>
                <a:spcPct val="100000"/>
              </a:lnSpc>
              <a:spcBef>
                <a:spcPts val="600"/>
              </a:spcBef>
              <a:buAutoNum type="arabicPeriod"/>
              <a:tabLst>
                <a:tab pos="354965" algn="l"/>
              </a:tabLst>
            </a:pPr>
            <a:r>
              <a:rPr sz="1800" spc="-105" dirty="0">
                <a:solidFill>
                  <a:srgbClr val="3C3C3C"/>
                </a:solidFill>
                <a:latin typeface="Trebuchet MS"/>
                <a:cs typeface="Trebuchet MS"/>
              </a:rPr>
              <a:t>To</a:t>
            </a:r>
            <a:r>
              <a:rPr sz="1800" spc="-45" dirty="0">
                <a:solidFill>
                  <a:srgbClr val="3C3C3C"/>
                </a:solidFill>
                <a:latin typeface="Trebuchet MS"/>
                <a:cs typeface="Trebuchet MS"/>
              </a:rPr>
              <a:t> </a:t>
            </a:r>
            <a:r>
              <a:rPr sz="1800" spc="-90" dirty="0">
                <a:solidFill>
                  <a:srgbClr val="3C3C3C"/>
                </a:solidFill>
                <a:latin typeface="Trebuchet MS"/>
                <a:cs typeface="Trebuchet MS"/>
              </a:rPr>
              <a:t>conduct</a:t>
            </a:r>
            <a:r>
              <a:rPr sz="1800" spc="-40" dirty="0">
                <a:solidFill>
                  <a:srgbClr val="3C3C3C"/>
                </a:solidFill>
                <a:latin typeface="Trebuchet MS"/>
                <a:cs typeface="Trebuchet MS"/>
              </a:rPr>
              <a:t> </a:t>
            </a:r>
            <a:r>
              <a:rPr sz="1800" spc="-100" dirty="0">
                <a:solidFill>
                  <a:srgbClr val="3C3C3C"/>
                </a:solidFill>
                <a:latin typeface="Trebuchet MS"/>
                <a:cs typeface="Trebuchet MS"/>
              </a:rPr>
              <a:t>research</a:t>
            </a:r>
            <a:r>
              <a:rPr sz="1800" spc="-20" dirty="0">
                <a:solidFill>
                  <a:srgbClr val="3C3C3C"/>
                </a:solidFill>
                <a:latin typeface="Trebuchet MS"/>
                <a:cs typeface="Trebuchet MS"/>
              </a:rPr>
              <a:t> </a:t>
            </a:r>
            <a:r>
              <a:rPr sz="1800" spc="-110" dirty="0">
                <a:solidFill>
                  <a:srgbClr val="3C3C3C"/>
                </a:solidFill>
                <a:latin typeface="Trebuchet MS"/>
                <a:cs typeface="Trebuchet MS"/>
              </a:rPr>
              <a:t>in</a:t>
            </a:r>
            <a:r>
              <a:rPr sz="1800" spc="-15" dirty="0">
                <a:solidFill>
                  <a:srgbClr val="3C3C3C"/>
                </a:solidFill>
                <a:latin typeface="Trebuchet MS"/>
                <a:cs typeface="Trebuchet MS"/>
              </a:rPr>
              <a:t> </a:t>
            </a:r>
            <a:r>
              <a:rPr sz="1800" spc="-95" dirty="0">
                <a:solidFill>
                  <a:srgbClr val="3C3C3C"/>
                </a:solidFill>
                <a:latin typeface="Trebuchet MS"/>
                <a:cs typeface="Trebuchet MS"/>
              </a:rPr>
              <a:t>Informatics</a:t>
            </a:r>
            <a:r>
              <a:rPr sz="1800" spc="-45" dirty="0">
                <a:solidFill>
                  <a:srgbClr val="3C3C3C"/>
                </a:solidFill>
                <a:latin typeface="Trebuchet MS"/>
                <a:cs typeface="Trebuchet MS"/>
              </a:rPr>
              <a:t> </a:t>
            </a:r>
            <a:r>
              <a:rPr sz="1800" spc="-10" dirty="0">
                <a:solidFill>
                  <a:srgbClr val="3C3C3C"/>
                </a:solidFill>
                <a:latin typeface="Trebuchet MS"/>
                <a:cs typeface="Trebuchet MS"/>
              </a:rPr>
              <a:t>to</a:t>
            </a:r>
            <a:r>
              <a:rPr sz="1800" spc="-35" dirty="0">
                <a:solidFill>
                  <a:srgbClr val="3C3C3C"/>
                </a:solidFill>
                <a:latin typeface="Trebuchet MS"/>
                <a:cs typeface="Trebuchet MS"/>
              </a:rPr>
              <a:t> </a:t>
            </a:r>
            <a:r>
              <a:rPr sz="1800" spc="-70" dirty="0">
                <a:solidFill>
                  <a:srgbClr val="3C3C3C"/>
                </a:solidFill>
                <a:latin typeface="Trebuchet MS"/>
                <a:cs typeface="Trebuchet MS"/>
              </a:rPr>
              <a:t>promote</a:t>
            </a:r>
            <a:r>
              <a:rPr sz="1800" spc="-25" dirty="0">
                <a:solidFill>
                  <a:srgbClr val="3C3C3C"/>
                </a:solidFill>
                <a:latin typeface="Trebuchet MS"/>
                <a:cs typeface="Trebuchet MS"/>
              </a:rPr>
              <a:t> </a:t>
            </a:r>
            <a:r>
              <a:rPr sz="1800" spc="-110" dirty="0">
                <a:solidFill>
                  <a:srgbClr val="3C3C3C"/>
                </a:solidFill>
                <a:latin typeface="Trebuchet MS"/>
                <a:cs typeface="Trebuchet MS"/>
              </a:rPr>
              <a:t>science</a:t>
            </a:r>
            <a:r>
              <a:rPr sz="1800" spc="-35" dirty="0">
                <a:solidFill>
                  <a:srgbClr val="3C3C3C"/>
                </a:solidFill>
                <a:latin typeface="Trebuchet MS"/>
                <a:cs typeface="Trebuchet MS"/>
              </a:rPr>
              <a:t> </a:t>
            </a:r>
            <a:r>
              <a:rPr sz="1800" spc="-130" dirty="0">
                <a:solidFill>
                  <a:srgbClr val="3C3C3C"/>
                </a:solidFill>
                <a:latin typeface="Trebuchet MS"/>
                <a:cs typeface="Trebuchet MS"/>
              </a:rPr>
              <a:t>and</a:t>
            </a:r>
            <a:r>
              <a:rPr sz="1800" spc="-35" dirty="0">
                <a:solidFill>
                  <a:srgbClr val="3C3C3C"/>
                </a:solidFill>
                <a:latin typeface="Trebuchet MS"/>
                <a:cs typeface="Trebuchet MS"/>
              </a:rPr>
              <a:t> </a:t>
            </a:r>
            <a:r>
              <a:rPr sz="1800" spc="-10" dirty="0">
                <a:solidFill>
                  <a:srgbClr val="3C3C3C"/>
                </a:solidFill>
                <a:latin typeface="Trebuchet MS"/>
                <a:cs typeface="Trebuchet MS"/>
              </a:rPr>
              <a:t>technology</a:t>
            </a:r>
            <a:endParaRPr sz="1800">
              <a:latin typeface="Trebuchet MS"/>
              <a:cs typeface="Trebuchet MS"/>
            </a:endParaRPr>
          </a:p>
          <a:p>
            <a:pPr marL="355600" marR="5080" indent="-342900">
              <a:lnSpc>
                <a:spcPct val="100000"/>
              </a:lnSpc>
              <a:spcBef>
                <a:spcPts val="600"/>
              </a:spcBef>
              <a:buAutoNum type="arabicPeriod"/>
              <a:tabLst>
                <a:tab pos="355600" algn="l"/>
              </a:tabLst>
            </a:pPr>
            <a:r>
              <a:rPr sz="1800" dirty="0">
                <a:solidFill>
                  <a:srgbClr val="3C3C3C"/>
                </a:solidFill>
                <a:latin typeface="Trebuchet MS"/>
                <a:cs typeface="Trebuchet MS"/>
              </a:rPr>
              <a:t>To</a:t>
            </a:r>
            <a:r>
              <a:rPr sz="1800" spc="180" dirty="0">
                <a:solidFill>
                  <a:srgbClr val="3C3C3C"/>
                </a:solidFill>
                <a:latin typeface="Trebuchet MS"/>
                <a:cs typeface="Trebuchet MS"/>
              </a:rPr>
              <a:t> </a:t>
            </a:r>
            <a:r>
              <a:rPr sz="1800" spc="-65" dirty="0">
                <a:solidFill>
                  <a:srgbClr val="3C3C3C"/>
                </a:solidFill>
                <a:latin typeface="Trebuchet MS"/>
                <a:cs typeface="Trebuchet MS"/>
              </a:rPr>
              <a:t>deliver</a:t>
            </a:r>
            <a:r>
              <a:rPr sz="1800" spc="180" dirty="0">
                <a:solidFill>
                  <a:srgbClr val="3C3C3C"/>
                </a:solidFill>
                <a:latin typeface="Trebuchet MS"/>
                <a:cs typeface="Trebuchet MS"/>
              </a:rPr>
              <a:t> </a:t>
            </a:r>
            <a:r>
              <a:rPr sz="1800" spc="-110" dirty="0">
                <a:solidFill>
                  <a:srgbClr val="3C3C3C"/>
                </a:solidFill>
                <a:latin typeface="Trebuchet MS"/>
                <a:cs typeface="Trebuchet MS"/>
              </a:rPr>
              <a:t>science-</a:t>
            </a:r>
            <a:r>
              <a:rPr sz="1800" spc="-125" dirty="0">
                <a:solidFill>
                  <a:srgbClr val="3C3C3C"/>
                </a:solidFill>
                <a:latin typeface="Trebuchet MS"/>
                <a:cs typeface="Trebuchet MS"/>
              </a:rPr>
              <a:t>and-</a:t>
            </a:r>
            <a:r>
              <a:rPr sz="1800" spc="-95" dirty="0">
                <a:solidFill>
                  <a:srgbClr val="3C3C3C"/>
                </a:solidFill>
                <a:latin typeface="Trebuchet MS"/>
                <a:cs typeface="Trebuchet MS"/>
              </a:rPr>
              <a:t>technology-</a:t>
            </a:r>
            <a:r>
              <a:rPr sz="1800" spc="-55" dirty="0">
                <a:solidFill>
                  <a:srgbClr val="3C3C3C"/>
                </a:solidFill>
                <a:latin typeface="Trebuchet MS"/>
                <a:cs typeface="Trebuchet MS"/>
              </a:rPr>
              <a:t>based</a:t>
            </a:r>
            <a:r>
              <a:rPr sz="1800" spc="170" dirty="0">
                <a:solidFill>
                  <a:srgbClr val="3C3C3C"/>
                </a:solidFill>
                <a:latin typeface="Trebuchet MS"/>
                <a:cs typeface="Trebuchet MS"/>
              </a:rPr>
              <a:t> </a:t>
            </a:r>
            <a:r>
              <a:rPr sz="1800" spc="-50" dirty="0">
                <a:solidFill>
                  <a:srgbClr val="3C3C3C"/>
                </a:solidFill>
                <a:latin typeface="Trebuchet MS"/>
                <a:cs typeface="Trebuchet MS"/>
              </a:rPr>
              <a:t>society</a:t>
            </a:r>
            <a:r>
              <a:rPr sz="1800" spc="185" dirty="0">
                <a:solidFill>
                  <a:srgbClr val="3C3C3C"/>
                </a:solidFill>
                <a:latin typeface="Trebuchet MS"/>
                <a:cs typeface="Trebuchet MS"/>
              </a:rPr>
              <a:t> </a:t>
            </a:r>
            <a:r>
              <a:rPr sz="1800" spc="-45" dirty="0">
                <a:solidFill>
                  <a:srgbClr val="3C3C3C"/>
                </a:solidFill>
                <a:latin typeface="Trebuchet MS"/>
                <a:cs typeface="Trebuchet MS"/>
              </a:rPr>
              <a:t>services</a:t>
            </a:r>
            <a:r>
              <a:rPr sz="1800" spc="185" dirty="0">
                <a:solidFill>
                  <a:srgbClr val="3C3C3C"/>
                </a:solidFill>
                <a:latin typeface="Trebuchet MS"/>
                <a:cs typeface="Trebuchet MS"/>
              </a:rPr>
              <a:t> </a:t>
            </a:r>
            <a:r>
              <a:rPr sz="1800" dirty="0">
                <a:solidFill>
                  <a:srgbClr val="3C3C3C"/>
                </a:solidFill>
                <a:latin typeface="Trebuchet MS"/>
                <a:cs typeface="Trebuchet MS"/>
              </a:rPr>
              <a:t>to</a:t>
            </a:r>
            <a:r>
              <a:rPr sz="1800" spc="185" dirty="0">
                <a:solidFill>
                  <a:srgbClr val="3C3C3C"/>
                </a:solidFill>
                <a:latin typeface="Trebuchet MS"/>
                <a:cs typeface="Trebuchet MS"/>
              </a:rPr>
              <a:t> </a:t>
            </a:r>
            <a:r>
              <a:rPr sz="1800" spc="-95" dirty="0">
                <a:solidFill>
                  <a:srgbClr val="3C3C3C"/>
                </a:solidFill>
                <a:latin typeface="Trebuchet MS"/>
                <a:cs typeface="Trebuchet MS"/>
              </a:rPr>
              <a:t>implement</a:t>
            </a:r>
            <a:r>
              <a:rPr sz="1800" spc="190" dirty="0">
                <a:solidFill>
                  <a:srgbClr val="3C3C3C"/>
                </a:solidFill>
                <a:latin typeface="Trebuchet MS"/>
                <a:cs typeface="Trebuchet MS"/>
              </a:rPr>
              <a:t> </a:t>
            </a:r>
            <a:r>
              <a:rPr sz="1800" spc="-60" dirty="0">
                <a:solidFill>
                  <a:srgbClr val="3C3C3C"/>
                </a:solidFill>
                <a:latin typeface="Trebuchet MS"/>
                <a:cs typeface="Trebuchet MS"/>
              </a:rPr>
              <a:t>science</a:t>
            </a:r>
            <a:r>
              <a:rPr sz="1800" spc="185" dirty="0">
                <a:solidFill>
                  <a:srgbClr val="3C3C3C"/>
                </a:solidFill>
                <a:latin typeface="Trebuchet MS"/>
                <a:cs typeface="Trebuchet MS"/>
              </a:rPr>
              <a:t> </a:t>
            </a:r>
            <a:r>
              <a:rPr sz="1800" spc="-25" dirty="0">
                <a:solidFill>
                  <a:srgbClr val="3C3C3C"/>
                </a:solidFill>
                <a:latin typeface="Trebuchet MS"/>
                <a:cs typeface="Trebuchet MS"/>
              </a:rPr>
              <a:t>and </a:t>
            </a:r>
            <a:r>
              <a:rPr sz="1800" spc="-10" dirty="0">
                <a:solidFill>
                  <a:srgbClr val="3C3C3C"/>
                </a:solidFill>
                <a:latin typeface="Trebuchet MS"/>
                <a:cs typeface="Trebuchet MS"/>
              </a:rPr>
              <a:t>technology</a:t>
            </a:r>
            <a:endParaRPr sz="1800">
              <a:latin typeface="Trebuchet MS"/>
              <a:cs typeface="Trebuchet MS"/>
            </a:endParaRPr>
          </a:p>
        </p:txBody>
      </p:sp>
      <p:grpSp>
        <p:nvGrpSpPr>
          <p:cNvPr id="8" name="object 8"/>
          <p:cNvGrpSpPr/>
          <p:nvPr/>
        </p:nvGrpSpPr>
        <p:grpSpPr>
          <a:xfrm>
            <a:off x="10274530" y="1002791"/>
            <a:ext cx="1277620" cy="2148840"/>
            <a:chOff x="10274530" y="1002791"/>
            <a:chExt cx="1277620" cy="2148840"/>
          </a:xfrm>
        </p:grpSpPr>
        <p:pic>
          <p:nvPicPr>
            <p:cNvPr id="9" name="object 9"/>
            <p:cNvPicPr/>
            <p:nvPr/>
          </p:nvPicPr>
          <p:blipFill>
            <a:blip r:embed="rId2" cstate="print"/>
            <a:stretch>
              <a:fillRect/>
            </a:stretch>
          </p:blipFill>
          <p:spPr>
            <a:xfrm>
              <a:off x="10274530" y="1002791"/>
              <a:ext cx="1198418" cy="2148840"/>
            </a:xfrm>
            <a:prstGeom prst="rect">
              <a:avLst/>
            </a:prstGeom>
          </p:spPr>
        </p:pic>
        <p:sp>
          <p:nvSpPr>
            <p:cNvPr id="10" name="object 10"/>
            <p:cNvSpPr/>
            <p:nvPr/>
          </p:nvSpPr>
          <p:spPr>
            <a:xfrm>
              <a:off x="10838688" y="1446275"/>
              <a:ext cx="713740" cy="723900"/>
            </a:xfrm>
            <a:custGeom>
              <a:avLst/>
              <a:gdLst/>
              <a:ahLst/>
              <a:cxnLst/>
              <a:rect l="l" t="t" r="r" b="b"/>
              <a:pathLst>
                <a:path w="713740" h="723900">
                  <a:moveTo>
                    <a:pt x="131064" y="188976"/>
                  </a:moveTo>
                  <a:lnTo>
                    <a:pt x="0" y="188976"/>
                  </a:lnTo>
                  <a:lnTo>
                    <a:pt x="0" y="723900"/>
                  </a:lnTo>
                  <a:lnTo>
                    <a:pt x="131064" y="723900"/>
                  </a:lnTo>
                  <a:lnTo>
                    <a:pt x="131064" y="188976"/>
                  </a:lnTo>
                  <a:close/>
                </a:path>
                <a:path w="713740" h="723900">
                  <a:moveTo>
                    <a:pt x="713232" y="0"/>
                  </a:moveTo>
                  <a:lnTo>
                    <a:pt x="342900" y="0"/>
                  </a:lnTo>
                  <a:lnTo>
                    <a:pt x="213360" y="0"/>
                  </a:lnTo>
                  <a:lnTo>
                    <a:pt x="213360" y="673608"/>
                  </a:lnTo>
                  <a:lnTo>
                    <a:pt x="342900" y="673608"/>
                  </a:lnTo>
                  <a:lnTo>
                    <a:pt x="342900" y="315468"/>
                  </a:lnTo>
                  <a:lnTo>
                    <a:pt x="713232" y="315468"/>
                  </a:lnTo>
                  <a:lnTo>
                    <a:pt x="713232" y="188988"/>
                  </a:lnTo>
                  <a:lnTo>
                    <a:pt x="342900" y="188988"/>
                  </a:lnTo>
                  <a:lnTo>
                    <a:pt x="342900" y="128016"/>
                  </a:lnTo>
                  <a:lnTo>
                    <a:pt x="713232" y="128016"/>
                  </a:lnTo>
                  <a:lnTo>
                    <a:pt x="713232" y="0"/>
                  </a:lnTo>
                  <a:close/>
                </a:path>
              </a:pathLst>
            </a:custGeom>
            <a:solidFill>
              <a:srgbClr val="FFFFFF"/>
            </a:solidFill>
          </p:spPr>
          <p:txBody>
            <a:bodyPr wrap="square" lIns="0" tIns="0" rIns="0" bIns="0" rtlCol="0"/>
            <a:lstStyle/>
            <a:p>
              <a:endParaRPr/>
            </a:p>
          </p:txBody>
        </p:sp>
      </p:grpSp>
      <p:sp>
        <p:nvSpPr>
          <p:cNvPr id="11" name="object 11"/>
          <p:cNvSpPr txBox="1"/>
          <p:nvPr/>
        </p:nvSpPr>
        <p:spPr>
          <a:xfrm>
            <a:off x="10270363" y="2113533"/>
            <a:ext cx="1207135" cy="193675"/>
          </a:xfrm>
          <a:prstGeom prst="rect">
            <a:avLst/>
          </a:prstGeom>
        </p:spPr>
        <p:txBody>
          <a:bodyPr vert="horz" wrap="square" lIns="0" tIns="13335" rIns="0" bIns="0" rtlCol="0">
            <a:spAutoFit/>
          </a:bodyPr>
          <a:lstStyle/>
          <a:p>
            <a:pPr marL="12700">
              <a:lnSpc>
                <a:spcPct val="100000"/>
              </a:lnSpc>
              <a:spcBef>
                <a:spcPts val="105"/>
              </a:spcBef>
            </a:pPr>
            <a:r>
              <a:rPr sz="1100" dirty="0">
                <a:solidFill>
                  <a:srgbClr val="003A75"/>
                </a:solidFill>
                <a:latin typeface="Calibri"/>
                <a:cs typeface="Calibri"/>
              </a:rPr>
              <a:t>I</a:t>
            </a:r>
            <a:r>
              <a:rPr sz="1100" spc="30" dirty="0">
                <a:solidFill>
                  <a:srgbClr val="003A75"/>
                </a:solidFill>
                <a:latin typeface="Calibri"/>
                <a:cs typeface="Calibri"/>
              </a:rPr>
              <a:t> </a:t>
            </a:r>
            <a:r>
              <a:rPr sz="1100" dirty="0">
                <a:solidFill>
                  <a:srgbClr val="003A75"/>
                </a:solidFill>
                <a:latin typeface="Calibri"/>
                <a:cs typeface="Calibri"/>
              </a:rPr>
              <a:t>N</a:t>
            </a:r>
            <a:r>
              <a:rPr sz="1100" spc="30" dirty="0">
                <a:solidFill>
                  <a:srgbClr val="003A75"/>
                </a:solidFill>
                <a:latin typeface="Calibri"/>
                <a:cs typeface="Calibri"/>
              </a:rPr>
              <a:t> </a:t>
            </a:r>
            <a:r>
              <a:rPr sz="1100" dirty="0">
                <a:solidFill>
                  <a:srgbClr val="003A75"/>
                </a:solidFill>
                <a:latin typeface="Calibri"/>
                <a:cs typeface="Calibri"/>
              </a:rPr>
              <a:t>F</a:t>
            </a:r>
            <a:r>
              <a:rPr sz="1100" spc="30" dirty="0">
                <a:solidFill>
                  <a:srgbClr val="003A75"/>
                </a:solidFill>
                <a:latin typeface="Calibri"/>
                <a:cs typeface="Calibri"/>
              </a:rPr>
              <a:t> </a:t>
            </a:r>
            <a:r>
              <a:rPr sz="1100" dirty="0">
                <a:solidFill>
                  <a:srgbClr val="003A75"/>
                </a:solidFill>
                <a:latin typeface="Calibri"/>
                <a:cs typeface="Calibri"/>
              </a:rPr>
              <a:t>O</a:t>
            </a:r>
            <a:r>
              <a:rPr sz="1100" spc="35" dirty="0">
                <a:solidFill>
                  <a:srgbClr val="003A75"/>
                </a:solidFill>
                <a:latin typeface="Calibri"/>
                <a:cs typeface="Calibri"/>
              </a:rPr>
              <a:t> </a:t>
            </a:r>
            <a:r>
              <a:rPr sz="1100" dirty="0">
                <a:solidFill>
                  <a:srgbClr val="003A75"/>
                </a:solidFill>
                <a:latin typeface="Calibri"/>
                <a:cs typeface="Calibri"/>
              </a:rPr>
              <a:t>R</a:t>
            </a:r>
            <a:r>
              <a:rPr sz="1100" spc="35" dirty="0">
                <a:solidFill>
                  <a:srgbClr val="003A75"/>
                </a:solidFill>
                <a:latin typeface="Calibri"/>
                <a:cs typeface="Calibri"/>
              </a:rPr>
              <a:t> </a:t>
            </a:r>
            <a:r>
              <a:rPr sz="1100" dirty="0">
                <a:solidFill>
                  <a:srgbClr val="003A75"/>
                </a:solidFill>
                <a:latin typeface="Calibri"/>
                <a:cs typeface="Calibri"/>
              </a:rPr>
              <a:t>M</a:t>
            </a:r>
            <a:r>
              <a:rPr sz="1100" spc="40" dirty="0">
                <a:solidFill>
                  <a:srgbClr val="003A75"/>
                </a:solidFill>
                <a:latin typeface="Calibri"/>
                <a:cs typeface="Calibri"/>
              </a:rPr>
              <a:t> </a:t>
            </a:r>
            <a:r>
              <a:rPr sz="1100" dirty="0">
                <a:solidFill>
                  <a:srgbClr val="003A75"/>
                </a:solidFill>
                <a:latin typeface="Calibri"/>
                <a:cs typeface="Calibri"/>
              </a:rPr>
              <a:t>A</a:t>
            </a:r>
            <a:r>
              <a:rPr sz="1100" spc="35" dirty="0">
                <a:solidFill>
                  <a:srgbClr val="003A75"/>
                </a:solidFill>
                <a:latin typeface="Calibri"/>
                <a:cs typeface="Calibri"/>
              </a:rPr>
              <a:t> </a:t>
            </a:r>
            <a:r>
              <a:rPr sz="1100" dirty="0">
                <a:solidFill>
                  <a:srgbClr val="003A75"/>
                </a:solidFill>
                <a:latin typeface="Calibri"/>
                <a:cs typeface="Calibri"/>
              </a:rPr>
              <a:t>T</a:t>
            </a:r>
            <a:r>
              <a:rPr sz="1100" spc="40" dirty="0">
                <a:solidFill>
                  <a:srgbClr val="003A75"/>
                </a:solidFill>
                <a:latin typeface="Calibri"/>
                <a:cs typeface="Calibri"/>
              </a:rPr>
              <a:t> </a:t>
            </a:r>
            <a:r>
              <a:rPr sz="1100" dirty="0">
                <a:solidFill>
                  <a:srgbClr val="003A75"/>
                </a:solidFill>
                <a:latin typeface="Calibri"/>
                <a:cs typeface="Calibri"/>
              </a:rPr>
              <a:t>I</a:t>
            </a:r>
            <a:r>
              <a:rPr sz="1100" spc="35" dirty="0">
                <a:solidFill>
                  <a:srgbClr val="003A75"/>
                </a:solidFill>
                <a:latin typeface="Calibri"/>
                <a:cs typeface="Calibri"/>
              </a:rPr>
              <a:t> </a:t>
            </a:r>
            <a:r>
              <a:rPr sz="1100" dirty="0">
                <a:solidFill>
                  <a:srgbClr val="003A75"/>
                </a:solidFill>
                <a:latin typeface="Calibri"/>
                <a:cs typeface="Calibri"/>
              </a:rPr>
              <a:t>K</a:t>
            </a:r>
            <a:r>
              <a:rPr sz="1100" spc="40" dirty="0">
                <a:solidFill>
                  <a:srgbClr val="003A75"/>
                </a:solidFill>
                <a:latin typeface="Calibri"/>
                <a:cs typeface="Calibri"/>
              </a:rPr>
              <a:t> </a:t>
            </a:r>
            <a:r>
              <a:rPr sz="1100" spc="-50" dirty="0">
                <a:solidFill>
                  <a:srgbClr val="003A75"/>
                </a:solidFill>
                <a:latin typeface="Calibri"/>
                <a:cs typeface="Calibri"/>
              </a:rPr>
              <a:t>A</a:t>
            </a:r>
            <a:endParaRPr sz="11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157</TotalTime>
  <Words>2762</Words>
  <Application>Microsoft Office PowerPoint</Application>
  <PresentationFormat>Widescreen</PresentationFormat>
  <Paragraphs>415</Paragraphs>
  <Slides>40</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40</vt:i4>
      </vt:variant>
    </vt:vector>
  </HeadingPairs>
  <TitlesOfParts>
    <vt:vector size="52" baseType="lpstr">
      <vt:lpstr>medium-content-sans-serif-font</vt:lpstr>
      <vt:lpstr>source-code-pro</vt:lpstr>
      <vt:lpstr>source-serif-pro</vt:lpstr>
      <vt:lpstr>Arial</vt:lpstr>
      <vt:lpstr>Calibri</vt:lpstr>
      <vt:lpstr>Cambria</vt:lpstr>
      <vt:lpstr>Consolas</vt:lpstr>
      <vt:lpstr>fira code</vt:lpstr>
      <vt:lpstr>oxygen</vt:lpstr>
      <vt:lpstr>Times New Roman</vt:lpstr>
      <vt:lpstr>Trebuchet MS</vt:lpstr>
      <vt:lpstr>Office Theme</vt:lpstr>
      <vt:lpstr>IF351 DATABASE SYSTEMS 10 STORED PROCEDURES AND ADVANCED SQL QUERY (CTE)</vt:lpstr>
      <vt:lpstr> OUTLINE</vt:lpstr>
      <vt:lpstr> STORED PROCEDURES</vt:lpstr>
      <vt:lpstr> THE PROCESSING STEPS OF A STORED PROCEDURE</vt:lpstr>
      <vt:lpstr> THE PARAMETERS OF A STORED PROCEDURE</vt:lpstr>
      <vt:lpstr> THE PARAMETERS OF A STORED PROCEDURE</vt:lpstr>
      <vt:lpstr> THE BODY OF A STORED PROCEDURE</vt:lpstr>
      <vt:lpstr> THE BODY OF A STORED PROCEDURE</vt:lpstr>
      <vt:lpstr> LOCAL VARIABLES</vt:lpstr>
      <vt:lpstr> LOCAL VARIABLES</vt:lpstr>
      <vt:lpstr> THE SET STATEMENT</vt:lpstr>
      <vt:lpstr>FLOW-CONTROL STATEMENTS: IF STATEMENT</vt:lpstr>
      <vt:lpstr>FLOW-CONTROL STATEMENTS: CASE STATEMENT</vt:lpstr>
      <vt:lpstr>FLOW-CONTROL STATEMENTS: CASE STATEMENT</vt:lpstr>
      <vt:lpstr>FLOW-CONTROL STATEMENTS: WHILE STATEMENT</vt:lpstr>
      <vt:lpstr>FLOW-CONTROL STATEMENTS: REPEAT STATEMENT</vt:lpstr>
      <vt:lpstr>FLOW-CONTROL STATEMENTS: LOOP, LEAVE, &amp; ITERATE STATEMENT</vt:lpstr>
      <vt:lpstr> CALLING STORED PROCEDURES</vt:lpstr>
      <vt:lpstr> QUERYING DATA</vt:lpstr>
      <vt:lpstr> QUERYING DATA WITH SELECT INTO</vt:lpstr>
      <vt:lpstr> QUERYING DATA WITH SELECT INTO</vt:lpstr>
      <vt:lpstr> REMOVING STORED PROCEDURES</vt:lpstr>
      <vt:lpstr> MYSQL DELIMITER</vt:lpstr>
      <vt:lpstr> MYSQL DELIMITER</vt:lpstr>
      <vt:lpstr> Definition of CTEs</vt:lpstr>
      <vt:lpstr> Syntax of CTEs</vt:lpstr>
      <vt:lpstr> Recursive CTEs</vt:lpstr>
      <vt:lpstr> Data Transformation CTEs</vt:lpstr>
      <vt:lpstr> Defines two or more CTEs and use them in main query</vt:lpstr>
      <vt:lpstr> Definition of SQL Window Function</vt:lpstr>
      <vt:lpstr> Definition of SQL Window Function</vt:lpstr>
      <vt:lpstr> Anatomy of a Window Function</vt:lpstr>
      <vt:lpstr> Anatomy of a Window Function</vt:lpstr>
      <vt:lpstr> Window Function: Running Total</vt:lpstr>
      <vt:lpstr> Window Function: Cumulative totals (by SalesPerson) </vt:lpstr>
      <vt:lpstr> Window Function: Visualisation of Cumulative totals (by SalesPerson) </vt:lpstr>
      <vt:lpstr> Window Function: Three days Salesamount</vt:lpstr>
      <vt:lpstr> REFERENCES</vt:lpstr>
      <vt:lpstr>PowerPoint Presentation</vt:lpstr>
      <vt:lpstr>Vision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Security</dc:title>
  <dc:creator>Dennis Gunawan</dc:creator>
  <cp:lastModifiedBy>Vincentius K</cp:lastModifiedBy>
  <cp:revision>3</cp:revision>
  <dcterms:created xsi:type="dcterms:W3CDTF">2023-10-24T08:15:10Z</dcterms:created>
  <dcterms:modified xsi:type="dcterms:W3CDTF">2025-08-22T08:44:13Z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2021-08-09T00:00:00Z</vt:filetime>
  </property>
  <property fmtid="{D5CDD505-2E9C-101B-9397-08002B2CF9AE}" pid="3" name="Creator">
    <vt:lpwstr>Foxit Software Inc.</vt:lpwstr>
  </property>
  <property fmtid="{D5CDD505-2E9C-101B-9397-08002B2CF9AE}" pid="4" name="LastSaved">
    <vt:filetime>2023-10-24T00:00:00Z</vt:filetime>
  </property>
  <property fmtid="{D5CDD505-2E9C-101B-9397-08002B2CF9AE}" pid="5" name="Producer">
    <vt:lpwstr>Foxit PhantomPDF Creator Version 7.1.0.112</vt:lpwstr>
  </property>
</Properties>
</file>